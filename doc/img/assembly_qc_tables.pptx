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2544" y="1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EDB6F0-9E5C-446D-83B4-4CE7093D6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0D17641-7132-492C-965D-489694901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684FAD-39A9-4BDF-B386-FA7134514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7C12-3F39-437C-87C4-5620BE6558A9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74E903-E003-4BBB-A848-61DC39528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4F2F44-DBF6-4D1C-ADEE-D16D6EB1B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AE7A-067E-4633-9944-A0EDAB16C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775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0A9AE1-580A-4AF6-ADB4-2760C975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DC6AD6-E0BC-4BDC-9449-065FA77D3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8CC7C2-FC1F-468F-9549-6CA07CC4F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7C12-3F39-437C-87C4-5620BE6558A9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FAB1FA-0222-40C6-9BA1-69DC05DB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A4DA91-AE72-47B4-8FCA-01195ED3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AE7A-067E-4633-9944-A0EDAB16C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481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5640B7-9181-42DF-8797-BBF019768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552347-782A-4458-A2BD-BD90CDB50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96E62D-B938-47C3-95B9-F9E556013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7C12-3F39-437C-87C4-5620BE6558A9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977271-434C-4891-A06A-DFB4B82D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A42951-431B-4B0D-B6F2-55841964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AE7A-067E-4633-9944-A0EDAB16C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617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A25880-B0DE-4A2C-B155-7DD12A674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DFD3D2-B593-47AF-9092-73151434B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1DF7E0B-64CA-4618-B0DF-6D03292D9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EF9278-C659-4116-86A4-FBC225EB2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7C12-3F39-437C-87C4-5620BE6558A9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156141-AFD3-4F1B-A091-69999CD04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B2A189-6232-4471-8E97-3FCA5712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AE7A-067E-4633-9944-A0EDAB16C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6433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FF57B5-1F9B-4FCC-B7C4-30E6F0489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BC6FFE-FDE5-47B5-B5A3-6200CD01C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E759E4-302F-4411-9534-9DA0484E4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EA6578-0E15-4A62-8C65-F31365604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5FCD53F-741B-4BA7-B366-EDCEE82EE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B807093-DEFF-4A4D-8591-0252E5FEA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7C12-3F39-437C-87C4-5620BE6558A9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E72D142-C1C6-46E9-9DAA-FC0ED43F7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2FCFF30-D796-46FC-8F78-E3F521926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AE7A-067E-4633-9944-A0EDAB16C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24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7E7D07-8AA1-4CC2-AC83-0DCEC8A98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8962BB4-A913-4EEB-9DB8-8EFCC6EA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7C12-3F39-437C-87C4-5620BE6558A9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0287D2-8589-4366-BAA1-8DB98800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EA92C93-EFEE-4D8A-994B-9A0FB53E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AE7A-067E-4633-9944-A0EDAB16C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923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EAC4DD2-C080-487C-B9E9-70AD535CD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7C12-3F39-437C-87C4-5620BE6558A9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9E3499-434D-4560-B613-E62132CDF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661BC9-C558-4E60-8283-F9282E24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AE7A-067E-4633-9944-A0EDAB16C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00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54BFDC-0D64-4C98-92DA-BAFC37E8B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E3F490-EBAD-4E59-81D5-E145EB4C6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D5168A-50F8-4819-86C3-965CB89C4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137BF1-CFD4-453A-B994-DC4352CB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7C12-3F39-437C-87C4-5620BE6558A9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247F567-CE9E-466D-9235-FC2BF0061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AFB0C2-D19B-4390-9DEA-DDBDBC52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AE7A-067E-4633-9944-A0EDAB16C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324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B2F615-7162-4164-A7AD-EC4FDFB0E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A0F9ACB-570B-4709-B527-83C403A4B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7F9DD6-9E0E-43B1-880E-59B7B2335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F08F5E-D9BC-4629-A8A6-7DDB8671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7C12-3F39-437C-87C4-5620BE6558A9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3F9FC2-1045-436C-91F9-E8496E67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FC93ECC-A898-47D9-BF16-2685EFAF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AE7A-067E-4633-9944-A0EDAB16C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893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18F8EC-8797-48BF-8A41-67DD9358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BD365BD-5803-4155-9A7A-2DBF6A1C1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6E7E24-2CFF-4D7D-AE24-ECC11161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7C12-3F39-437C-87C4-5620BE6558A9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8DCA3D-326D-4F4F-A0D2-D21B3904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A10665-01CB-44C9-8868-F74039152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AE7A-067E-4633-9944-A0EDAB16C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105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3F5F978-C862-4AEF-835B-15D1BD963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1A12FDD-F2E7-4363-A969-ACF588700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A05631-D662-4CF4-A580-51367D4C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7C12-3F39-437C-87C4-5620BE6558A9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40F4DD-2FBF-42E0-A527-95B84DA0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4510DD-C117-490A-86D8-EE07CED8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AAE7A-067E-4633-9944-A0EDAB16C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4676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D04BFC5-00D9-4F45-9E4F-35BEA3108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0242A1-B516-41B2-AFDC-5AE787C96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C45940-47CB-460E-86F4-42EDDF4A7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77C12-3F39-437C-87C4-5620BE6558A9}" type="datetimeFigureOut">
              <a:rPr lang="de-DE" smtClean="0"/>
              <a:t>20.11.2024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EABB7A-F5DE-4E7C-B6F8-EA27881C9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C53183-8E35-4462-A627-98B4A61A9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AAE7A-067E-4633-9944-A0EDAB16C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738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A5CEB85-41E5-4926-A6FF-C36D2FEA6E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573169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629314431"/>
                    </a:ext>
                  </a:extLst>
                </a:gridCol>
                <a:gridCol w="3070860">
                  <a:extLst>
                    <a:ext uri="{9D8B030D-6E8A-4147-A177-3AD203B41FA5}">
                      <a16:colId xmlns:a16="http://schemas.microsoft.com/office/drawing/2014/main" val="3569856722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3300963808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3480657417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3656033225"/>
                    </a:ext>
                  </a:extLst>
                </a:gridCol>
              </a:tblGrid>
              <a:tr h="373456">
                <a:tc>
                  <a:txBody>
                    <a:bodyPr/>
                    <a:lstStyle/>
                    <a:p>
                      <a:endParaRPr lang="de-DE" dirty="0">
                        <a:latin typeface="Source Sans Pro Black" panose="020B0803030403020204" pitchFamily="34" charset="0"/>
                        <a:ea typeface="Source Sans Pro Black" panose="020B08030304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Source Sans Pro Black" panose="020B0803030403020204" pitchFamily="34" charset="0"/>
                          <a:ea typeface="Source Sans Pro Black" panose="020B0803030403020204" pitchFamily="34" charset="0"/>
                        </a:rPr>
                        <a:t>Herro</a:t>
                      </a:r>
                      <a:r>
                        <a:rPr lang="de-DE" dirty="0">
                          <a:latin typeface="Source Sans Pro Black" panose="020B0803030403020204" pitchFamily="34" charset="0"/>
                          <a:ea typeface="Source Sans Pro Black" panose="020B0803030403020204" pitchFamily="34" charset="0"/>
                        </a:rPr>
                        <a:t> 35x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Source Sans Pro Black" panose="020B0803030403020204" pitchFamily="34" charset="0"/>
                          <a:ea typeface="Source Sans Pro Black" panose="020B0803030403020204" pitchFamily="34" charset="0"/>
                        </a:rPr>
                        <a:t>Herro</a:t>
                      </a:r>
                      <a:r>
                        <a:rPr lang="de-DE" dirty="0">
                          <a:latin typeface="Source Sans Pro Black" panose="020B0803030403020204" pitchFamily="34" charset="0"/>
                          <a:ea typeface="Source Sans Pro Black" panose="020B0803030403020204" pitchFamily="34" charset="0"/>
                        </a:rPr>
                        <a:t> 60x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latin typeface="Source Sans Pro Black" panose="020B0803030403020204" pitchFamily="34" charset="0"/>
                          <a:ea typeface="Source Sans Pro Black" panose="020B0803030403020204" pitchFamily="34" charset="0"/>
                        </a:rPr>
                        <a:t>Herro</a:t>
                      </a:r>
                      <a:r>
                        <a:rPr lang="de-DE" dirty="0">
                          <a:latin typeface="Source Sans Pro Black" panose="020B0803030403020204" pitchFamily="34" charset="0"/>
                          <a:ea typeface="Source Sans Pro Black" panose="020B0803030403020204" pitchFamily="34" charset="0"/>
                        </a:rPr>
                        <a:t> 120x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Source Sans Pro Black" panose="020B0803030403020204" pitchFamily="34" charset="0"/>
                          <a:ea typeface="Source Sans Pro Black" panose="020B0803030403020204" pitchFamily="34" charset="0"/>
                        </a:rPr>
                        <a:t>Duplex 35x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22115"/>
                  </a:ext>
                </a:extLst>
              </a:tr>
              <a:tr h="2161515">
                <a:tc>
                  <a:txBody>
                    <a:bodyPr/>
                    <a:lstStyle/>
                    <a:p>
                      <a:r>
                        <a:rPr lang="de-DE" dirty="0">
                          <a:latin typeface="Source Sans Pro Black" panose="020B0803030403020204" pitchFamily="34" charset="0"/>
                          <a:ea typeface="Source Sans Pro Black" panose="020B0803030403020204" pitchFamily="34" charset="0"/>
                        </a:rPr>
                        <a:t>UL 50x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latin typeface="Source Sans Pro Black" panose="020B0803030403020204" pitchFamily="34" charset="0"/>
                        <a:ea typeface="Source Sans Pro Black" panose="020B08030304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latin typeface="Source Sans Pro Black" panose="020B0803030403020204" pitchFamily="34" charset="0"/>
                        <a:ea typeface="Source Sans Pro Black" panose="020B08030304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latin typeface="Source Sans Pro Black" panose="020B0803030403020204" pitchFamily="34" charset="0"/>
                        <a:ea typeface="Source Sans Pro Black" panose="020B08030304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latin typeface="Source Sans Pro Black" panose="020B0803030403020204" pitchFamily="34" charset="0"/>
                        <a:ea typeface="Source Sans Pro Black" panose="020B08030304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140380931"/>
                  </a:ext>
                </a:extLst>
              </a:tr>
              <a:tr h="2161515">
                <a:tc>
                  <a:txBody>
                    <a:bodyPr/>
                    <a:lstStyle/>
                    <a:p>
                      <a:r>
                        <a:rPr lang="de-DE" dirty="0">
                          <a:latin typeface="Source Sans Pro Black" panose="020B0803030403020204" pitchFamily="34" charset="0"/>
                          <a:ea typeface="Source Sans Pro Black" panose="020B0803030403020204" pitchFamily="34" charset="0"/>
                        </a:rPr>
                        <a:t>UL 70x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latin typeface="Source Sans Pro Black" panose="020B0803030403020204" pitchFamily="34" charset="0"/>
                        <a:ea typeface="Source Sans Pro Black" panose="020B08030304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latin typeface="Source Sans Pro Black" panose="020B0803030403020204" pitchFamily="34" charset="0"/>
                        <a:ea typeface="Source Sans Pro Black" panose="020B08030304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7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latin typeface="Source Sans Pro Black" panose="020B0803030403020204" pitchFamily="34" charset="0"/>
                        <a:ea typeface="Source Sans Pro Black" panose="020B08030304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8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latin typeface="Source Sans Pro Black" panose="020B0803030403020204" pitchFamily="34" charset="0"/>
                        <a:ea typeface="Source Sans Pro Black" panose="020B08030304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9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40188653"/>
                  </a:ext>
                </a:extLst>
              </a:tr>
              <a:tr h="2161515">
                <a:tc>
                  <a:txBody>
                    <a:bodyPr/>
                    <a:lstStyle/>
                    <a:p>
                      <a:r>
                        <a:rPr lang="de-DE" dirty="0">
                          <a:latin typeface="Source Sans Pro Black" panose="020B0803030403020204" pitchFamily="34" charset="0"/>
                          <a:ea typeface="Source Sans Pro Black" panose="020B0803030403020204" pitchFamily="34" charset="0"/>
                        </a:rPr>
                        <a:t>UL 90x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latin typeface="Source Sans Pro Black" panose="020B0803030403020204" pitchFamily="34" charset="0"/>
                        <a:ea typeface="Source Sans Pro Black" panose="020B08030304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1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latin typeface="Source Sans Pro Black" panose="020B0803030403020204" pitchFamily="34" charset="0"/>
                        <a:ea typeface="Source Sans Pro Black" panose="020B08030304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11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latin typeface="Source Sans Pro Black" panose="020B0803030403020204" pitchFamily="34" charset="0"/>
                        <a:ea typeface="Source Sans Pro Black" panose="020B08030304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1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latin typeface="Source Sans Pro Black" panose="020B0803030403020204" pitchFamily="34" charset="0"/>
                        <a:ea typeface="Source Sans Pro Black" panose="020B08030304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1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696712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515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Source Sans Pro Black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Caspar Groß</dc:creator>
  <cp:lastModifiedBy>Caspar Groß</cp:lastModifiedBy>
  <cp:revision>2</cp:revision>
  <dcterms:created xsi:type="dcterms:W3CDTF">2024-11-20T08:44:53Z</dcterms:created>
  <dcterms:modified xsi:type="dcterms:W3CDTF">2024-11-20T08:54:23Z</dcterms:modified>
</cp:coreProperties>
</file>