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D1F1E-9734-6181-1E13-38C182D9E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E1675ED-43EF-0807-3780-8D9397B47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F235C3-1B0D-D5AF-6D22-5B6E9318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CEE56-3E26-4C78-A7D6-323E8B0C2827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A623A6-8CAD-EFF9-725B-3EAF96D42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B195EB-80FF-44AA-50B7-F355BDE2A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C468-0A79-419F-8880-787B36FE80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3144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B1ECCF-0A70-63C6-7C5C-F0D0775DB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877B36-8EBA-4326-4EF9-60E307426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43B2C6-85C6-BB71-9F03-07675A268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CEE56-3E26-4C78-A7D6-323E8B0C2827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133157-909F-6D71-7109-9F8D0C3B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0F8213-FFA1-1024-E8BB-FE8277C8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C468-0A79-419F-8880-787B36FE80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302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19CDE-60E4-9773-C605-627D0D81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E6B2A2-EB39-21A6-5FB5-6A0966E8B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B786DA-8206-FAEF-4A93-D759B7FAB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CEE56-3E26-4C78-A7D6-323E8B0C2827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8B32E7-9713-1AEF-1AB5-54D9A8427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733DED-3C57-B554-6DFF-122E09C4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C468-0A79-419F-8880-787B36FE80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3488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EDA4D9-C9A0-A503-357C-65113B88A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B5242A-5C8C-0983-5356-25302B066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FF91216-33FB-FDD0-82CA-015FF861A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74C74F-83DC-CFDF-D852-6E68509F1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CEE56-3E26-4C78-A7D6-323E8B0C2827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55E2FE-8F56-8742-25D6-4DA2D373E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951B18-C8E3-E98F-C852-F9C802DF9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C468-0A79-419F-8880-787B36FE80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4777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C5BF42-CCCE-DFDB-5F4B-EB2E867D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31DB8C-1A08-0BC3-B928-A3EFAFECE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67BC19-31FC-C821-423A-C006994BB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EFFB4F4-049C-035F-4417-4A75064FD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410D8A0-3042-7F90-A8DA-41FB87574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6DBCCB-2B7E-1629-3B77-32745AC9B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CEE56-3E26-4C78-A7D6-323E8B0C2827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B828D9-576D-1E27-509C-1F6FF336D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175F97D-AB4E-5B99-4188-BEC2E7B3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C468-0A79-419F-8880-787B36FE80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782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DBCC95-585C-FAFA-470B-0D7DE49C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58B8167-1FE9-E0CE-EE9E-42FAC8844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CEE56-3E26-4C78-A7D6-323E8B0C2827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BBC26D-CE78-0E4F-F357-85AE36BB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3CA9F56-8AE2-7C54-37AF-8D070476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C468-0A79-419F-8880-787B36FE80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9427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578A69D-14DA-0F9B-B641-A6BCC7D8C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CEE56-3E26-4C78-A7D6-323E8B0C2827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88B8442-3759-5D0D-F101-C34B9EF1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A4BA58-C28B-9C50-41F3-0FAB500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C468-0A79-419F-8880-787B36FE80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9597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BCC3D7-73E1-2B2D-31FB-7B2938565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E109F2-1FE1-D3A7-AE38-939F6739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7930E0-6374-D72F-E12A-224B23E0A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55EB36-EF54-51E9-BB5D-B94835CC2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CEE56-3E26-4C78-A7D6-323E8B0C2827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D8217D-B669-2666-7B16-DCCA96B6A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4EC97B-5FE2-DD58-1A28-09BD2395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C468-0A79-419F-8880-787B36FE80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539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88E00-87B0-6CD0-8F10-B4C77EFC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8ADA0D8-218D-C3C8-8133-690C17F65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7C7529-44AD-98BD-350A-BB09B3A16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99087D-7B46-7CFD-F143-87608B625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CEE56-3E26-4C78-A7D6-323E8B0C2827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44A605-8309-7194-747D-F113D5B3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88D222-A35F-A68E-7154-8CC03469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C468-0A79-419F-8880-787B36FE80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080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F38AD-105A-2512-68D1-423517C5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EA90D29-AFC5-9B4B-CCB5-7DD9BB0E4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26A7A9-273D-369C-D29C-1C723D58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CEE56-3E26-4C78-A7D6-323E8B0C2827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820DE9-9981-C98D-DCFD-4E959FB0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6C866A-D11A-7A72-893F-7CD06340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C468-0A79-419F-8880-787B36FE80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399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5CFA364-6CF7-F23C-FBD5-CE8E14B92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D0E72F9-A635-44F9-81C1-E354FB486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25CA5D-1494-6DBE-6EBE-8C57B427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CEE56-3E26-4C78-A7D6-323E8B0C2827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1D9BB3-B3DF-54B3-3A1B-FDED75D7F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A002A3-51B0-D7BC-7CF8-23F4DB95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0C468-0A79-419F-8880-787B36FE80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4117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52EEBEB-1E21-EEEB-0588-2E1E055BA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130A0A-DFE7-A049-4108-A45B5BCA9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AE6E77-DE7E-A003-E131-486AA46A5C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CEE56-3E26-4C78-A7D6-323E8B0C2827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36BF7D-636C-9183-7D6D-CCD7FBACD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73DBFE-B69C-571F-E97C-7D29352AB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0C468-0A79-419F-8880-787B36FE80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3033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12CBC5-A89F-A56D-E037-5855C5D44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Hifiasm</a:t>
            </a:r>
            <a:r>
              <a:rPr lang="de-DE" dirty="0"/>
              <a:t> </a:t>
            </a:r>
            <a:r>
              <a:rPr lang="de-DE"/>
              <a:t>output </a:t>
            </a:r>
            <a:r>
              <a:rPr lang="de-DE" dirty="0" err="1"/>
              <a:t>comparison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B77BEEB-A366-F34B-113A-73322470AE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T:\users\ahthapp1\real_deal\github_projects\T2T_ONT\assembly\input\hybrid_HQ_combined.15x_20x_UL.50x</a:t>
            </a:r>
          </a:p>
        </p:txBody>
      </p:sp>
    </p:spTree>
    <p:extLst>
      <p:ext uri="{BB962C8B-B14F-4D97-AF65-F5344CB8AC3E}">
        <p14:creationId xmlns:p14="http://schemas.microsoft.com/office/powerpoint/2010/main" val="3770470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664993E-6DB5-F6D4-FDFE-ACA4BE1CC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648" y="365125"/>
            <a:ext cx="8554644" cy="3753374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2C66031-3E36-2906-73EB-B6A54FB4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Chr19.asm.bp.p_utg.noseq.gfa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3C7AD5E-D68B-7805-7377-D931997C0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182" y="3198249"/>
            <a:ext cx="5868219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15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E586C-03E2-3D28-5EC1-3824904DD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DBA5F4-398F-E7D9-F3C2-C4352A14B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A18BCFC-E11B-07C7-6203-9749682A3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399" y="365125"/>
            <a:ext cx="8554644" cy="627785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722A51B-8C9A-5E63-2A92-31BC7EE89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57" y="365125"/>
            <a:ext cx="5849166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5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E7C91F-805D-ABAC-9455-451FA751A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F52A857-31E4-EB2A-C426-BEC1FC2DF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4" y="888365"/>
            <a:ext cx="8402223" cy="438211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3AECCC-65F2-C7C5-92C4-7002580A1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70562"/>
            <a:ext cx="5801535" cy="390579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4EC22FE-9CB7-0515-2A2A-817B41FB7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hap2.p_ctg</a:t>
            </a:r>
          </a:p>
        </p:txBody>
      </p:sp>
    </p:spTree>
    <p:extLst>
      <p:ext uri="{BB962C8B-B14F-4D97-AF65-F5344CB8AC3E}">
        <p14:creationId xmlns:p14="http://schemas.microsoft.com/office/powerpoint/2010/main" val="122302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92AEE5-FA34-C830-5801-535BA697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Chr_19.asm.bp.hap1.p_ctg.noseq.gfa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F14D0FF-85B4-1AC3-CD0C-ED9EF255D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420" y="1825625"/>
            <a:ext cx="5266451" cy="4351338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37E6F2F-625A-D017-6D30-70D9A3293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949" y="2095258"/>
            <a:ext cx="5782482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Hifiasm output comparison</vt:lpstr>
      <vt:lpstr>Chr19.asm.bp.p_utg.noseq.gfa</vt:lpstr>
      <vt:lpstr>PowerPoint-Präsentation</vt:lpstr>
      <vt:lpstr>hap2.p_ctg</vt:lpstr>
      <vt:lpstr>Chr_19.asm.bp.hap1.p_ctg.noseq.gfa</vt:lpstr>
    </vt:vector>
  </TitlesOfParts>
  <Company>Universitaetsklinikum Tuebingen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Caspar Groß</dc:creator>
  <cp:lastModifiedBy>Caspar Groß</cp:lastModifiedBy>
  <cp:revision>4</cp:revision>
  <dcterms:created xsi:type="dcterms:W3CDTF">2025-04-25T09:57:41Z</dcterms:created>
  <dcterms:modified xsi:type="dcterms:W3CDTF">2025-04-25T11:40:12Z</dcterms:modified>
</cp:coreProperties>
</file>