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25"/>
  </p:notesMasterIdLst>
  <p:sldIdLst>
    <p:sldId id="256" r:id="rId2"/>
    <p:sldId id="293" r:id="rId3"/>
    <p:sldId id="266" r:id="rId4"/>
    <p:sldId id="270" r:id="rId5"/>
    <p:sldId id="292" r:id="rId6"/>
    <p:sldId id="265" r:id="rId7"/>
    <p:sldId id="285" r:id="rId8"/>
    <p:sldId id="287" r:id="rId9"/>
    <p:sldId id="296" r:id="rId10"/>
    <p:sldId id="263" r:id="rId11"/>
    <p:sldId id="271" r:id="rId12"/>
    <p:sldId id="286" r:id="rId13"/>
    <p:sldId id="272" r:id="rId14"/>
    <p:sldId id="289" r:id="rId15"/>
    <p:sldId id="290" r:id="rId16"/>
    <p:sldId id="295" r:id="rId17"/>
    <p:sldId id="262" r:id="rId18"/>
    <p:sldId id="264" r:id="rId19"/>
    <p:sldId id="291" r:id="rId20"/>
    <p:sldId id="268" r:id="rId21"/>
    <p:sldId id="267" r:id="rId22"/>
    <p:sldId id="261" r:id="rId23"/>
    <p:sldId id="294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0BE4223-768E-41AD-B34D-CFAF3FEF1A0E}">
          <p14:sldIdLst>
            <p14:sldId id="256"/>
          </p14:sldIdLst>
        </p14:section>
        <p14:section name="Introduction" id="{8A45B4D1-36E9-4BA4-ACEA-DAB3770AF70D}">
          <p14:sldIdLst>
            <p14:sldId id="293"/>
            <p14:sldId id="266"/>
            <p14:sldId id="270"/>
            <p14:sldId id="292"/>
          </p14:sldIdLst>
        </p14:section>
        <p14:section name="Lab" id="{B439C72B-6018-4AA2-8C89-C41DB8F6F588}">
          <p14:sldIdLst>
            <p14:sldId id="265"/>
            <p14:sldId id="285"/>
            <p14:sldId id="287"/>
            <p14:sldId id="296"/>
          </p14:sldIdLst>
        </p14:section>
        <p14:section name="Analysis" id="{E24CD4CE-E9D9-4093-ABB8-7DF2AC0469A8}">
          <p14:sldIdLst>
            <p14:sldId id="263"/>
            <p14:sldId id="271"/>
            <p14:sldId id="286"/>
            <p14:sldId id="272"/>
            <p14:sldId id="289"/>
            <p14:sldId id="290"/>
            <p14:sldId id="295"/>
            <p14:sldId id="262"/>
            <p14:sldId id="264"/>
            <p14:sldId id="291"/>
            <p14:sldId id="268"/>
            <p14:sldId id="267"/>
            <p14:sldId id="261"/>
          </p14:sldIdLst>
        </p14:section>
        <p14:section name="Resources" id="{FD60DB91-E54E-4F15-B81F-4059B570BB40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par Groß" initials="CG" lastIdx="1" clrIdx="0">
    <p:extLst>
      <p:ext uri="{19B8F6BF-5375-455C-9EA6-DF929625EA0E}">
        <p15:presenceInfo xmlns:p15="http://schemas.microsoft.com/office/powerpoint/2012/main" userId="S-1-5-21-863953942-1474399219-3225640801-348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C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76391" autoAdjust="0"/>
  </p:normalViewPr>
  <p:slideViewPr>
    <p:cSldViewPr snapToGrid="0">
      <p:cViewPr>
        <p:scale>
          <a:sx n="100" d="100"/>
          <a:sy n="100" d="100"/>
        </p:scale>
        <p:origin x="223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426CEC-C10C-4CC0-8289-EC91C990309F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69C9653A-87F1-48CC-ABEB-AA81086F40F0}">
      <dgm:prSet phldrT="[Text]"/>
      <dgm:spPr/>
      <dgm:t>
        <a:bodyPr/>
        <a:lstStyle/>
        <a:p>
          <a:r>
            <a:rPr lang="de-DE" dirty="0"/>
            <a:t>2001</a:t>
          </a:r>
          <a:br>
            <a:rPr lang="de-DE" dirty="0"/>
          </a:br>
          <a:r>
            <a:rPr lang="de-DE" dirty="0"/>
            <a:t>First </a:t>
          </a:r>
          <a:r>
            <a:rPr lang="de-DE" dirty="0" err="1"/>
            <a:t>Draft</a:t>
          </a:r>
          <a:r>
            <a:rPr lang="de-DE" dirty="0"/>
            <a:t> Human Genome</a:t>
          </a:r>
        </a:p>
      </dgm:t>
    </dgm:pt>
    <dgm:pt modelId="{DE6801DF-6F0E-4079-B175-F1E3F1B6177D}" type="parTrans" cxnId="{37EE1850-75F8-4BB4-9EDD-E079515F1EBF}">
      <dgm:prSet/>
      <dgm:spPr/>
      <dgm:t>
        <a:bodyPr/>
        <a:lstStyle/>
        <a:p>
          <a:endParaRPr lang="de-DE"/>
        </a:p>
      </dgm:t>
    </dgm:pt>
    <dgm:pt modelId="{368B2058-E149-427E-A4E8-A5CB3C537497}" type="sibTrans" cxnId="{37EE1850-75F8-4BB4-9EDD-E079515F1EBF}">
      <dgm:prSet/>
      <dgm:spPr/>
      <dgm:t>
        <a:bodyPr/>
        <a:lstStyle/>
        <a:p>
          <a:endParaRPr lang="de-DE"/>
        </a:p>
      </dgm:t>
    </dgm:pt>
    <dgm:pt modelId="{57D22FD6-8C74-4EF9-B0EC-DEE51FD8BCE8}">
      <dgm:prSet phldrT="[Text]"/>
      <dgm:spPr/>
      <dgm:t>
        <a:bodyPr/>
        <a:lstStyle/>
        <a:p>
          <a:r>
            <a:rPr lang="de-DE" dirty="0"/>
            <a:t>2011</a:t>
          </a:r>
          <a:br>
            <a:rPr lang="de-DE" dirty="0"/>
          </a:br>
          <a:r>
            <a:rPr lang="de-DE" dirty="0"/>
            <a:t>hg19 </a:t>
          </a:r>
          <a:br>
            <a:rPr lang="de-DE" dirty="0"/>
          </a:br>
          <a:r>
            <a:rPr lang="de-DE" dirty="0"/>
            <a:t>Reference Genome</a:t>
          </a:r>
        </a:p>
      </dgm:t>
    </dgm:pt>
    <dgm:pt modelId="{7C054500-AA50-4C5C-A50B-EE46EAAAE5AE}" type="parTrans" cxnId="{1AA04298-C49D-4915-83FB-B256424A7366}">
      <dgm:prSet/>
      <dgm:spPr/>
      <dgm:t>
        <a:bodyPr/>
        <a:lstStyle/>
        <a:p>
          <a:endParaRPr lang="de-DE"/>
        </a:p>
      </dgm:t>
    </dgm:pt>
    <dgm:pt modelId="{357BB244-BE21-432B-B36B-E8325DC6A2AB}" type="sibTrans" cxnId="{1AA04298-C49D-4915-83FB-B256424A7366}">
      <dgm:prSet/>
      <dgm:spPr/>
      <dgm:t>
        <a:bodyPr/>
        <a:lstStyle/>
        <a:p>
          <a:endParaRPr lang="de-DE"/>
        </a:p>
      </dgm:t>
    </dgm:pt>
    <dgm:pt modelId="{3A493861-89E5-42C4-9BB9-56C373E7F226}">
      <dgm:prSet phldrT="[Text]"/>
      <dgm:spPr/>
      <dgm:t>
        <a:bodyPr/>
        <a:lstStyle/>
        <a:p>
          <a:r>
            <a:rPr lang="de-DE" dirty="0"/>
            <a:t>2017 </a:t>
          </a:r>
          <a:br>
            <a:rPr lang="de-DE" dirty="0"/>
          </a:br>
          <a:r>
            <a:rPr lang="de-DE" dirty="0"/>
            <a:t>hg38</a:t>
          </a:r>
          <a:br>
            <a:rPr lang="de-DE" dirty="0"/>
          </a:br>
          <a:r>
            <a:rPr lang="de-DE" dirty="0"/>
            <a:t>Reference</a:t>
          </a:r>
          <a:br>
            <a:rPr lang="de-DE" dirty="0"/>
          </a:br>
          <a:r>
            <a:rPr lang="de-DE" dirty="0"/>
            <a:t>Genome</a:t>
          </a:r>
        </a:p>
      </dgm:t>
    </dgm:pt>
    <dgm:pt modelId="{6BD224EF-C610-4F8C-931C-681DEB4F45B9}" type="parTrans" cxnId="{29FEC275-6326-4D5E-A102-4580F403CFE1}">
      <dgm:prSet/>
      <dgm:spPr/>
      <dgm:t>
        <a:bodyPr/>
        <a:lstStyle/>
        <a:p>
          <a:endParaRPr lang="de-DE"/>
        </a:p>
      </dgm:t>
    </dgm:pt>
    <dgm:pt modelId="{77119A4C-0427-4163-8EEC-1C970F51190F}" type="sibTrans" cxnId="{29FEC275-6326-4D5E-A102-4580F403CFE1}">
      <dgm:prSet/>
      <dgm:spPr/>
      <dgm:t>
        <a:bodyPr/>
        <a:lstStyle/>
        <a:p>
          <a:endParaRPr lang="de-DE"/>
        </a:p>
      </dgm:t>
    </dgm:pt>
    <dgm:pt modelId="{3DD46980-E31C-4F99-B610-09ACFB4C232C}">
      <dgm:prSet/>
      <dgm:spPr/>
      <dgm:t>
        <a:bodyPr/>
        <a:lstStyle/>
        <a:p>
          <a:r>
            <a:rPr lang="de-DE" dirty="0"/>
            <a:t>2022 T2T-CHM13</a:t>
          </a:r>
          <a:br>
            <a:rPr lang="de-DE" dirty="0"/>
          </a:br>
          <a:r>
            <a:rPr lang="de-DE" dirty="0"/>
            <a:t>First T2T Genome</a:t>
          </a:r>
          <a:br>
            <a:rPr lang="de-DE" dirty="0"/>
          </a:br>
          <a:r>
            <a:rPr lang="de-DE" dirty="0"/>
            <a:t>(haploid)</a:t>
          </a:r>
        </a:p>
      </dgm:t>
    </dgm:pt>
    <dgm:pt modelId="{C38CB278-171B-498F-806C-BEB595B09FCB}" type="parTrans" cxnId="{57092971-139C-4581-8E75-252ECEEBBF07}">
      <dgm:prSet/>
      <dgm:spPr/>
      <dgm:t>
        <a:bodyPr/>
        <a:lstStyle/>
        <a:p>
          <a:endParaRPr lang="de-DE"/>
        </a:p>
      </dgm:t>
    </dgm:pt>
    <dgm:pt modelId="{A6383C93-681C-4097-9E6E-191ABFDA49BF}" type="sibTrans" cxnId="{57092971-139C-4581-8E75-252ECEEBBF07}">
      <dgm:prSet/>
      <dgm:spPr/>
      <dgm:t>
        <a:bodyPr/>
        <a:lstStyle/>
        <a:p>
          <a:endParaRPr lang="de-DE"/>
        </a:p>
      </dgm:t>
    </dgm:pt>
    <dgm:pt modelId="{4EB921E3-C061-4E22-8275-CE38CCE6B300}">
      <dgm:prSet/>
      <dgm:spPr/>
      <dgm:t>
        <a:bodyPr/>
        <a:lstStyle/>
        <a:p>
          <a:r>
            <a:rPr lang="de-DE" dirty="0"/>
            <a:t>2023</a:t>
          </a:r>
          <a:br>
            <a:rPr lang="de-DE" dirty="0"/>
          </a:br>
          <a:r>
            <a:rPr lang="de-DE" dirty="0"/>
            <a:t>The Human Pangenome Project</a:t>
          </a:r>
        </a:p>
      </dgm:t>
    </dgm:pt>
    <dgm:pt modelId="{5849284C-D5A8-425A-B23C-C6540EC35673}" type="parTrans" cxnId="{9D14C696-EED8-457A-AB0E-4DBA2098AE56}">
      <dgm:prSet/>
      <dgm:spPr/>
      <dgm:t>
        <a:bodyPr/>
        <a:lstStyle/>
        <a:p>
          <a:endParaRPr lang="de-DE"/>
        </a:p>
      </dgm:t>
    </dgm:pt>
    <dgm:pt modelId="{79CAFF20-99BA-456C-B881-3CE908F5C90C}" type="sibTrans" cxnId="{9D14C696-EED8-457A-AB0E-4DBA2098AE56}">
      <dgm:prSet/>
      <dgm:spPr/>
      <dgm:t>
        <a:bodyPr/>
        <a:lstStyle/>
        <a:p>
          <a:endParaRPr lang="de-DE"/>
        </a:p>
      </dgm:t>
    </dgm:pt>
    <dgm:pt modelId="{74F9C658-7569-4C98-918F-1FE4CCFB4F66}">
      <dgm:prSet/>
      <dgm:spPr/>
      <dgm:t>
        <a:bodyPr/>
        <a:lstStyle/>
        <a:p>
          <a:r>
            <a:rPr lang="de-DE" dirty="0"/>
            <a:t>2024</a:t>
          </a:r>
          <a:br>
            <a:rPr lang="de-DE" dirty="0"/>
          </a:br>
          <a:r>
            <a:rPr lang="de-DE" dirty="0"/>
            <a:t>HG002v1.1</a:t>
          </a:r>
          <a:br>
            <a:rPr lang="de-DE" dirty="0"/>
          </a:br>
          <a:r>
            <a:rPr lang="de-DE" dirty="0"/>
            <a:t>Q77.8</a:t>
          </a:r>
        </a:p>
      </dgm:t>
    </dgm:pt>
    <dgm:pt modelId="{E6FFFCA6-D328-42B7-B9D4-6430FB717FF6}" type="parTrans" cxnId="{B75008D5-B058-4A9D-A808-BDB1FAF75C1E}">
      <dgm:prSet/>
      <dgm:spPr/>
      <dgm:t>
        <a:bodyPr/>
        <a:lstStyle/>
        <a:p>
          <a:endParaRPr lang="de-DE"/>
        </a:p>
      </dgm:t>
    </dgm:pt>
    <dgm:pt modelId="{482842D1-6C8E-4B95-A469-75559E7B755C}" type="sibTrans" cxnId="{B75008D5-B058-4A9D-A808-BDB1FAF75C1E}">
      <dgm:prSet/>
      <dgm:spPr/>
      <dgm:t>
        <a:bodyPr/>
        <a:lstStyle/>
        <a:p>
          <a:endParaRPr lang="de-DE"/>
        </a:p>
      </dgm:t>
    </dgm:pt>
    <dgm:pt modelId="{75F43231-033E-4D71-99A7-784B511F3296}">
      <dgm:prSet/>
      <dgm:spPr/>
      <dgm:t>
        <a:bodyPr/>
        <a:lstStyle/>
        <a:p>
          <a:r>
            <a:rPr lang="de-DE" dirty="0"/>
            <a:t>2022</a:t>
          </a:r>
          <a:br>
            <a:rPr lang="de-DE" dirty="0"/>
          </a:br>
          <a:r>
            <a:rPr lang="de-DE" dirty="0"/>
            <a:t>HG002v0.7</a:t>
          </a:r>
          <a:br>
            <a:rPr lang="de-DE" dirty="0"/>
          </a:br>
          <a:r>
            <a:rPr lang="de-DE" dirty="0"/>
            <a:t>Q60</a:t>
          </a:r>
        </a:p>
      </dgm:t>
    </dgm:pt>
    <dgm:pt modelId="{72DF3B27-5160-4C66-A9D5-44E136EE6DAA}" type="parTrans" cxnId="{0F31353C-D14D-48CD-BA41-8325D231AEFD}">
      <dgm:prSet/>
      <dgm:spPr/>
      <dgm:t>
        <a:bodyPr/>
        <a:lstStyle/>
        <a:p>
          <a:endParaRPr lang="de-DE"/>
        </a:p>
      </dgm:t>
    </dgm:pt>
    <dgm:pt modelId="{5FACB519-1BB9-4635-B2A7-A8AEAC702E51}" type="sibTrans" cxnId="{0F31353C-D14D-48CD-BA41-8325D231AEFD}">
      <dgm:prSet/>
      <dgm:spPr/>
      <dgm:t>
        <a:bodyPr/>
        <a:lstStyle/>
        <a:p>
          <a:endParaRPr lang="de-DE"/>
        </a:p>
      </dgm:t>
    </dgm:pt>
    <dgm:pt modelId="{2AB0D574-CF97-4F53-8C34-494F5485B8C8}">
      <dgm:prSet/>
      <dgm:spPr/>
      <dgm:t>
        <a:bodyPr/>
        <a:lstStyle/>
        <a:p>
          <a:r>
            <a:rPr lang="de-DE" dirty="0"/>
            <a:t>2024</a:t>
          </a:r>
          <a:br>
            <a:rPr lang="de-DE" dirty="0"/>
          </a:br>
          <a:r>
            <a:rPr lang="de-DE" dirty="0" err="1"/>
            <a:t>Improved</a:t>
          </a:r>
          <a:r>
            <a:rPr lang="de-DE" dirty="0"/>
            <a:t> Methods</a:t>
          </a:r>
        </a:p>
      </dgm:t>
    </dgm:pt>
    <dgm:pt modelId="{52712889-0258-4163-8A9C-D05E515AEDAB}" type="parTrans" cxnId="{3604D57A-7464-4042-A066-CEC559DCE570}">
      <dgm:prSet/>
      <dgm:spPr/>
      <dgm:t>
        <a:bodyPr/>
        <a:lstStyle/>
        <a:p>
          <a:endParaRPr lang="de-DE"/>
        </a:p>
      </dgm:t>
    </dgm:pt>
    <dgm:pt modelId="{1AEEAF52-C6E6-434A-88E6-17192C089BA3}" type="sibTrans" cxnId="{3604D57A-7464-4042-A066-CEC559DCE570}">
      <dgm:prSet/>
      <dgm:spPr/>
      <dgm:t>
        <a:bodyPr/>
        <a:lstStyle/>
        <a:p>
          <a:endParaRPr lang="de-DE"/>
        </a:p>
      </dgm:t>
    </dgm:pt>
    <dgm:pt modelId="{A1DA1EF6-7BB2-42E4-947C-0D6B8841EE8B}">
      <dgm:prSet/>
      <dgm:spPr/>
      <dgm:t>
        <a:bodyPr/>
        <a:lstStyle/>
        <a:p>
          <a:r>
            <a:rPr lang="de-DE" dirty="0" err="1"/>
            <a:t>Herro</a:t>
          </a:r>
          <a:r>
            <a:rPr lang="de-DE" dirty="0"/>
            <a:t> (Stanojevic et al.)</a:t>
          </a:r>
        </a:p>
      </dgm:t>
    </dgm:pt>
    <dgm:pt modelId="{46B6CD9A-DD3B-4A57-A2F8-AA6E6345E277}" type="parTrans" cxnId="{A32452E1-01F8-43D9-AC9B-3C071D53ECE6}">
      <dgm:prSet/>
      <dgm:spPr/>
      <dgm:t>
        <a:bodyPr/>
        <a:lstStyle/>
        <a:p>
          <a:endParaRPr lang="de-DE"/>
        </a:p>
      </dgm:t>
    </dgm:pt>
    <dgm:pt modelId="{78DDCE7B-8215-420C-8141-BA4E235466D4}" type="sibTrans" cxnId="{A32452E1-01F8-43D9-AC9B-3C071D53ECE6}">
      <dgm:prSet/>
      <dgm:spPr/>
      <dgm:t>
        <a:bodyPr/>
        <a:lstStyle/>
        <a:p>
          <a:endParaRPr lang="de-DE"/>
        </a:p>
      </dgm:t>
    </dgm:pt>
    <dgm:pt modelId="{F504791D-D3FA-4BA5-A783-06BC417C41A5}">
      <dgm:prSet/>
      <dgm:spPr/>
      <dgm:t>
        <a:bodyPr/>
        <a:lstStyle/>
        <a:p>
          <a:r>
            <a:rPr lang="de-DE" dirty="0"/>
            <a:t>ONT </a:t>
          </a:r>
          <a:r>
            <a:rPr lang="de-DE" dirty="0" err="1"/>
            <a:t>only</a:t>
          </a:r>
          <a:r>
            <a:rPr lang="de-DE" dirty="0"/>
            <a:t> (Koren et al)</a:t>
          </a:r>
        </a:p>
      </dgm:t>
    </dgm:pt>
    <dgm:pt modelId="{AB83EB76-0BA5-4CE2-9CCF-A91665C9C2E6}" type="parTrans" cxnId="{4E9C6B15-3567-4CDA-9CC3-6EF3C4D3B430}">
      <dgm:prSet/>
      <dgm:spPr/>
      <dgm:t>
        <a:bodyPr/>
        <a:lstStyle/>
        <a:p>
          <a:endParaRPr lang="de-DE"/>
        </a:p>
      </dgm:t>
    </dgm:pt>
    <dgm:pt modelId="{BE617E44-3E61-489A-91CB-362C18E35E08}" type="sibTrans" cxnId="{4E9C6B15-3567-4CDA-9CC3-6EF3C4D3B430}">
      <dgm:prSet/>
      <dgm:spPr/>
      <dgm:t>
        <a:bodyPr/>
        <a:lstStyle/>
        <a:p>
          <a:endParaRPr lang="de-DE"/>
        </a:p>
      </dgm:t>
    </dgm:pt>
    <dgm:pt modelId="{88A2F969-850A-4248-A653-6775F2B73BF9}">
      <dgm:prSet/>
      <dgm:spPr/>
      <dgm:t>
        <a:bodyPr/>
        <a:lstStyle/>
        <a:p>
          <a:r>
            <a:rPr lang="de-DE" dirty="0"/>
            <a:t>2025</a:t>
          </a:r>
          <a:br>
            <a:rPr lang="de-DE" dirty="0"/>
          </a:br>
          <a:r>
            <a:rPr lang="de-DE" dirty="0"/>
            <a:t>Publications</a:t>
          </a:r>
        </a:p>
      </dgm:t>
    </dgm:pt>
    <dgm:pt modelId="{3C7B25F3-0078-4077-99F3-8862A5B5FF8A}" type="parTrans" cxnId="{2A3E49AC-0026-4FA5-AA15-5174BEA46DD0}">
      <dgm:prSet/>
      <dgm:spPr/>
      <dgm:t>
        <a:bodyPr/>
        <a:lstStyle/>
        <a:p>
          <a:endParaRPr lang="de-DE"/>
        </a:p>
      </dgm:t>
    </dgm:pt>
    <dgm:pt modelId="{28604EF6-9138-4632-9C06-1DBBF2B57356}" type="sibTrans" cxnId="{2A3E49AC-0026-4FA5-AA15-5174BEA46DD0}">
      <dgm:prSet/>
      <dgm:spPr/>
      <dgm:t>
        <a:bodyPr/>
        <a:lstStyle/>
        <a:p>
          <a:endParaRPr lang="de-DE"/>
        </a:p>
      </dgm:t>
    </dgm:pt>
    <dgm:pt modelId="{E98C820E-491D-4FBC-865E-3B4622BDF927}">
      <dgm:prSet/>
      <dgm:spPr/>
      <dgm:t>
        <a:bodyPr/>
        <a:lstStyle/>
        <a:p>
          <a:r>
            <a:rPr lang="de-DE" dirty="0" err="1"/>
            <a:t>Hifiasm</a:t>
          </a:r>
          <a:r>
            <a:rPr lang="de-DE" dirty="0"/>
            <a:t> (Cheng et al)</a:t>
          </a:r>
        </a:p>
      </dgm:t>
    </dgm:pt>
    <dgm:pt modelId="{B1B56966-3520-4FD8-96E1-49EEC4063605}" type="parTrans" cxnId="{FBC00070-BF31-420B-B305-648DD8C18138}">
      <dgm:prSet/>
      <dgm:spPr/>
      <dgm:t>
        <a:bodyPr/>
        <a:lstStyle/>
        <a:p>
          <a:endParaRPr lang="de-DE"/>
        </a:p>
      </dgm:t>
    </dgm:pt>
    <dgm:pt modelId="{E75CD970-A2D8-4464-9703-264D992B6D39}" type="sibTrans" cxnId="{FBC00070-BF31-420B-B305-648DD8C18138}">
      <dgm:prSet/>
      <dgm:spPr/>
      <dgm:t>
        <a:bodyPr/>
        <a:lstStyle/>
        <a:p>
          <a:endParaRPr lang="de-DE"/>
        </a:p>
      </dgm:t>
    </dgm:pt>
    <dgm:pt modelId="{FFA11843-C4C5-44A9-AE2C-A3300F0AA466}">
      <dgm:prSet/>
      <dgm:spPr/>
      <dgm:t>
        <a:bodyPr/>
        <a:lstStyle/>
        <a:p>
          <a:r>
            <a:rPr lang="de-DE" dirty="0"/>
            <a:t>6 T2T </a:t>
          </a:r>
          <a:r>
            <a:rPr lang="de-DE" dirty="0" err="1"/>
            <a:t>Ape</a:t>
          </a:r>
          <a:r>
            <a:rPr lang="de-DE" dirty="0"/>
            <a:t> </a:t>
          </a:r>
          <a:br>
            <a:rPr lang="de-DE" dirty="0"/>
          </a:br>
          <a:r>
            <a:rPr lang="de-DE" dirty="0"/>
            <a:t>(Yoo et al)</a:t>
          </a:r>
        </a:p>
      </dgm:t>
    </dgm:pt>
    <dgm:pt modelId="{3A15ACD6-1AFC-4560-8FF4-C22906311425}" type="parTrans" cxnId="{39D1A57E-2B7B-4C86-8C25-036A53C91933}">
      <dgm:prSet/>
      <dgm:spPr/>
      <dgm:t>
        <a:bodyPr/>
        <a:lstStyle/>
        <a:p>
          <a:endParaRPr lang="de-DE"/>
        </a:p>
      </dgm:t>
    </dgm:pt>
    <dgm:pt modelId="{C305B747-E70B-4B2A-AEF6-E4C2F4762E6B}" type="sibTrans" cxnId="{39D1A57E-2B7B-4C86-8C25-036A53C91933}">
      <dgm:prSet/>
      <dgm:spPr/>
      <dgm:t>
        <a:bodyPr/>
        <a:lstStyle/>
        <a:p>
          <a:endParaRPr lang="de-DE"/>
        </a:p>
      </dgm:t>
    </dgm:pt>
    <dgm:pt modelId="{FDC99CDD-6D73-4BEE-8367-929DA520B7BC}">
      <dgm:prSet/>
      <dgm:spPr/>
      <dgm:t>
        <a:bodyPr/>
        <a:lstStyle/>
        <a:p>
          <a:r>
            <a:rPr lang="de-DE" dirty="0"/>
            <a:t>18 T2T Human</a:t>
          </a:r>
          <a:br>
            <a:rPr lang="de-DE" dirty="0"/>
          </a:br>
          <a:r>
            <a:rPr lang="de-DE" dirty="0"/>
            <a:t>(</a:t>
          </a:r>
          <a:r>
            <a:rPr lang="de-DE" dirty="0" err="1"/>
            <a:t>Ghorbani</a:t>
          </a:r>
          <a:r>
            <a:rPr lang="de-DE" dirty="0"/>
            <a:t> et al)</a:t>
          </a:r>
        </a:p>
      </dgm:t>
    </dgm:pt>
    <dgm:pt modelId="{7E243690-5CB7-4E3C-82CF-736D65EC971D}" type="parTrans" cxnId="{100D53BE-9BA3-458C-B46E-E8F09DB42AED}">
      <dgm:prSet/>
      <dgm:spPr/>
      <dgm:t>
        <a:bodyPr/>
        <a:lstStyle/>
        <a:p>
          <a:endParaRPr lang="de-DE"/>
        </a:p>
      </dgm:t>
    </dgm:pt>
    <dgm:pt modelId="{A509839F-7C7D-46EA-A95F-806A3C71446A}" type="sibTrans" cxnId="{100D53BE-9BA3-458C-B46E-E8F09DB42AED}">
      <dgm:prSet/>
      <dgm:spPr/>
      <dgm:t>
        <a:bodyPr/>
        <a:lstStyle/>
        <a:p>
          <a:endParaRPr lang="de-DE"/>
        </a:p>
      </dgm:t>
    </dgm:pt>
    <dgm:pt modelId="{55FC1B0C-AD2C-469A-B212-7302BEBAAD62}" type="pres">
      <dgm:prSet presAssocID="{48426CEC-C10C-4CC0-8289-EC91C990309F}" presName="Name0" presStyleCnt="0">
        <dgm:presLayoutVars>
          <dgm:dir/>
          <dgm:resizeHandles val="exact"/>
        </dgm:presLayoutVars>
      </dgm:prSet>
      <dgm:spPr/>
    </dgm:pt>
    <dgm:pt modelId="{2629A5DD-FDC0-42B2-BFC1-30785A10C48C}" type="pres">
      <dgm:prSet presAssocID="{48426CEC-C10C-4CC0-8289-EC91C990309F}" presName="arrow" presStyleLbl="bgShp" presStyleIdx="0" presStyleCnt="1" custLinFactNeighborX="709" custLinFactNeighborY="-3136"/>
      <dgm:spPr/>
    </dgm:pt>
    <dgm:pt modelId="{0F6C9B46-9450-43E5-8FC8-51CB336CF185}" type="pres">
      <dgm:prSet presAssocID="{48426CEC-C10C-4CC0-8289-EC91C990309F}" presName="points" presStyleCnt="0"/>
      <dgm:spPr/>
    </dgm:pt>
    <dgm:pt modelId="{9086B194-0096-4B93-87E2-D56F47442AD7}" type="pres">
      <dgm:prSet presAssocID="{69C9653A-87F1-48CC-ABEB-AA81086F40F0}" presName="compositeA" presStyleCnt="0"/>
      <dgm:spPr/>
    </dgm:pt>
    <dgm:pt modelId="{8212FC57-16AA-4880-BCC7-B244F6A3D883}" type="pres">
      <dgm:prSet presAssocID="{69C9653A-87F1-48CC-ABEB-AA81086F40F0}" presName="textA" presStyleLbl="revTx" presStyleIdx="0" presStyleCnt="9">
        <dgm:presLayoutVars>
          <dgm:bulletEnabled val="1"/>
        </dgm:presLayoutVars>
      </dgm:prSet>
      <dgm:spPr/>
    </dgm:pt>
    <dgm:pt modelId="{625B50B6-BC4B-4CAC-8499-9938D8E906D4}" type="pres">
      <dgm:prSet presAssocID="{69C9653A-87F1-48CC-ABEB-AA81086F40F0}" presName="circleA" presStyleLbl="node1" presStyleIdx="0" presStyleCnt="9"/>
      <dgm:spPr/>
    </dgm:pt>
    <dgm:pt modelId="{EA344008-024C-4CE0-8D85-23D7BBB2CD38}" type="pres">
      <dgm:prSet presAssocID="{69C9653A-87F1-48CC-ABEB-AA81086F40F0}" presName="spaceA" presStyleCnt="0"/>
      <dgm:spPr/>
    </dgm:pt>
    <dgm:pt modelId="{222CEF5F-BCD6-4AD9-ACD7-04C6BB3D80D9}" type="pres">
      <dgm:prSet presAssocID="{368B2058-E149-427E-A4E8-A5CB3C537497}" presName="space" presStyleCnt="0"/>
      <dgm:spPr/>
    </dgm:pt>
    <dgm:pt modelId="{0ADB14F5-A37F-4A22-AA60-07FFB459BC6B}" type="pres">
      <dgm:prSet presAssocID="{57D22FD6-8C74-4EF9-B0EC-DEE51FD8BCE8}" presName="compositeB" presStyleCnt="0"/>
      <dgm:spPr/>
    </dgm:pt>
    <dgm:pt modelId="{643E2EF1-67A1-4AC8-BA5C-43CADADA531B}" type="pres">
      <dgm:prSet presAssocID="{57D22FD6-8C74-4EF9-B0EC-DEE51FD8BCE8}" presName="textB" presStyleLbl="revTx" presStyleIdx="1" presStyleCnt="9">
        <dgm:presLayoutVars>
          <dgm:bulletEnabled val="1"/>
        </dgm:presLayoutVars>
      </dgm:prSet>
      <dgm:spPr/>
    </dgm:pt>
    <dgm:pt modelId="{0C4395B5-4D46-4ACC-99F4-F30588C6F6F1}" type="pres">
      <dgm:prSet presAssocID="{57D22FD6-8C74-4EF9-B0EC-DEE51FD8BCE8}" presName="circleB" presStyleLbl="node1" presStyleIdx="1" presStyleCnt="9"/>
      <dgm:spPr/>
    </dgm:pt>
    <dgm:pt modelId="{EDCC5341-6AE7-48BE-B841-1D9AA86AD8BE}" type="pres">
      <dgm:prSet presAssocID="{57D22FD6-8C74-4EF9-B0EC-DEE51FD8BCE8}" presName="spaceB" presStyleCnt="0"/>
      <dgm:spPr/>
    </dgm:pt>
    <dgm:pt modelId="{BF0D0582-57A8-479E-BF7C-69756B926DCB}" type="pres">
      <dgm:prSet presAssocID="{357BB244-BE21-432B-B36B-E8325DC6A2AB}" presName="space" presStyleCnt="0"/>
      <dgm:spPr/>
    </dgm:pt>
    <dgm:pt modelId="{3E8C80CD-FB3E-404D-A8B1-E55BBBBCEA7E}" type="pres">
      <dgm:prSet presAssocID="{3A493861-89E5-42C4-9BB9-56C373E7F226}" presName="compositeA" presStyleCnt="0"/>
      <dgm:spPr/>
    </dgm:pt>
    <dgm:pt modelId="{AAE2AAA7-BB6A-4F70-A9C0-1E61F403F937}" type="pres">
      <dgm:prSet presAssocID="{3A493861-89E5-42C4-9BB9-56C373E7F226}" presName="textA" presStyleLbl="revTx" presStyleIdx="2" presStyleCnt="9">
        <dgm:presLayoutVars>
          <dgm:bulletEnabled val="1"/>
        </dgm:presLayoutVars>
      </dgm:prSet>
      <dgm:spPr/>
    </dgm:pt>
    <dgm:pt modelId="{22FCC57B-F016-4F76-98C0-DB6B51EE4EB1}" type="pres">
      <dgm:prSet presAssocID="{3A493861-89E5-42C4-9BB9-56C373E7F226}" presName="circleA" presStyleLbl="node1" presStyleIdx="2" presStyleCnt="9"/>
      <dgm:spPr/>
    </dgm:pt>
    <dgm:pt modelId="{20AF1298-E6E4-4645-9C3E-07B832B58EEB}" type="pres">
      <dgm:prSet presAssocID="{3A493861-89E5-42C4-9BB9-56C373E7F226}" presName="spaceA" presStyleCnt="0"/>
      <dgm:spPr/>
    </dgm:pt>
    <dgm:pt modelId="{666D70F2-35B6-4CF3-9D2C-55CC3BAE1540}" type="pres">
      <dgm:prSet presAssocID="{77119A4C-0427-4163-8EEC-1C970F51190F}" presName="space" presStyleCnt="0"/>
      <dgm:spPr/>
    </dgm:pt>
    <dgm:pt modelId="{B6872AB7-A1DE-4335-80AF-013EA3C02490}" type="pres">
      <dgm:prSet presAssocID="{3DD46980-E31C-4F99-B610-09ACFB4C232C}" presName="compositeB" presStyleCnt="0"/>
      <dgm:spPr/>
    </dgm:pt>
    <dgm:pt modelId="{7A09D169-98ED-4DDF-B590-0388F2F3875F}" type="pres">
      <dgm:prSet presAssocID="{3DD46980-E31C-4F99-B610-09ACFB4C232C}" presName="textB" presStyleLbl="revTx" presStyleIdx="3" presStyleCnt="9">
        <dgm:presLayoutVars>
          <dgm:bulletEnabled val="1"/>
        </dgm:presLayoutVars>
      </dgm:prSet>
      <dgm:spPr/>
    </dgm:pt>
    <dgm:pt modelId="{3A2FD8C1-C488-4D78-B863-85167493CAAF}" type="pres">
      <dgm:prSet presAssocID="{3DD46980-E31C-4F99-B610-09ACFB4C232C}" presName="circleB" presStyleLbl="node1" presStyleIdx="3" presStyleCnt="9"/>
      <dgm:spPr/>
    </dgm:pt>
    <dgm:pt modelId="{96C04189-B5FE-4995-A6CD-BAC366D4D551}" type="pres">
      <dgm:prSet presAssocID="{3DD46980-E31C-4F99-B610-09ACFB4C232C}" presName="spaceB" presStyleCnt="0"/>
      <dgm:spPr/>
    </dgm:pt>
    <dgm:pt modelId="{D8C67C79-532C-4DD0-B1FC-A3D99A60D3A6}" type="pres">
      <dgm:prSet presAssocID="{A6383C93-681C-4097-9E6E-191ABFDA49BF}" presName="space" presStyleCnt="0"/>
      <dgm:spPr/>
    </dgm:pt>
    <dgm:pt modelId="{E9661058-5037-485A-90A1-4C6321EE8CF0}" type="pres">
      <dgm:prSet presAssocID="{75F43231-033E-4D71-99A7-784B511F3296}" presName="compositeA" presStyleCnt="0"/>
      <dgm:spPr/>
    </dgm:pt>
    <dgm:pt modelId="{123C6894-6662-4993-A7A9-D1E9746EF6A8}" type="pres">
      <dgm:prSet presAssocID="{75F43231-033E-4D71-99A7-784B511F3296}" presName="textA" presStyleLbl="revTx" presStyleIdx="4" presStyleCnt="9">
        <dgm:presLayoutVars>
          <dgm:bulletEnabled val="1"/>
        </dgm:presLayoutVars>
      </dgm:prSet>
      <dgm:spPr/>
    </dgm:pt>
    <dgm:pt modelId="{61107305-9980-4C64-B3D5-24327A19479F}" type="pres">
      <dgm:prSet presAssocID="{75F43231-033E-4D71-99A7-784B511F3296}" presName="circleA" presStyleLbl="node1" presStyleIdx="4" presStyleCnt="9"/>
      <dgm:spPr/>
    </dgm:pt>
    <dgm:pt modelId="{A993DE2D-C9E6-41D1-9560-19B8E7A1CF13}" type="pres">
      <dgm:prSet presAssocID="{75F43231-033E-4D71-99A7-784B511F3296}" presName="spaceA" presStyleCnt="0"/>
      <dgm:spPr/>
    </dgm:pt>
    <dgm:pt modelId="{F68B0EB3-5314-4D70-A67F-DA26C3E8BFF4}" type="pres">
      <dgm:prSet presAssocID="{5FACB519-1BB9-4635-B2A7-A8AEAC702E51}" presName="space" presStyleCnt="0"/>
      <dgm:spPr/>
    </dgm:pt>
    <dgm:pt modelId="{C688B981-B3E8-4E65-972D-CB9828A335E8}" type="pres">
      <dgm:prSet presAssocID="{4EB921E3-C061-4E22-8275-CE38CCE6B300}" presName="compositeB" presStyleCnt="0"/>
      <dgm:spPr/>
    </dgm:pt>
    <dgm:pt modelId="{E9CDA96A-4443-448B-B3C8-74EC6FD3937F}" type="pres">
      <dgm:prSet presAssocID="{4EB921E3-C061-4E22-8275-CE38CCE6B300}" presName="textB" presStyleLbl="revTx" presStyleIdx="5" presStyleCnt="9">
        <dgm:presLayoutVars>
          <dgm:bulletEnabled val="1"/>
        </dgm:presLayoutVars>
      </dgm:prSet>
      <dgm:spPr/>
    </dgm:pt>
    <dgm:pt modelId="{16F92BE9-596D-41E6-B9CC-C89DDEDD90C2}" type="pres">
      <dgm:prSet presAssocID="{4EB921E3-C061-4E22-8275-CE38CCE6B300}" presName="circleB" presStyleLbl="node1" presStyleIdx="5" presStyleCnt="9"/>
      <dgm:spPr/>
    </dgm:pt>
    <dgm:pt modelId="{EB27BACB-B0D7-4F05-A5D4-7BFB9CB9E3A1}" type="pres">
      <dgm:prSet presAssocID="{4EB921E3-C061-4E22-8275-CE38CCE6B300}" presName="spaceB" presStyleCnt="0"/>
      <dgm:spPr/>
    </dgm:pt>
    <dgm:pt modelId="{14C605C8-2A40-47A1-AF82-31DFF0DECF70}" type="pres">
      <dgm:prSet presAssocID="{79CAFF20-99BA-456C-B881-3CE908F5C90C}" presName="space" presStyleCnt="0"/>
      <dgm:spPr/>
    </dgm:pt>
    <dgm:pt modelId="{B4039221-30DB-4629-9602-56A2B26A697D}" type="pres">
      <dgm:prSet presAssocID="{74F9C658-7569-4C98-918F-1FE4CCFB4F66}" presName="compositeA" presStyleCnt="0"/>
      <dgm:spPr/>
    </dgm:pt>
    <dgm:pt modelId="{A274F046-BE19-4DA0-B4AC-40A0207B5520}" type="pres">
      <dgm:prSet presAssocID="{74F9C658-7569-4C98-918F-1FE4CCFB4F66}" presName="textA" presStyleLbl="revTx" presStyleIdx="6" presStyleCnt="9">
        <dgm:presLayoutVars>
          <dgm:bulletEnabled val="1"/>
        </dgm:presLayoutVars>
      </dgm:prSet>
      <dgm:spPr/>
    </dgm:pt>
    <dgm:pt modelId="{B645BCE8-2908-4FD3-93E2-AFF8ED0BFF9F}" type="pres">
      <dgm:prSet presAssocID="{74F9C658-7569-4C98-918F-1FE4CCFB4F66}" presName="circleA" presStyleLbl="node1" presStyleIdx="6" presStyleCnt="9"/>
      <dgm:spPr/>
    </dgm:pt>
    <dgm:pt modelId="{A47BC426-35E3-49C7-A215-579DE1374E5F}" type="pres">
      <dgm:prSet presAssocID="{74F9C658-7569-4C98-918F-1FE4CCFB4F66}" presName="spaceA" presStyleCnt="0"/>
      <dgm:spPr/>
    </dgm:pt>
    <dgm:pt modelId="{6BEB6186-7A86-4103-B5EF-36CBBA9CB0C7}" type="pres">
      <dgm:prSet presAssocID="{482842D1-6C8E-4B95-A469-75559E7B755C}" presName="space" presStyleCnt="0"/>
      <dgm:spPr/>
    </dgm:pt>
    <dgm:pt modelId="{8D9F1E96-562B-4543-88D1-F193B26F7B83}" type="pres">
      <dgm:prSet presAssocID="{2AB0D574-CF97-4F53-8C34-494F5485B8C8}" presName="compositeB" presStyleCnt="0"/>
      <dgm:spPr/>
    </dgm:pt>
    <dgm:pt modelId="{C0A3C766-052C-4224-A21C-C0FE7FE37A52}" type="pres">
      <dgm:prSet presAssocID="{2AB0D574-CF97-4F53-8C34-494F5485B8C8}" presName="textB" presStyleLbl="revTx" presStyleIdx="7" presStyleCnt="9" custScaleX="141959">
        <dgm:presLayoutVars>
          <dgm:bulletEnabled val="1"/>
        </dgm:presLayoutVars>
      </dgm:prSet>
      <dgm:spPr/>
    </dgm:pt>
    <dgm:pt modelId="{C43FE62B-87DF-445B-A188-D192827FA9AB}" type="pres">
      <dgm:prSet presAssocID="{2AB0D574-CF97-4F53-8C34-494F5485B8C8}" presName="circleB" presStyleLbl="node1" presStyleIdx="7" presStyleCnt="9"/>
      <dgm:spPr/>
    </dgm:pt>
    <dgm:pt modelId="{5397B375-DC9C-4344-A6F9-76E0B3DD729B}" type="pres">
      <dgm:prSet presAssocID="{2AB0D574-CF97-4F53-8C34-494F5485B8C8}" presName="spaceB" presStyleCnt="0"/>
      <dgm:spPr/>
    </dgm:pt>
    <dgm:pt modelId="{1E0C105B-B789-40FB-99C4-39AF2A7CC40D}" type="pres">
      <dgm:prSet presAssocID="{1AEEAF52-C6E6-434A-88E6-17192C089BA3}" presName="space" presStyleCnt="0"/>
      <dgm:spPr/>
    </dgm:pt>
    <dgm:pt modelId="{6A58F82D-B130-45D2-89B2-47F2128DF199}" type="pres">
      <dgm:prSet presAssocID="{88A2F969-850A-4248-A653-6775F2B73BF9}" presName="compositeA" presStyleCnt="0"/>
      <dgm:spPr/>
    </dgm:pt>
    <dgm:pt modelId="{DDE03D17-4A11-419A-9250-97A0027C9F9A}" type="pres">
      <dgm:prSet presAssocID="{88A2F969-850A-4248-A653-6775F2B73BF9}" presName="textA" presStyleLbl="revTx" presStyleIdx="8" presStyleCnt="9">
        <dgm:presLayoutVars>
          <dgm:bulletEnabled val="1"/>
        </dgm:presLayoutVars>
      </dgm:prSet>
      <dgm:spPr/>
    </dgm:pt>
    <dgm:pt modelId="{520AB306-6AB9-47FB-99C3-CDF25D50C932}" type="pres">
      <dgm:prSet presAssocID="{88A2F969-850A-4248-A653-6775F2B73BF9}" presName="circleA" presStyleLbl="node1" presStyleIdx="8" presStyleCnt="9"/>
      <dgm:spPr/>
    </dgm:pt>
    <dgm:pt modelId="{1246E582-E853-4144-AACB-ACBB96AC25E9}" type="pres">
      <dgm:prSet presAssocID="{88A2F969-850A-4248-A653-6775F2B73BF9}" presName="spaceA" presStyleCnt="0"/>
      <dgm:spPr/>
    </dgm:pt>
  </dgm:ptLst>
  <dgm:cxnLst>
    <dgm:cxn modelId="{DB8F9905-80C4-4706-A77C-47624CA5FA0C}" type="presOf" srcId="{69C9653A-87F1-48CC-ABEB-AA81086F40F0}" destId="{8212FC57-16AA-4880-BCC7-B244F6A3D883}" srcOrd="0" destOrd="0" presId="urn:microsoft.com/office/officeart/2005/8/layout/hProcess11"/>
    <dgm:cxn modelId="{4E9C6B15-3567-4CDA-9CC3-6EF3C4D3B430}" srcId="{2AB0D574-CF97-4F53-8C34-494F5485B8C8}" destId="{F504791D-D3FA-4BA5-A783-06BC417C41A5}" srcOrd="1" destOrd="0" parTransId="{AB83EB76-0BA5-4CE2-9CCF-A91665C9C2E6}" sibTransId="{BE617E44-3E61-489A-91CB-362C18E35E08}"/>
    <dgm:cxn modelId="{F6D0492B-5868-446C-B91E-7436C8EB920A}" type="presOf" srcId="{74F9C658-7569-4C98-918F-1FE4CCFB4F66}" destId="{A274F046-BE19-4DA0-B4AC-40A0207B5520}" srcOrd="0" destOrd="0" presId="urn:microsoft.com/office/officeart/2005/8/layout/hProcess11"/>
    <dgm:cxn modelId="{F09E5B37-7516-4877-9DDD-57B98CADC395}" type="presOf" srcId="{4EB921E3-C061-4E22-8275-CE38CCE6B300}" destId="{E9CDA96A-4443-448B-B3C8-74EC6FD3937F}" srcOrd="0" destOrd="0" presId="urn:microsoft.com/office/officeart/2005/8/layout/hProcess11"/>
    <dgm:cxn modelId="{4D192438-749C-4516-9C97-5190A26BDEEF}" type="presOf" srcId="{2AB0D574-CF97-4F53-8C34-494F5485B8C8}" destId="{C0A3C766-052C-4224-A21C-C0FE7FE37A52}" srcOrd="0" destOrd="0" presId="urn:microsoft.com/office/officeart/2005/8/layout/hProcess11"/>
    <dgm:cxn modelId="{A3ED5F39-2CE4-4A4F-86A2-E8577B4DCA9B}" type="presOf" srcId="{E98C820E-491D-4FBC-865E-3B4622BDF927}" destId="{C0A3C766-052C-4224-A21C-C0FE7FE37A52}" srcOrd="0" destOrd="3" presId="urn:microsoft.com/office/officeart/2005/8/layout/hProcess11"/>
    <dgm:cxn modelId="{0F31353C-D14D-48CD-BA41-8325D231AEFD}" srcId="{48426CEC-C10C-4CC0-8289-EC91C990309F}" destId="{75F43231-033E-4D71-99A7-784B511F3296}" srcOrd="4" destOrd="0" parTransId="{72DF3B27-5160-4C66-A9D5-44E136EE6DAA}" sibTransId="{5FACB519-1BB9-4635-B2A7-A8AEAC702E51}"/>
    <dgm:cxn modelId="{59F72640-71F8-4EA5-B866-79CE207BE160}" type="presOf" srcId="{FDC99CDD-6D73-4BEE-8367-929DA520B7BC}" destId="{DDE03D17-4A11-419A-9250-97A0027C9F9A}" srcOrd="0" destOrd="2" presId="urn:microsoft.com/office/officeart/2005/8/layout/hProcess11"/>
    <dgm:cxn modelId="{FBC00070-BF31-420B-B305-648DD8C18138}" srcId="{2AB0D574-CF97-4F53-8C34-494F5485B8C8}" destId="{E98C820E-491D-4FBC-865E-3B4622BDF927}" srcOrd="2" destOrd="0" parTransId="{B1B56966-3520-4FD8-96E1-49EEC4063605}" sibTransId="{E75CD970-A2D8-4464-9703-264D992B6D39}"/>
    <dgm:cxn modelId="{37EE1850-75F8-4BB4-9EDD-E079515F1EBF}" srcId="{48426CEC-C10C-4CC0-8289-EC91C990309F}" destId="{69C9653A-87F1-48CC-ABEB-AA81086F40F0}" srcOrd="0" destOrd="0" parTransId="{DE6801DF-6F0E-4079-B175-F1E3F1B6177D}" sibTransId="{368B2058-E149-427E-A4E8-A5CB3C537497}"/>
    <dgm:cxn modelId="{57092971-139C-4581-8E75-252ECEEBBF07}" srcId="{48426CEC-C10C-4CC0-8289-EC91C990309F}" destId="{3DD46980-E31C-4F99-B610-09ACFB4C232C}" srcOrd="3" destOrd="0" parTransId="{C38CB278-171B-498F-806C-BEB595B09FCB}" sibTransId="{A6383C93-681C-4097-9E6E-191ABFDA49BF}"/>
    <dgm:cxn modelId="{2FE31F74-BB82-4E39-9362-9DA54EEF0D76}" type="presOf" srcId="{A1DA1EF6-7BB2-42E4-947C-0D6B8841EE8B}" destId="{C0A3C766-052C-4224-A21C-C0FE7FE37A52}" srcOrd="0" destOrd="1" presId="urn:microsoft.com/office/officeart/2005/8/layout/hProcess11"/>
    <dgm:cxn modelId="{29FEC275-6326-4D5E-A102-4580F403CFE1}" srcId="{48426CEC-C10C-4CC0-8289-EC91C990309F}" destId="{3A493861-89E5-42C4-9BB9-56C373E7F226}" srcOrd="2" destOrd="0" parTransId="{6BD224EF-C610-4F8C-931C-681DEB4F45B9}" sibTransId="{77119A4C-0427-4163-8EEC-1C970F51190F}"/>
    <dgm:cxn modelId="{3604D57A-7464-4042-A066-CEC559DCE570}" srcId="{48426CEC-C10C-4CC0-8289-EC91C990309F}" destId="{2AB0D574-CF97-4F53-8C34-494F5485B8C8}" srcOrd="7" destOrd="0" parTransId="{52712889-0258-4163-8A9C-D05E515AEDAB}" sibTransId="{1AEEAF52-C6E6-434A-88E6-17192C089BA3}"/>
    <dgm:cxn modelId="{9722677D-E2D2-44D4-99E8-9E2C9F4FF860}" type="presOf" srcId="{3DD46980-E31C-4F99-B610-09ACFB4C232C}" destId="{7A09D169-98ED-4DDF-B590-0388F2F3875F}" srcOrd="0" destOrd="0" presId="urn:microsoft.com/office/officeart/2005/8/layout/hProcess11"/>
    <dgm:cxn modelId="{39D1A57E-2B7B-4C86-8C25-036A53C91933}" srcId="{88A2F969-850A-4248-A653-6775F2B73BF9}" destId="{FFA11843-C4C5-44A9-AE2C-A3300F0AA466}" srcOrd="0" destOrd="0" parTransId="{3A15ACD6-1AFC-4560-8FF4-C22906311425}" sibTransId="{C305B747-E70B-4B2A-AEF6-E4C2F4762E6B}"/>
    <dgm:cxn modelId="{A4F7AB8E-83C0-4BD2-918F-306DE9655313}" type="presOf" srcId="{3A493861-89E5-42C4-9BB9-56C373E7F226}" destId="{AAE2AAA7-BB6A-4F70-A9C0-1E61F403F937}" srcOrd="0" destOrd="0" presId="urn:microsoft.com/office/officeart/2005/8/layout/hProcess11"/>
    <dgm:cxn modelId="{9D14C696-EED8-457A-AB0E-4DBA2098AE56}" srcId="{48426CEC-C10C-4CC0-8289-EC91C990309F}" destId="{4EB921E3-C061-4E22-8275-CE38CCE6B300}" srcOrd="5" destOrd="0" parTransId="{5849284C-D5A8-425A-B23C-C6540EC35673}" sibTransId="{79CAFF20-99BA-456C-B881-3CE908F5C90C}"/>
    <dgm:cxn modelId="{E11CEA96-7C23-4287-9BC8-02E9D5953320}" type="presOf" srcId="{57D22FD6-8C74-4EF9-B0EC-DEE51FD8BCE8}" destId="{643E2EF1-67A1-4AC8-BA5C-43CADADA531B}" srcOrd="0" destOrd="0" presId="urn:microsoft.com/office/officeart/2005/8/layout/hProcess11"/>
    <dgm:cxn modelId="{1AA04298-C49D-4915-83FB-B256424A7366}" srcId="{48426CEC-C10C-4CC0-8289-EC91C990309F}" destId="{57D22FD6-8C74-4EF9-B0EC-DEE51FD8BCE8}" srcOrd="1" destOrd="0" parTransId="{7C054500-AA50-4C5C-A50B-EE46EAAAE5AE}" sibTransId="{357BB244-BE21-432B-B36B-E8325DC6A2AB}"/>
    <dgm:cxn modelId="{D55CAD9E-0550-47BB-8BC2-D14C0791BA9E}" type="presOf" srcId="{F504791D-D3FA-4BA5-A783-06BC417C41A5}" destId="{C0A3C766-052C-4224-A21C-C0FE7FE37A52}" srcOrd="0" destOrd="2" presId="urn:microsoft.com/office/officeart/2005/8/layout/hProcess11"/>
    <dgm:cxn modelId="{D63B729F-C5A0-44D1-9B2F-A7627BBFD636}" type="presOf" srcId="{48426CEC-C10C-4CC0-8289-EC91C990309F}" destId="{55FC1B0C-AD2C-469A-B212-7302BEBAAD62}" srcOrd="0" destOrd="0" presId="urn:microsoft.com/office/officeart/2005/8/layout/hProcess11"/>
    <dgm:cxn modelId="{51ED70A0-AB11-4D9C-BF51-ABE09E9CF069}" type="presOf" srcId="{75F43231-033E-4D71-99A7-784B511F3296}" destId="{123C6894-6662-4993-A7A9-D1E9746EF6A8}" srcOrd="0" destOrd="0" presId="urn:microsoft.com/office/officeart/2005/8/layout/hProcess11"/>
    <dgm:cxn modelId="{2A3E49AC-0026-4FA5-AA15-5174BEA46DD0}" srcId="{48426CEC-C10C-4CC0-8289-EC91C990309F}" destId="{88A2F969-850A-4248-A653-6775F2B73BF9}" srcOrd="8" destOrd="0" parTransId="{3C7B25F3-0078-4077-99F3-8862A5B5FF8A}" sibTransId="{28604EF6-9138-4632-9C06-1DBBF2B57356}"/>
    <dgm:cxn modelId="{866258BB-86D7-4CE0-9160-3C1481122D19}" type="presOf" srcId="{FFA11843-C4C5-44A9-AE2C-A3300F0AA466}" destId="{DDE03D17-4A11-419A-9250-97A0027C9F9A}" srcOrd="0" destOrd="1" presId="urn:microsoft.com/office/officeart/2005/8/layout/hProcess11"/>
    <dgm:cxn modelId="{100D53BE-9BA3-458C-B46E-E8F09DB42AED}" srcId="{88A2F969-850A-4248-A653-6775F2B73BF9}" destId="{FDC99CDD-6D73-4BEE-8367-929DA520B7BC}" srcOrd="1" destOrd="0" parTransId="{7E243690-5CB7-4E3C-82CF-736D65EC971D}" sibTransId="{A509839F-7C7D-46EA-A95F-806A3C71446A}"/>
    <dgm:cxn modelId="{07850ED2-D956-4E00-AFEF-3CCF5F5A4292}" type="presOf" srcId="{88A2F969-850A-4248-A653-6775F2B73BF9}" destId="{DDE03D17-4A11-419A-9250-97A0027C9F9A}" srcOrd="0" destOrd="0" presId="urn:microsoft.com/office/officeart/2005/8/layout/hProcess11"/>
    <dgm:cxn modelId="{B75008D5-B058-4A9D-A808-BDB1FAF75C1E}" srcId="{48426CEC-C10C-4CC0-8289-EC91C990309F}" destId="{74F9C658-7569-4C98-918F-1FE4CCFB4F66}" srcOrd="6" destOrd="0" parTransId="{E6FFFCA6-D328-42B7-B9D4-6430FB717FF6}" sibTransId="{482842D1-6C8E-4B95-A469-75559E7B755C}"/>
    <dgm:cxn modelId="{A32452E1-01F8-43D9-AC9B-3C071D53ECE6}" srcId="{2AB0D574-CF97-4F53-8C34-494F5485B8C8}" destId="{A1DA1EF6-7BB2-42E4-947C-0D6B8841EE8B}" srcOrd="0" destOrd="0" parTransId="{46B6CD9A-DD3B-4A57-A2F8-AA6E6345E277}" sibTransId="{78DDCE7B-8215-420C-8141-BA4E235466D4}"/>
    <dgm:cxn modelId="{001F499B-AFBE-4A89-B0F9-F9984EF82448}" type="presParOf" srcId="{55FC1B0C-AD2C-469A-B212-7302BEBAAD62}" destId="{2629A5DD-FDC0-42B2-BFC1-30785A10C48C}" srcOrd="0" destOrd="0" presId="urn:microsoft.com/office/officeart/2005/8/layout/hProcess11"/>
    <dgm:cxn modelId="{8601249F-D2C0-4294-AF9B-052C84C6A659}" type="presParOf" srcId="{55FC1B0C-AD2C-469A-B212-7302BEBAAD62}" destId="{0F6C9B46-9450-43E5-8FC8-51CB336CF185}" srcOrd="1" destOrd="0" presId="urn:microsoft.com/office/officeart/2005/8/layout/hProcess11"/>
    <dgm:cxn modelId="{25C98181-DF8E-45BC-83E7-E2B44B9F3853}" type="presParOf" srcId="{0F6C9B46-9450-43E5-8FC8-51CB336CF185}" destId="{9086B194-0096-4B93-87E2-D56F47442AD7}" srcOrd="0" destOrd="0" presId="urn:microsoft.com/office/officeart/2005/8/layout/hProcess11"/>
    <dgm:cxn modelId="{1E11B4F6-9BED-4E7C-9D1A-0B82C67291A4}" type="presParOf" srcId="{9086B194-0096-4B93-87E2-D56F47442AD7}" destId="{8212FC57-16AA-4880-BCC7-B244F6A3D883}" srcOrd="0" destOrd="0" presId="urn:microsoft.com/office/officeart/2005/8/layout/hProcess11"/>
    <dgm:cxn modelId="{984A43F0-6584-483A-8799-6AAFDB3C37A7}" type="presParOf" srcId="{9086B194-0096-4B93-87E2-D56F47442AD7}" destId="{625B50B6-BC4B-4CAC-8499-9938D8E906D4}" srcOrd="1" destOrd="0" presId="urn:microsoft.com/office/officeart/2005/8/layout/hProcess11"/>
    <dgm:cxn modelId="{61EAC5A8-E218-4BC6-85D0-F8DA94201E70}" type="presParOf" srcId="{9086B194-0096-4B93-87E2-D56F47442AD7}" destId="{EA344008-024C-4CE0-8D85-23D7BBB2CD38}" srcOrd="2" destOrd="0" presId="urn:microsoft.com/office/officeart/2005/8/layout/hProcess11"/>
    <dgm:cxn modelId="{23C88FBD-78DB-4E22-A1D7-F1D286CD3846}" type="presParOf" srcId="{0F6C9B46-9450-43E5-8FC8-51CB336CF185}" destId="{222CEF5F-BCD6-4AD9-ACD7-04C6BB3D80D9}" srcOrd="1" destOrd="0" presId="urn:microsoft.com/office/officeart/2005/8/layout/hProcess11"/>
    <dgm:cxn modelId="{4B37CB73-9164-4DFC-823F-0446035A4614}" type="presParOf" srcId="{0F6C9B46-9450-43E5-8FC8-51CB336CF185}" destId="{0ADB14F5-A37F-4A22-AA60-07FFB459BC6B}" srcOrd="2" destOrd="0" presId="urn:microsoft.com/office/officeart/2005/8/layout/hProcess11"/>
    <dgm:cxn modelId="{4280C5F9-272B-4996-8ED8-007492D52C33}" type="presParOf" srcId="{0ADB14F5-A37F-4A22-AA60-07FFB459BC6B}" destId="{643E2EF1-67A1-4AC8-BA5C-43CADADA531B}" srcOrd="0" destOrd="0" presId="urn:microsoft.com/office/officeart/2005/8/layout/hProcess11"/>
    <dgm:cxn modelId="{FCFF7C93-2EFB-4F8A-83D4-A1C9C21AF7BC}" type="presParOf" srcId="{0ADB14F5-A37F-4A22-AA60-07FFB459BC6B}" destId="{0C4395B5-4D46-4ACC-99F4-F30588C6F6F1}" srcOrd="1" destOrd="0" presId="urn:microsoft.com/office/officeart/2005/8/layout/hProcess11"/>
    <dgm:cxn modelId="{63E850FF-0B97-4F38-959D-4565696ED013}" type="presParOf" srcId="{0ADB14F5-A37F-4A22-AA60-07FFB459BC6B}" destId="{EDCC5341-6AE7-48BE-B841-1D9AA86AD8BE}" srcOrd="2" destOrd="0" presId="urn:microsoft.com/office/officeart/2005/8/layout/hProcess11"/>
    <dgm:cxn modelId="{203B04BA-1CBF-49DE-B0D4-0D48FBD9FB9F}" type="presParOf" srcId="{0F6C9B46-9450-43E5-8FC8-51CB336CF185}" destId="{BF0D0582-57A8-479E-BF7C-69756B926DCB}" srcOrd="3" destOrd="0" presId="urn:microsoft.com/office/officeart/2005/8/layout/hProcess11"/>
    <dgm:cxn modelId="{D0AE58B0-F97A-4A54-ADC8-B401FDEA701D}" type="presParOf" srcId="{0F6C9B46-9450-43E5-8FC8-51CB336CF185}" destId="{3E8C80CD-FB3E-404D-A8B1-E55BBBBCEA7E}" srcOrd="4" destOrd="0" presId="urn:microsoft.com/office/officeart/2005/8/layout/hProcess11"/>
    <dgm:cxn modelId="{0A8CBA0D-7A55-49E3-9649-21DC60D0080F}" type="presParOf" srcId="{3E8C80CD-FB3E-404D-A8B1-E55BBBBCEA7E}" destId="{AAE2AAA7-BB6A-4F70-A9C0-1E61F403F937}" srcOrd="0" destOrd="0" presId="urn:microsoft.com/office/officeart/2005/8/layout/hProcess11"/>
    <dgm:cxn modelId="{DB4EF44E-D384-4F4A-A8A1-C7FF20D751D0}" type="presParOf" srcId="{3E8C80CD-FB3E-404D-A8B1-E55BBBBCEA7E}" destId="{22FCC57B-F016-4F76-98C0-DB6B51EE4EB1}" srcOrd="1" destOrd="0" presId="urn:microsoft.com/office/officeart/2005/8/layout/hProcess11"/>
    <dgm:cxn modelId="{1874D694-C314-4876-98BC-041369412CDF}" type="presParOf" srcId="{3E8C80CD-FB3E-404D-A8B1-E55BBBBCEA7E}" destId="{20AF1298-E6E4-4645-9C3E-07B832B58EEB}" srcOrd="2" destOrd="0" presId="urn:microsoft.com/office/officeart/2005/8/layout/hProcess11"/>
    <dgm:cxn modelId="{049CAB65-3483-47DE-8CEA-ABE6A0E853D9}" type="presParOf" srcId="{0F6C9B46-9450-43E5-8FC8-51CB336CF185}" destId="{666D70F2-35B6-4CF3-9D2C-55CC3BAE1540}" srcOrd="5" destOrd="0" presId="urn:microsoft.com/office/officeart/2005/8/layout/hProcess11"/>
    <dgm:cxn modelId="{627EF3CA-EFDC-4385-935C-B2643B183E0D}" type="presParOf" srcId="{0F6C9B46-9450-43E5-8FC8-51CB336CF185}" destId="{B6872AB7-A1DE-4335-80AF-013EA3C02490}" srcOrd="6" destOrd="0" presId="urn:microsoft.com/office/officeart/2005/8/layout/hProcess11"/>
    <dgm:cxn modelId="{C7BECC7D-D77E-4D29-8F74-0FEAA3A0E899}" type="presParOf" srcId="{B6872AB7-A1DE-4335-80AF-013EA3C02490}" destId="{7A09D169-98ED-4DDF-B590-0388F2F3875F}" srcOrd="0" destOrd="0" presId="urn:microsoft.com/office/officeart/2005/8/layout/hProcess11"/>
    <dgm:cxn modelId="{859375A6-5850-427D-8C0C-55A425F62074}" type="presParOf" srcId="{B6872AB7-A1DE-4335-80AF-013EA3C02490}" destId="{3A2FD8C1-C488-4D78-B863-85167493CAAF}" srcOrd="1" destOrd="0" presId="urn:microsoft.com/office/officeart/2005/8/layout/hProcess11"/>
    <dgm:cxn modelId="{A531BD39-A35B-4149-94D6-D9F6FCDC8F55}" type="presParOf" srcId="{B6872AB7-A1DE-4335-80AF-013EA3C02490}" destId="{96C04189-B5FE-4995-A6CD-BAC366D4D551}" srcOrd="2" destOrd="0" presId="urn:microsoft.com/office/officeart/2005/8/layout/hProcess11"/>
    <dgm:cxn modelId="{7E4BC58F-8D10-4632-8A72-6977F293AAA1}" type="presParOf" srcId="{0F6C9B46-9450-43E5-8FC8-51CB336CF185}" destId="{D8C67C79-532C-4DD0-B1FC-A3D99A60D3A6}" srcOrd="7" destOrd="0" presId="urn:microsoft.com/office/officeart/2005/8/layout/hProcess11"/>
    <dgm:cxn modelId="{D1576073-5F0C-439E-ACEA-EAEBEAB7C78B}" type="presParOf" srcId="{0F6C9B46-9450-43E5-8FC8-51CB336CF185}" destId="{E9661058-5037-485A-90A1-4C6321EE8CF0}" srcOrd="8" destOrd="0" presId="urn:microsoft.com/office/officeart/2005/8/layout/hProcess11"/>
    <dgm:cxn modelId="{D72264A0-4EFC-4CC3-97A3-4735FC4C7A7B}" type="presParOf" srcId="{E9661058-5037-485A-90A1-4C6321EE8CF0}" destId="{123C6894-6662-4993-A7A9-D1E9746EF6A8}" srcOrd="0" destOrd="0" presId="urn:microsoft.com/office/officeart/2005/8/layout/hProcess11"/>
    <dgm:cxn modelId="{3A177545-5476-4B10-A908-5B4380279EA6}" type="presParOf" srcId="{E9661058-5037-485A-90A1-4C6321EE8CF0}" destId="{61107305-9980-4C64-B3D5-24327A19479F}" srcOrd="1" destOrd="0" presId="urn:microsoft.com/office/officeart/2005/8/layout/hProcess11"/>
    <dgm:cxn modelId="{F6420A6A-ED6F-40E6-947A-A00E0A10D7E6}" type="presParOf" srcId="{E9661058-5037-485A-90A1-4C6321EE8CF0}" destId="{A993DE2D-C9E6-41D1-9560-19B8E7A1CF13}" srcOrd="2" destOrd="0" presId="urn:microsoft.com/office/officeart/2005/8/layout/hProcess11"/>
    <dgm:cxn modelId="{87068162-C9D1-4797-98BD-D845B39D1342}" type="presParOf" srcId="{0F6C9B46-9450-43E5-8FC8-51CB336CF185}" destId="{F68B0EB3-5314-4D70-A67F-DA26C3E8BFF4}" srcOrd="9" destOrd="0" presId="urn:microsoft.com/office/officeart/2005/8/layout/hProcess11"/>
    <dgm:cxn modelId="{5DEB1109-D7F0-45D5-AF89-C384F044E2B7}" type="presParOf" srcId="{0F6C9B46-9450-43E5-8FC8-51CB336CF185}" destId="{C688B981-B3E8-4E65-972D-CB9828A335E8}" srcOrd="10" destOrd="0" presId="urn:microsoft.com/office/officeart/2005/8/layout/hProcess11"/>
    <dgm:cxn modelId="{C84ABBE4-6B80-416C-89A8-C0BAE4DA0C65}" type="presParOf" srcId="{C688B981-B3E8-4E65-972D-CB9828A335E8}" destId="{E9CDA96A-4443-448B-B3C8-74EC6FD3937F}" srcOrd="0" destOrd="0" presId="urn:microsoft.com/office/officeart/2005/8/layout/hProcess11"/>
    <dgm:cxn modelId="{02E2F269-7A14-44E2-A1AF-81D4D565BB4D}" type="presParOf" srcId="{C688B981-B3E8-4E65-972D-CB9828A335E8}" destId="{16F92BE9-596D-41E6-B9CC-C89DDEDD90C2}" srcOrd="1" destOrd="0" presId="urn:microsoft.com/office/officeart/2005/8/layout/hProcess11"/>
    <dgm:cxn modelId="{75393F0B-123C-4947-9356-ED2B71D383A4}" type="presParOf" srcId="{C688B981-B3E8-4E65-972D-CB9828A335E8}" destId="{EB27BACB-B0D7-4F05-A5D4-7BFB9CB9E3A1}" srcOrd="2" destOrd="0" presId="urn:microsoft.com/office/officeart/2005/8/layout/hProcess11"/>
    <dgm:cxn modelId="{05461FF5-ED2C-4619-B8D8-95E093366930}" type="presParOf" srcId="{0F6C9B46-9450-43E5-8FC8-51CB336CF185}" destId="{14C605C8-2A40-47A1-AF82-31DFF0DECF70}" srcOrd="11" destOrd="0" presId="urn:microsoft.com/office/officeart/2005/8/layout/hProcess11"/>
    <dgm:cxn modelId="{39C35B7A-748B-416E-9866-3C4116251326}" type="presParOf" srcId="{0F6C9B46-9450-43E5-8FC8-51CB336CF185}" destId="{B4039221-30DB-4629-9602-56A2B26A697D}" srcOrd="12" destOrd="0" presId="urn:microsoft.com/office/officeart/2005/8/layout/hProcess11"/>
    <dgm:cxn modelId="{0D089DEC-356A-4900-B62E-166322CB4BF0}" type="presParOf" srcId="{B4039221-30DB-4629-9602-56A2B26A697D}" destId="{A274F046-BE19-4DA0-B4AC-40A0207B5520}" srcOrd="0" destOrd="0" presId="urn:microsoft.com/office/officeart/2005/8/layout/hProcess11"/>
    <dgm:cxn modelId="{52338A13-8D75-4D95-BD8B-C3C309C1DEB5}" type="presParOf" srcId="{B4039221-30DB-4629-9602-56A2B26A697D}" destId="{B645BCE8-2908-4FD3-93E2-AFF8ED0BFF9F}" srcOrd="1" destOrd="0" presId="urn:microsoft.com/office/officeart/2005/8/layout/hProcess11"/>
    <dgm:cxn modelId="{84EF643A-D4F6-4279-8C40-790DA0D6E597}" type="presParOf" srcId="{B4039221-30DB-4629-9602-56A2B26A697D}" destId="{A47BC426-35E3-49C7-A215-579DE1374E5F}" srcOrd="2" destOrd="0" presId="urn:microsoft.com/office/officeart/2005/8/layout/hProcess11"/>
    <dgm:cxn modelId="{B57B9549-B8CB-4AD6-B5DC-69BF59303EF9}" type="presParOf" srcId="{0F6C9B46-9450-43E5-8FC8-51CB336CF185}" destId="{6BEB6186-7A86-4103-B5EF-36CBBA9CB0C7}" srcOrd="13" destOrd="0" presId="urn:microsoft.com/office/officeart/2005/8/layout/hProcess11"/>
    <dgm:cxn modelId="{0C42677E-E86E-4F7A-AD82-6ED9FDE9B89A}" type="presParOf" srcId="{0F6C9B46-9450-43E5-8FC8-51CB336CF185}" destId="{8D9F1E96-562B-4543-88D1-F193B26F7B83}" srcOrd="14" destOrd="0" presId="urn:microsoft.com/office/officeart/2005/8/layout/hProcess11"/>
    <dgm:cxn modelId="{0B781C9D-417A-4E39-977C-83A8244CBCCB}" type="presParOf" srcId="{8D9F1E96-562B-4543-88D1-F193B26F7B83}" destId="{C0A3C766-052C-4224-A21C-C0FE7FE37A52}" srcOrd="0" destOrd="0" presId="urn:microsoft.com/office/officeart/2005/8/layout/hProcess11"/>
    <dgm:cxn modelId="{E100588F-1378-46F4-8F7F-5A8A4DE587EC}" type="presParOf" srcId="{8D9F1E96-562B-4543-88D1-F193B26F7B83}" destId="{C43FE62B-87DF-445B-A188-D192827FA9AB}" srcOrd="1" destOrd="0" presId="urn:microsoft.com/office/officeart/2005/8/layout/hProcess11"/>
    <dgm:cxn modelId="{B1EEF88F-5FC1-4178-A723-B9BA1F420F14}" type="presParOf" srcId="{8D9F1E96-562B-4543-88D1-F193B26F7B83}" destId="{5397B375-DC9C-4344-A6F9-76E0B3DD729B}" srcOrd="2" destOrd="0" presId="urn:microsoft.com/office/officeart/2005/8/layout/hProcess11"/>
    <dgm:cxn modelId="{AC93C806-6043-4F39-B6A5-1E896B87DA71}" type="presParOf" srcId="{0F6C9B46-9450-43E5-8FC8-51CB336CF185}" destId="{1E0C105B-B789-40FB-99C4-39AF2A7CC40D}" srcOrd="15" destOrd="0" presId="urn:microsoft.com/office/officeart/2005/8/layout/hProcess11"/>
    <dgm:cxn modelId="{ECA6B667-1B8D-42A7-86F2-F06CC5F2655E}" type="presParOf" srcId="{0F6C9B46-9450-43E5-8FC8-51CB336CF185}" destId="{6A58F82D-B130-45D2-89B2-47F2128DF199}" srcOrd="16" destOrd="0" presId="urn:microsoft.com/office/officeart/2005/8/layout/hProcess11"/>
    <dgm:cxn modelId="{9EE24EB1-8A85-46C2-99D4-67DBF37F913D}" type="presParOf" srcId="{6A58F82D-B130-45D2-89B2-47F2128DF199}" destId="{DDE03D17-4A11-419A-9250-97A0027C9F9A}" srcOrd="0" destOrd="0" presId="urn:microsoft.com/office/officeart/2005/8/layout/hProcess11"/>
    <dgm:cxn modelId="{D3F80042-C2D1-4A97-84BA-70B6EF82AD26}" type="presParOf" srcId="{6A58F82D-B130-45D2-89B2-47F2128DF199}" destId="{520AB306-6AB9-47FB-99C3-CDF25D50C932}" srcOrd="1" destOrd="0" presId="urn:microsoft.com/office/officeart/2005/8/layout/hProcess11"/>
    <dgm:cxn modelId="{25578682-15D5-4694-A671-36980C55336E}" type="presParOf" srcId="{6A58F82D-B130-45D2-89B2-47F2128DF199}" destId="{1246E582-E853-4144-AACB-ACBB96AC25E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70C610-2B94-4DDB-AF9B-794C35664DC0}" type="doc">
      <dgm:prSet loTypeId="urn:microsoft.com/office/officeart/2005/8/layout/lProcess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AA2A48C-ACDA-44C1-A1E4-04AAF22B3941}">
      <dgm:prSet phldrT="[Text]" custT="1"/>
      <dgm:spPr>
        <a:solidFill>
          <a:schemeClr val="accent4"/>
        </a:solidFill>
        <a:ln>
          <a:solidFill>
            <a:schemeClr val="tx1">
              <a:lumMod val="60000"/>
              <a:lumOff val="40000"/>
            </a:schemeClr>
          </a:solidFill>
        </a:ln>
      </dgm:spPr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150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Ultra-Long DNA </a:t>
          </a:r>
        </a:p>
        <a:p>
          <a:pPr>
            <a:lnSpc>
              <a:spcPct val="150000"/>
            </a:lnSpc>
            <a:spcAft>
              <a:spcPts val="0"/>
            </a:spcAft>
          </a:pPr>
          <a:r>
            <a:rPr lang="en-150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Sequencing Kit </a:t>
          </a:r>
          <a:endParaRPr lang="en-GB" sz="2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4978E623-D1D7-46FE-9EA8-426F39AEB7CE}" type="parTrans" cxnId="{977DE2D8-EC5C-43C7-A5A1-0EC91A1B7B6D}">
      <dgm:prSet/>
      <dgm:spPr/>
      <dgm:t>
        <a:bodyPr/>
        <a:lstStyle/>
        <a:p>
          <a:endParaRPr lang="en-GB"/>
        </a:p>
      </dgm:t>
    </dgm:pt>
    <dgm:pt modelId="{C293240F-332F-4471-80E7-871CA7214517}" type="sibTrans" cxnId="{977DE2D8-EC5C-43C7-A5A1-0EC91A1B7B6D}">
      <dgm:prSet/>
      <dgm:spPr/>
      <dgm:t>
        <a:bodyPr/>
        <a:lstStyle/>
        <a:p>
          <a:endParaRPr lang="en-GB"/>
        </a:p>
      </dgm:t>
    </dgm:pt>
    <dgm:pt modelId="{5B55B3C0-4BAC-4A96-8FDF-081703B7700C}">
      <dgm:prSet phldrT="[Text]"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SQK-ULK114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B3C93E95-5E25-4A71-8F73-DFD8141D48E4}" type="parTrans" cxnId="{B3541F37-8165-4AF5-B958-9AA70436548D}">
      <dgm:prSet/>
      <dgm:spPr/>
      <dgm:t>
        <a:bodyPr/>
        <a:lstStyle/>
        <a:p>
          <a:endParaRPr lang="en-GB"/>
        </a:p>
      </dgm:t>
    </dgm:pt>
    <dgm:pt modelId="{47D9F8F7-6467-47EB-AA22-BC8447621915}" type="sibTrans" cxnId="{B3541F37-8165-4AF5-B958-9AA70436548D}">
      <dgm:prSet/>
      <dgm:spPr/>
      <dgm:t>
        <a:bodyPr/>
        <a:lstStyle/>
        <a:p>
          <a:endParaRPr lang="en-GB"/>
        </a:p>
      </dgm:t>
    </dgm:pt>
    <dgm:pt modelId="{2608811C-0441-4DF5-9C13-161F7C9EA3A1}">
      <dgm:prSet phldrT="[Text]"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~45X with &gt;=100kb N50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F75EEC0F-6C77-45B0-9CDA-AD2C1CAD5580}" type="parTrans" cxnId="{EAC0957F-C1D3-4926-85E9-1CCEF0762C55}">
      <dgm:prSet/>
      <dgm:spPr/>
      <dgm:t>
        <a:bodyPr/>
        <a:lstStyle/>
        <a:p>
          <a:endParaRPr lang="en-GB"/>
        </a:p>
      </dgm:t>
    </dgm:pt>
    <dgm:pt modelId="{1AD61B9D-D5F7-4096-BED1-F755FCCB0A4A}" type="sibTrans" cxnId="{EAC0957F-C1D3-4926-85E9-1CCEF0762C55}">
      <dgm:prSet/>
      <dgm:spPr/>
      <dgm:t>
        <a:bodyPr/>
        <a:lstStyle/>
        <a:p>
          <a:endParaRPr lang="en-GB"/>
        </a:p>
      </dgm:t>
    </dgm:pt>
    <dgm:pt modelId="{1E1511E0-9A94-453A-8A25-800FE47C781D}">
      <dgm:prSet phldrT="[Text]" custT="1"/>
      <dgm:spPr>
        <a:solidFill>
          <a:schemeClr val="accent4"/>
        </a:solidFill>
        <a:ln>
          <a:solidFill>
            <a:schemeClr val="tx1">
              <a:lumMod val="60000"/>
              <a:lumOff val="40000"/>
            </a:schemeClr>
          </a:solidFill>
        </a:ln>
      </dgm:spPr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150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Assembly Polishing </a:t>
          </a:r>
        </a:p>
        <a:p>
          <a:pPr>
            <a:lnSpc>
              <a:spcPct val="150000"/>
            </a:lnSpc>
            <a:spcAft>
              <a:spcPts val="0"/>
            </a:spcAft>
          </a:pPr>
          <a:r>
            <a:rPr lang="en-150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Kit </a:t>
          </a:r>
          <a:r>
            <a:rPr lang="de-DE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(APK)</a:t>
          </a:r>
          <a:endParaRPr lang="en-GB" sz="2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45444420-4ED7-4D3F-92C7-44BC464D9EDC}" type="parTrans" cxnId="{7EFE006F-98AC-4275-A18C-0CE765E29795}">
      <dgm:prSet/>
      <dgm:spPr/>
      <dgm:t>
        <a:bodyPr/>
        <a:lstStyle/>
        <a:p>
          <a:endParaRPr lang="en-GB"/>
        </a:p>
      </dgm:t>
    </dgm:pt>
    <dgm:pt modelId="{6180BA50-06EF-43E8-91ED-CBA6BAA8F372}" type="sibTrans" cxnId="{7EFE006F-98AC-4275-A18C-0CE765E29795}">
      <dgm:prSet/>
      <dgm:spPr/>
      <dgm:t>
        <a:bodyPr/>
        <a:lstStyle/>
        <a:p>
          <a:endParaRPr lang="en-GB"/>
        </a:p>
      </dgm:t>
    </dgm:pt>
    <dgm:pt modelId="{2BDB0D0F-F111-4AFB-B345-A6A2CC61F1DD}">
      <dgm:prSet phldrT="[Text]"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SQK-APK114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BC807F2B-F53D-454E-B14E-FAC394B87D5C}" type="parTrans" cxnId="{3CA006F3-09D8-47BC-A8A6-79AFEBEAF029}">
      <dgm:prSet/>
      <dgm:spPr/>
      <dgm:t>
        <a:bodyPr/>
        <a:lstStyle/>
        <a:p>
          <a:endParaRPr lang="en-GB"/>
        </a:p>
      </dgm:t>
    </dgm:pt>
    <dgm:pt modelId="{D8B88CAC-C651-4B89-9347-A2D4947DAC8A}" type="sibTrans" cxnId="{3CA006F3-09D8-47BC-A8A6-79AFEBEAF029}">
      <dgm:prSet/>
      <dgm:spPr/>
      <dgm:t>
        <a:bodyPr/>
        <a:lstStyle/>
        <a:p>
          <a:endParaRPr lang="en-GB"/>
        </a:p>
      </dgm:t>
    </dgm:pt>
    <dgm:pt modelId="{27A95F58-2EA9-4506-8F76-CD122A02E888}">
      <dgm:prSet phldrT="[Text]"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&gt;=35X </a:t>
          </a:r>
          <a:r>
            <a:rPr lang="en-150" sz="2000" dirty="0" err="1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wi</a:t>
          </a:r>
          <a:r>
            <a:rPr lang="en-GB" sz="2000" dirty="0" err="1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th</a:t>
          </a:r>
          <a:r>
            <a:rPr lang="en-150" sz="200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 ~6-8 </a:t>
          </a:r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kb N50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DCC5DE47-A7F0-434B-BE9E-3E2E30DF677A}" type="parTrans" cxnId="{0DDE481E-AB16-46FA-A957-BE55EFFC12CC}">
      <dgm:prSet/>
      <dgm:spPr/>
      <dgm:t>
        <a:bodyPr/>
        <a:lstStyle/>
        <a:p>
          <a:endParaRPr lang="en-GB"/>
        </a:p>
      </dgm:t>
    </dgm:pt>
    <dgm:pt modelId="{7D92313E-38F1-4C67-A27B-4D97B5DB2A6E}" type="sibTrans" cxnId="{0DDE481E-AB16-46FA-A957-BE55EFFC12CC}">
      <dgm:prSet/>
      <dgm:spPr/>
      <dgm:t>
        <a:bodyPr/>
        <a:lstStyle/>
        <a:p>
          <a:endParaRPr lang="en-GB"/>
        </a:p>
      </dgm:t>
    </dgm:pt>
    <dgm:pt modelId="{EDC2E4CA-16A1-4DF2-9B66-1115B08ED197}">
      <dgm:prSet phldrT="[Text]" custT="1"/>
      <dgm:spPr>
        <a:solidFill>
          <a:schemeClr val="accent4"/>
        </a:solidFill>
        <a:ln>
          <a:solidFill>
            <a:schemeClr val="tx1">
              <a:lumMod val="60000"/>
              <a:lumOff val="40000"/>
            </a:schemeClr>
          </a:solidFill>
        </a:ln>
      </dgm:spPr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150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Pore-C protocol with </a:t>
          </a:r>
        </a:p>
        <a:p>
          <a:pPr>
            <a:lnSpc>
              <a:spcPct val="150000"/>
            </a:lnSpc>
            <a:spcAft>
              <a:spcPts val="0"/>
            </a:spcAft>
          </a:pPr>
          <a:r>
            <a:rPr lang="en-150" sz="2200" b="1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Ligation Sequencing Kit</a:t>
          </a:r>
          <a:endParaRPr lang="en-GB" sz="2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A3892FCF-1289-46FA-82C6-70B807A8F7E2}" type="parTrans" cxnId="{E56FFA3A-AA98-44D1-AB4A-A0F74ABD99AA}">
      <dgm:prSet/>
      <dgm:spPr/>
      <dgm:t>
        <a:bodyPr/>
        <a:lstStyle/>
        <a:p>
          <a:endParaRPr lang="en-GB"/>
        </a:p>
      </dgm:t>
    </dgm:pt>
    <dgm:pt modelId="{1DA88525-543D-4A23-9119-DA3F3AD8890E}" type="sibTrans" cxnId="{E56FFA3A-AA98-44D1-AB4A-A0F74ABD99AA}">
      <dgm:prSet/>
      <dgm:spPr/>
      <dgm:t>
        <a:bodyPr/>
        <a:lstStyle/>
        <a:p>
          <a:endParaRPr lang="en-GB"/>
        </a:p>
      </dgm:t>
    </dgm:pt>
    <dgm:pt modelId="{B47FB827-8044-4EC2-8A0C-3CDCECF849D0}">
      <dgm:prSet phldrT="[Text]"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SQK-LSK114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B292A4D1-6331-4407-AC3D-8072DE6F0481}" type="parTrans" cxnId="{3B0959F0-23C8-49B2-9E14-D46D8329B0E1}">
      <dgm:prSet/>
      <dgm:spPr/>
      <dgm:t>
        <a:bodyPr/>
        <a:lstStyle/>
        <a:p>
          <a:endParaRPr lang="en-GB"/>
        </a:p>
      </dgm:t>
    </dgm:pt>
    <dgm:pt modelId="{19EB37A5-E5B8-47B9-B918-368F9A79096D}" type="sibTrans" cxnId="{3B0959F0-23C8-49B2-9E14-D46D8329B0E1}">
      <dgm:prSet/>
      <dgm:spPr/>
      <dgm:t>
        <a:bodyPr/>
        <a:lstStyle/>
        <a:p>
          <a:endParaRPr lang="en-GB"/>
        </a:p>
      </dgm:t>
    </dgm:pt>
    <dgm:pt modelId="{09D2A0F3-B529-449B-913C-767175D10EE4}">
      <dgm:prSet phldrT="[Text]"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Chromatin conformation capture data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8E34F90A-FCA6-4D47-A8F1-2E17C50B88A2}" type="parTrans" cxnId="{C1C355F8-72B4-4407-AE06-D87D2B93FAE2}">
      <dgm:prSet/>
      <dgm:spPr/>
      <dgm:t>
        <a:bodyPr/>
        <a:lstStyle/>
        <a:p>
          <a:endParaRPr lang="en-GB"/>
        </a:p>
      </dgm:t>
    </dgm:pt>
    <dgm:pt modelId="{FF796EF0-84B8-46B8-BC8A-BDD73E71B15F}" type="sibTrans" cxnId="{C1C355F8-72B4-4407-AE06-D87D2B93FAE2}">
      <dgm:prSet/>
      <dgm:spPr/>
      <dgm:t>
        <a:bodyPr/>
        <a:lstStyle/>
        <a:p>
          <a:endParaRPr lang="en-GB"/>
        </a:p>
      </dgm:t>
    </dgm:pt>
    <dgm:pt modelId="{23505C5E-513C-496F-A0E9-2FB1337BDE90}">
      <dgm:prSet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&gt;=25X with ~8kb N50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B2A19B67-C659-4F67-AE2D-AA5DD4EC11EB}" type="parTrans" cxnId="{9583EC42-F181-4EF3-8074-A713DE2AEC86}">
      <dgm:prSet/>
      <dgm:spPr/>
      <dgm:t>
        <a:bodyPr/>
        <a:lstStyle/>
        <a:p>
          <a:endParaRPr lang="en-GB"/>
        </a:p>
      </dgm:t>
    </dgm:pt>
    <dgm:pt modelId="{FB487E5F-F61F-4F35-832B-C50E07AFAAA5}" type="sibTrans" cxnId="{9583EC42-F181-4EF3-8074-A713DE2AEC86}">
      <dgm:prSet/>
      <dgm:spPr/>
      <dgm:t>
        <a:bodyPr/>
        <a:lstStyle/>
        <a:p>
          <a:endParaRPr lang="en-GB"/>
        </a:p>
      </dgm:t>
    </dgm:pt>
    <dgm:pt modelId="{B2E9CDD3-2DFB-49D9-9CFE-AC1958F9ECDE}">
      <dgm:prSet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GB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Chromosome correction data</a:t>
          </a:r>
        </a:p>
      </dgm:t>
    </dgm:pt>
    <dgm:pt modelId="{98C8C91D-45FD-45C5-AE1B-28123F1160C9}" type="parTrans" cxnId="{8AB56AF7-24D4-448A-8716-1601245AF88D}">
      <dgm:prSet/>
      <dgm:spPr/>
      <dgm:t>
        <a:bodyPr/>
        <a:lstStyle/>
        <a:p>
          <a:endParaRPr lang="en-GB"/>
        </a:p>
      </dgm:t>
    </dgm:pt>
    <dgm:pt modelId="{56F87F33-33C5-48C4-A6DF-EE052D6B986A}" type="sibTrans" cxnId="{8AB56AF7-24D4-448A-8716-1601245AF88D}">
      <dgm:prSet/>
      <dgm:spPr/>
      <dgm:t>
        <a:bodyPr/>
        <a:lstStyle/>
        <a:p>
          <a:endParaRPr lang="en-GB"/>
        </a:p>
      </dgm:t>
    </dgm:pt>
    <dgm:pt modelId="{E7A04451-DE28-4A13-8ED9-0FA04CB72B06}">
      <dgm:prSet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GB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Ultra</a:t>
          </a:r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-long reads (&gt;=100kb)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BB39EB19-A84E-4C06-A69A-FC6213DDE219}" type="parTrans" cxnId="{13D4AF14-D132-4072-A7DC-63B2E43F3BF3}">
      <dgm:prSet/>
      <dgm:spPr/>
      <dgm:t>
        <a:bodyPr/>
        <a:lstStyle/>
        <a:p>
          <a:endParaRPr lang="en-GB"/>
        </a:p>
      </dgm:t>
    </dgm:pt>
    <dgm:pt modelId="{2B70B707-C33B-49B6-92FE-205FECA2C8D9}" type="sibTrans" cxnId="{13D4AF14-D132-4072-A7DC-63B2E43F3BF3}">
      <dgm:prSet/>
      <dgm:spPr/>
      <dgm:t>
        <a:bodyPr/>
        <a:lstStyle/>
        <a:p>
          <a:endParaRPr lang="en-GB"/>
        </a:p>
      </dgm:t>
    </dgm:pt>
    <dgm:pt modelId="{6C1C6F86-38B8-4134-A4AA-73B380B61D6F}">
      <dgm:prSet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1 lib prep on 1 flow cell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91CFE69F-8F7D-461F-BC74-993DD3158E02}" type="parTrans" cxnId="{95E8F3E4-E8BE-4D6A-826B-E68D9B514118}">
      <dgm:prSet/>
      <dgm:spPr/>
      <dgm:t>
        <a:bodyPr/>
        <a:lstStyle/>
        <a:p>
          <a:endParaRPr lang="en-GB"/>
        </a:p>
      </dgm:t>
    </dgm:pt>
    <dgm:pt modelId="{8431E865-CFEF-4713-B15B-315B48342149}" type="sibTrans" cxnId="{95E8F3E4-E8BE-4D6A-826B-E68D9B514118}">
      <dgm:prSet/>
      <dgm:spPr/>
      <dgm:t>
        <a:bodyPr/>
        <a:lstStyle/>
        <a:p>
          <a:endParaRPr lang="en-GB"/>
        </a:p>
      </dgm:t>
    </dgm:pt>
    <dgm:pt modelId="{235BF9BE-896E-4612-9D4F-48195F491005}">
      <dgm:prSet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1 lib prep on 1 flow cell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FA1C73B9-B4DC-42B3-ABFE-BF33C66FC301}" type="parTrans" cxnId="{423BACB8-045D-4E90-99E2-251CCF9AF372}">
      <dgm:prSet/>
      <dgm:spPr/>
      <dgm:t>
        <a:bodyPr/>
        <a:lstStyle/>
        <a:p>
          <a:endParaRPr lang="en-GB"/>
        </a:p>
      </dgm:t>
    </dgm:pt>
    <dgm:pt modelId="{F630BD82-1A5D-4595-AA31-AEB5A7BFB130}" type="sibTrans" cxnId="{423BACB8-045D-4E90-99E2-251CCF9AF372}">
      <dgm:prSet/>
      <dgm:spPr/>
      <dgm:t>
        <a:bodyPr/>
        <a:lstStyle/>
        <a:p>
          <a:endParaRPr lang="en-GB"/>
        </a:p>
      </dgm:t>
    </dgm:pt>
    <dgm:pt modelId="{E9C64515-8B0D-4013-AD95-22A3D58F2FFF}">
      <dgm:prSet custT="1"/>
      <dgm:spPr>
        <a:solidFill>
          <a:schemeClr val="tx2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en-150" sz="20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2 lib preps on 3/4 flow cells</a:t>
          </a:r>
          <a:endParaRPr lang="en-GB" sz="20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gm:t>
    </dgm:pt>
    <dgm:pt modelId="{3AE1D9F2-3B85-49D5-A2CB-308CFCC71EBD}" type="parTrans" cxnId="{05827BE3-4CA9-4333-9570-BE694C9A0324}">
      <dgm:prSet/>
      <dgm:spPr/>
      <dgm:t>
        <a:bodyPr/>
        <a:lstStyle/>
        <a:p>
          <a:endParaRPr lang="en-GB"/>
        </a:p>
      </dgm:t>
    </dgm:pt>
    <dgm:pt modelId="{13C53B75-1D17-49F3-ABB7-67B6A5A1872E}" type="sibTrans" cxnId="{05827BE3-4CA9-4333-9570-BE694C9A0324}">
      <dgm:prSet/>
      <dgm:spPr/>
      <dgm:t>
        <a:bodyPr/>
        <a:lstStyle/>
        <a:p>
          <a:endParaRPr lang="en-GB"/>
        </a:p>
      </dgm:t>
    </dgm:pt>
    <dgm:pt modelId="{68B4643B-6109-44CF-8F04-0E764D2B93D2}" type="pres">
      <dgm:prSet presAssocID="{5070C610-2B94-4DDB-AF9B-794C35664DC0}" presName="theList" presStyleCnt="0">
        <dgm:presLayoutVars>
          <dgm:dir/>
          <dgm:animLvl val="lvl"/>
          <dgm:resizeHandles val="exact"/>
        </dgm:presLayoutVars>
      </dgm:prSet>
      <dgm:spPr/>
    </dgm:pt>
    <dgm:pt modelId="{B2DF70EA-2706-4761-A234-AD90433C55A7}" type="pres">
      <dgm:prSet presAssocID="{5AA2A48C-ACDA-44C1-A1E4-04AAF22B3941}" presName="compNode" presStyleCnt="0"/>
      <dgm:spPr/>
    </dgm:pt>
    <dgm:pt modelId="{5428F384-F321-4A8A-815F-D52B68AF7156}" type="pres">
      <dgm:prSet presAssocID="{5AA2A48C-ACDA-44C1-A1E4-04AAF22B3941}" presName="aNode" presStyleLbl="bgShp" presStyleIdx="0" presStyleCnt="3" custLinFactNeighborX="-293"/>
      <dgm:spPr/>
    </dgm:pt>
    <dgm:pt modelId="{CF94DB0B-6E59-4950-B000-672FC8B21E15}" type="pres">
      <dgm:prSet presAssocID="{5AA2A48C-ACDA-44C1-A1E4-04AAF22B3941}" presName="textNode" presStyleLbl="bgShp" presStyleIdx="0" presStyleCnt="3"/>
      <dgm:spPr/>
    </dgm:pt>
    <dgm:pt modelId="{1F920179-72BC-4FA5-8386-7C2C2376987E}" type="pres">
      <dgm:prSet presAssocID="{5AA2A48C-ACDA-44C1-A1E4-04AAF22B3941}" presName="compChildNode" presStyleCnt="0"/>
      <dgm:spPr/>
    </dgm:pt>
    <dgm:pt modelId="{841F8FB3-5D9C-4EC6-8DAB-01ABF8BB6AFD}" type="pres">
      <dgm:prSet presAssocID="{5AA2A48C-ACDA-44C1-A1E4-04AAF22B3941}" presName="theInnerList" presStyleCnt="0"/>
      <dgm:spPr/>
    </dgm:pt>
    <dgm:pt modelId="{DA764857-845B-4FD9-998A-FE6091F6929F}" type="pres">
      <dgm:prSet presAssocID="{5B55B3C0-4BAC-4A96-8FDF-081703B7700C}" presName="childNode" presStyleLbl="node1" presStyleIdx="0" presStyleCnt="12">
        <dgm:presLayoutVars>
          <dgm:bulletEnabled val="1"/>
        </dgm:presLayoutVars>
      </dgm:prSet>
      <dgm:spPr/>
    </dgm:pt>
    <dgm:pt modelId="{9CA34FDD-9085-4752-87B9-AA5AE5434517}" type="pres">
      <dgm:prSet presAssocID="{5B55B3C0-4BAC-4A96-8FDF-081703B7700C}" presName="aSpace2" presStyleCnt="0"/>
      <dgm:spPr/>
    </dgm:pt>
    <dgm:pt modelId="{5181B08A-11DF-4780-8E1F-A90566C4C6E7}" type="pres">
      <dgm:prSet presAssocID="{E7A04451-DE28-4A13-8ED9-0FA04CB72B06}" presName="childNode" presStyleLbl="node1" presStyleIdx="1" presStyleCnt="12">
        <dgm:presLayoutVars>
          <dgm:bulletEnabled val="1"/>
        </dgm:presLayoutVars>
      </dgm:prSet>
      <dgm:spPr/>
    </dgm:pt>
    <dgm:pt modelId="{60E6D211-8B43-4249-B7A5-CB45694FF205}" type="pres">
      <dgm:prSet presAssocID="{E7A04451-DE28-4A13-8ED9-0FA04CB72B06}" presName="aSpace2" presStyleCnt="0"/>
      <dgm:spPr/>
    </dgm:pt>
    <dgm:pt modelId="{B1B364C8-EC6F-41D5-B303-5CB965A533E4}" type="pres">
      <dgm:prSet presAssocID="{E9C64515-8B0D-4013-AD95-22A3D58F2FFF}" presName="childNode" presStyleLbl="node1" presStyleIdx="2" presStyleCnt="12">
        <dgm:presLayoutVars>
          <dgm:bulletEnabled val="1"/>
        </dgm:presLayoutVars>
      </dgm:prSet>
      <dgm:spPr/>
    </dgm:pt>
    <dgm:pt modelId="{2BF83062-1C0B-4C43-B4D1-8B394515AFB7}" type="pres">
      <dgm:prSet presAssocID="{E9C64515-8B0D-4013-AD95-22A3D58F2FFF}" presName="aSpace2" presStyleCnt="0"/>
      <dgm:spPr/>
    </dgm:pt>
    <dgm:pt modelId="{6C9E4D18-0CA8-4043-AF12-8C85D60C1394}" type="pres">
      <dgm:prSet presAssocID="{2608811C-0441-4DF5-9C13-161F7C9EA3A1}" presName="childNode" presStyleLbl="node1" presStyleIdx="3" presStyleCnt="12">
        <dgm:presLayoutVars>
          <dgm:bulletEnabled val="1"/>
        </dgm:presLayoutVars>
      </dgm:prSet>
      <dgm:spPr/>
    </dgm:pt>
    <dgm:pt modelId="{5CE1915C-BEC1-4B2F-BCAA-8D451011BF5D}" type="pres">
      <dgm:prSet presAssocID="{5AA2A48C-ACDA-44C1-A1E4-04AAF22B3941}" presName="aSpace" presStyleCnt="0"/>
      <dgm:spPr/>
    </dgm:pt>
    <dgm:pt modelId="{74C7A73D-B319-4C3C-9B5A-6B448E5E5D3D}" type="pres">
      <dgm:prSet presAssocID="{1E1511E0-9A94-453A-8A25-800FE47C781D}" presName="compNode" presStyleCnt="0"/>
      <dgm:spPr/>
    </dgm:pt>
    <dgm:pt modelId="{47697DCA-A267-4D7B-A659-9C71E505F1D9}" type="pres">
      <dgm:prSet presAssocID="{1E1511E0-9A94-453A-8A25-800FE47C781D}" presName="aNode" presStyleLbl="bgShp" presStyleIdx="1" presStyleCnt="3"/>
      <dgm:spPr/>
    </dgm:pt>
    <dgm:pt modelId="{012ABDD0-DEC8-4D07-88D5-1050FD04EA08}" type="pres">
      <dgm:prSet presAssocID="{1E1511E0-9A94-453A-8A25-800FE47C781D}" presName="textNode" presStyleLbl="bgShp" presStyleIdx="1" presStyleCnt="3"/>
      <dgm:spPr/>
    </dgm:pt>
    <dgm:pt modelId="{05297D6A-43AD-442B-8515-4FD4F1A0B5F2}" type="pres">
      <dgm:prSet presAssocID="{1E1511E0-9A94-453A-8A25-800FE47C781D}" presName="compChildNode" presStyleCnt="0"/>
      <dgm:spPr/>
    </dgm:pt>
    <dgm:pt modelId="{559D1A7C-CC40-45A6-8FA0-73F71CC4E938}" type="pres">
      <dgm:prSet presAssocID="{1E1511E0-9A94-453A-8A25-800FE47C781D}" presName="theInnerList" presStyleCnt="0"/>
      <dgm:spPr/>
    </dgm:pt>
    <dgm:pt modelId="{97CF22CD-8EF0-4E52-BFC9-35254DA9B649}" type="pres">
      <dgm:prSet presAssocID="{2BDB0D0F-F111-4AFB-B345-A6A2CC61F1DD}" presName="childNode" presStyleLbl="node1" presStyleIdx="4" presStyleCnt="12">
        <dgm:presLayoutVars>
          <dgm:bulletEnabled val="1"/>
        </dgm:presLayoutVars>
      </dgm:prSet>
      <dgm:spPr/>
    </dgm:pt>
    <dgm:pt modelId="{E16387BA-88EC-44A6-8097-426AA548416D}" type="pres">
      <dgm:prSet presAssocID="{2BDB0D0F-F111-4AFB-B345-A6A2CC61F1DD}" presName="aSpace2" presStyleCnt="0"/>
      <dgm:spPr/>
    </dgm:pt>
    <dgm:pt modelId="{0C997138-E780-4630-A879-53913E9099CA}" type="pres">
      <dgm:prSet presAssocID="{B2E9CDD3-2DFB-49D9-9CFE-AC1958F9ECDE}" presName="childNode" presStyleLbl="node1" presStyleIdx="5" presStyleCnt="12">
        <dgm:presLayoutVars>
          <dgm:bulletEnabled val="1"/>
        </dgm:presLayoutVars>
      </dgm:prSet>
      <dgm:spPr/>
    </dgm:pt>
    <dgm:pt modelId="{4E142C9C-377A-441C-B82D-86EBD97786AF}" type="pres">
      <dgm:prSet presAssocID="{B2E9CDD3-2DFB-49D9-9CFE-AC1958F9ECDE}" presName="aSpace2" presStyleCnt="0"/>
      <dgm:spPr/>
    </dgm:pt>
    <dgm:pt modelId="{4A9CB0E8-9C33-4832-900D-0969CA9EE16A}" type="pres">
      <dgm:prSet presAssocID="{235BF9BE-896E-4612-9D4F-48195F491005}" presName="childNode" presStyleLbl="node1" presStyleIdx="6" presStyleCnt="12">
        <dgm:presLayoutVars>
          <dgm:bulletEnabled val="1"/>
        </dgm:presLayoutVars>
      </dgm:prSet>
      <dgm:spPr/>
    </dgm:pt>
    <dgm:pt modelId="{622496B2-AB74-484A-81D4-A585F2022F0E}" type="pres">
      <dgm:prSet presAssocID="{235BF9BE-896E-4612-9D4F-48195F491005}" presName="aSpace2" presStyleCnt="0"/>
      <dgm:spPr/>
    </dgm:pt>
    <dgm:pt modelId="{2153840C-DCDC-46F4-8A74-DD7E1628C32E}" type="pres">
      <dgm:prSet presAssocID="{27A95F58-2EA9-4506-8F76-CD122A02E888}" presName="childNode" presStyleLbl="node1" presStyleIdx="7" presStyleCnt="12">
        <dgm:presLayoutVars>
          <dgm:bulletEnabled val="1"/>
        </dgm:presLayoutVars>
      </dgm:prSet>
      <dgm:spPr/>
    </dgm:pt>
    <dgm:pt modelId="{E0220E7A-CBD2-4B0F-A8A9-AAD616E88D94}" type="pres">
      <dgm:prSet presAssocID="{1E1511E0-9A94-453A-8A25-800FE47C781D}" presName="aSpace" presStyleCnt="0"/>
      <dgm:spPr/>
    </dgm:pt>
    <dgm:pt modelId="{3674EB56-7361-4B54-847D-A3E99815F8C2}" type="pres">
      <dgm:prSet presAssocID="{EDC2E4CA-16A1-4DF2-9B66-1115B08ED197}" presName="compNode" presStyleCnt="0"/>
      <dgm:spPr/>
    </dgm:pt>
    <dgm:pt modelId="{BCFB2E52-084A-4060-B705-9CD5E3E61EDC}" type="pres">
      <dgm:prSet presAssocID="{EDC2E4CA-16A1-4DF2-9B66-1115B08ED197}" presName="aNode" presStyleLbl="bgShp" presStyleIdx="2" presStyleCnt="3"/>
      <dgm:spPr/>
    </dgm:pt>
    <dgm:pt modelId="{F0979E84-18C6-4608-8367-5051B212E24D}" type="pres">
      <dgm:prSet presAssocID="{EDC2E4CA-16A1-4DF2-9B66-1115B08ED197}" presName="textNode" presStyleLbl="bgShp" presStyleIdx="2" presStyleCnt="3"/>
      <dgm:spPr/>
    </dgm:pt>
    <dgm:pt modelId="{91C1751D-D6A5-42C3-A6BF-22EBD2F2D595}" type="pres">
      <dgm:prSet presAssocID="{EDC2E4CA-16A1-4DF2-9B66-1115B08ED197}" presName="compChildNode" presStyleCnt="0"/>
      <dgm:spPr/>
    </dgm:pt>
    <dgm:pt modelId="{71D2F5CB-3C92-4161-A19D-291B81B84B56}" type="pres">
      <dgm:prSet presAssocID="{EDC2E4CA-16A1-4DF2-9B66-1115B08ED197}" presName="theInnerList" presStyleCnt="0"/>
      <dgm:spPr/>
    </dgm:pt>
    <dgm:pt modelId="{A5E9D905-9159-453D-B57A-9587F4642962}" type="pres">
      <dgm:prSet presAssocID="{B47FB827-8044-4EC2-8A0C-3CDCECF849D0}" presName="childNode" presStyleLbl="node1" presStyleIdx="8" presStyleCnt="12">
        <dgm:presLayoutVars>
          <dgm:bulletEnabled val="1"/>
        </dgm:presLayoutVars>
      </dgm:prSet>
      <dgm:spPr/>
    </dgm:pt>
    <dgm:pt modelId="{CF6F092A-8D10-40AD-BE43-B36586CE03B8}" type="pres">
      <dgm:prSet presAssocID="{B47FB827-8044-4EC2-8A0C-3CDCECF849D0}" presName="aSpace2" presStyleCnt="0"/>
      <dgm:spPr/>
    </dgm:pt>
    <dgm:pt modelId="{C903370D-C4FB-467F-A593-3B2A31250DBD}" type="pres">
      <dgm:prSet presAssocID="{09D2A0F3-B529-449B-913C-767175D10EE4}" presName="childNode" presStyleLbl="node1" presStyleIdx="9" presStyleCnt="12">
        <dgm:presLayoutVars>
          <dgm:bulletEnabled val="1"/>
        </dgm:presLayoutVars>
      </dgm:prSet>
      <dgm:spPr/>
    </dgm:pt>
    <dgm:pt modelId="{98A53733-24C5-4153-BF79-0CE9CAA0A42C}" type="pres">
      <dgm:prSet presAssocID="{09D2A0F3-B529-449B-913C-767175D10EE4}" presName="aSpace2" presStyleCnt="0"/>
      <dgm:spPr/>
    </dgm:pt>
    <dgm:pt modelId="{E07F6555-5B09-430F-8C8B-DA209503AA62}" type="pres">
      <dgm:prSet presAssocID="{6C1C6F86-38B8-4134-A4AA-73B380B61D6F}" presName="childNode" presStyleLbl="node1" presStyleIdx="10" presStyleCnt="12">
        <dgm:presLayoutVars>
          <dgm:bulletEnabled val="1"/>
        </dgm:presLayoutVars>
      </dgm:prSet>
      <dgm:spPr/>
    </dgm:pt>
    <dgm:pt modelId="{BDB204BF-810C-4F62-A95E-8DCB0F52237F}" type="pres">
      <dgm:prSet presAssocID="{6C1C6F86-38B8-4134-A4AA-73B380B61D6F}" presName="aSpace2" presStyleCnt="0"/>
      <dgm:spPr/>
    </dgm:pt>
    <dgm:pt modelId="{CB62C5FC-9BA3-49D9-B666-5B03ED0081DE}" type="pres">
      <dgm:prSet presAssocID="{23505C5E-513C-496F-A0E9-2FB1337BDE90}" presName="childNode" presStyleLbl="node1" presStyleIdx="11" presStyleCnt="12">
        <dgm:presLayoutVars>
          <dgm:bulletEnabled val="1"/>
        </dgm:presLayoutVars>
      </dgm:prSet>
      <dgm:spPr/>
    </dgm:pt>
  </dgm:ptLst>
  <dgm:cxnLst>
    <dgm:cxn modelId="{6F8FBD03-BB3C-4D64-97FD-FB1E5F0B4405}" type="presOf" srcId="{E7A04451-DE28-4A13-8ED9-0FA04CB72B06}" destId="{5181B08A-11DF-4780-8E1F-A90566C4C6E7}" srcOrd="0" destOrd="0" presId="urn:microsoft.com/office/officeart/2005/8/layout/lProcess2"/>
    <dgm:cxn modelId="{901D6506-1EEC-4B76-9803-8609D264AE66}" type="presOf" srcId="{6C1C6F86-38B8-4134-A4AA-73B380B61D6F}" destId="{E07F6555-5B09-430F-8C8B-DA209503AA62}" srcOrd="0" destOrd="0" presId="urn:microsoft.com/office/officeart/2005/8/layout/lProcess2"/>
    <dgm:cxn modelId="{13D4AF14-D132-4072-A7DC-63B2E43F3BF3}" srcId="{5AA2A48C-ACDA-44C1-A1E4-04AAF22B3941}" destId="{E7A04451-DE28-4A13-8ED9-0FA04CB72B06}" srcOrd="1" destOrd="0" parTransId="{BB39EB19-A84E-4C06-A69A-FC6213DDE219}" sibTransId="{2B70B707-C33B-49B6-92FE-205FECA2C8D9}"/>
    <dgm:cxn modelId="{8E75E819-CF92-4677-B1E9-4A3F9B0E9A9D}" type="presOf" srcId="{5B55B3C0-4BAC-4A96-8FDF-081703B7700C}" destId="{DA764857-845B-4FD9-998A-FE6091F6929F}" srcOrd="0" destOrd="0" presId="urn:microsoft.com/office/officeart/2005/8/layout/lProcess2"/>
    <dgm:cxn modelId="{0DDE481E-AB16-46FA-A957-BE55EFFC12CC}" srcId="{1E1511E0-9A94-453A-8A25-800FE47C781D}" destId="{27A95F58-2EA9-4506-8F76-CD122A02E888}" srcOrd="3" destOrd="0" parTransId="{DCC5DE47-A7F0-434B-BE9E-3E2E30DF677A}" sibTransId="{7D92313E-38F1-4C67-A27B-4D97B5DB2A6E}"/>
    <dgm:cxn modelId="{5C61491F-CA2E-4834-A6B8-ECCEA383D133}" type="presOf" srcId="{5AA2A48C-ACDA-44C1-A1E4-04AAF22B3941}" destId="{5428F384-F321-4A8A-815F-D52B68AF7156}" srcOrd="0" destOrd="0" presId="urn:microsoft.com/office/officeart/2005/8/layout/lProcess2"/>
    <dgm:cxn modelId="{4E9F8720-4EDE-417C-8C47-07EB03551D94}" type="presOf" srcId="{1E1511E0-9A94-453A-8A25-800FE47C781D}" destId="{012ABDD0-DEC8-4D07-88D5-1050FD04EA08}" srcOrd="1" destOrd="0" presId="urn:microsoft.com/office/officeart/2005/8/layout/lProcess2"/>
    <dgm:cxn modelId="{2C50C631-D534-4246-A2AA-39E9DA1308FE}" type="presOf" srcId="{27A95F58-2EA9-4506-8F76-CD122A02E888}" destId="{2153840C-DCDC-46F4-8A74-DD7E1628C32E}" srcOrd="0" destOrd="0" presId="urn:microsoft.com/office/officeart/2005/8/layout/lProcess2"/>
    <dgm:cxn modelId="{B3541F37-8165-4AF5-B958-9AA70436548D}" srcId="{5AA2A48C-ACDA-44C1-A1E4-04AAF22B3941}" destId="{5B55B3C0-4BAC-4A96-8FDF-081703B7700C}" srcOrd="0" destOrd="0" parTransId="{B3C93E95-5E25-4A71-8F73-DFD8141D48E4}" sibTransId="{47D9F8F7-6467-47EB-AA22-BC8447621915}"/>
    <dgm:cxn modelId="{E56FFA3A-AA98-44D1-AB4A-A0F74ABD99AA}" srcId="{5070C610-2B94-4DDB-AF9B-794C35664DC0}" destId="{EDC2E4CA-16A1-4DF2-9B66-1115B08ED197}" srcOrd="2" destOrd="0" parTransId="{A3892FCF-1289-46FA-82C6-70B807A8F7E2}" sibTransId="{1DA88525-543D-4A23-9119-DA3F3AD8890E}"/>
    <dgm:cxn modelId="{BE92273C-7BF7-4B0D-8FB3-152D3774A2ED}" type="presOf" srcId="{5AA2A48C-ACDA-44C1-A1E4-04AAF22B3941}" destId="{CF94DB0B-6E59-4950-B000-672FC8B21E15}" srcOrd="1" destOrd="0" presId="urn:microsoft.com/office/officeart/2005/8/layout/lProcess2"/>
    <dgm:cxn modelId="{CB1BA43D-D9A6-414F-B0A7-D37C3EF33EA1}" type="presOf" srcId="{2608811C-0441-4DF5-9C13-161F7C9EA3A1}" destId="{6C9E4D18-0CA8-4043-AF12-8C85D60C1394}" srcOrd="0" destOrd="0" presId="urn:microsoft.com/office/officeart/2005/8/layout/lProcess2"/>
    <dgm:cxn modelId="{5DB62E5E-DF03-4CA8-9894-99F6CD6675E1}" type="presOf" srcId="{2BDB0D0F-F111-4AFB-B345-A6A2CC61F1DD}" destId="{97CF22CD-8EF0-4E52-BFC9-35254DA9B649}" srcOrd="0" destOrd="0" presId="urn:microsoft.com/office/officeart/2005/8/layout/lProcess2"/>
    <dgm:cxn modelId="{9583EC42-F181-4EF3-8074-A713DE2AEC86}" srcId="{EDC2E4CA-16A1-4DF2-9B66-1115B08ED197}" destId="{23505C5E-513C-496F-A0E9-2FB1337BDE90}" srcOrd="3" destOrd="0" parTransId="{B2A19B67-C659-4F67-AE2D-AA5DD4EC11EB}" sibTransId="{FB487E5F-F61F-4F35-832B-C50E07AFAAA5}"/>
    <dgm:cxn modelId="{98927668-C251-45FD-AC3A-37482B56C3D0}" type="presOf" srcId="{EDC2E4CA-16A1-4DF2-9B66-1115B08ED197}" destId="{F0979E84-18C6-4608-8367-5051B212E24D}" srcOrd="1" destOrd="0" presId="urn:microsoft.com/office/officeart/2005/8/layout/lProcess2"/>
    <dgm:cxn modelId="{52082E49-8C31-450F-9DB9-2CB3CB7603E2}" type="presOf" srcId="{E9C64515-8B0D-4013-AD95-22A3D58F2FFF}" destId="{B1B364C8-EC6F-41D5-B303-5CB965A533E4}" srcOrd="0" destOrd="0" presId="urn:microsoft.com/office/officeart/2005/8/layout/lProcess2"/>
    <dgm:cxn modelId="{7EFE006F-98AC-4275-A18C-0CE765E29795}" srcId="{5070C610-2B94-4DDB-AF9B-794C35664DC0}" destId="{1E1511E0-9A94-453A-8A25-800FE47C781D}" srcOrd="1" destOrd="0" parTransId="{45444420-4ED7-4D3F-92C7-44BC464D9EDC}" sibTransId="{6180BA50-06EF-43E8-91ED-CBA6BAA8F372}"/>
    <dgm:cxn modelId="{036D6C72-1D00-4862-AAF2-3210C0E7982E}" type="presOf" srcId="{B2E9CDD3-2DFB-49D9-9CFE-AC1958F9ECDE}" destId="{0C997138-E780-4630-A879-53913E9099CA}" srcOrd="0" destOrd="0" presId="urn:microsoft.com/office/officeart/2005/8/layout/lProcess2"/>
    <dgm:cxn modelId="{B86F7557-2D49-4AC7-9AEB-0C7F2EE38770}" type="presOf" srcId="{B47FB827-8044-4EC2-8A0C-3CDCECF849D0}" destId="{A5E9D905-9159-453D-B57A-9587F4642962}" srcOrd="0" destOrd="0" presId="urn:microsoft.com/office/officeart/2005/8/layout/lProcess2"/>
    <dgm:cxn modelId="{EAC0957F-C1D3-4926-85E9-1CCEF0762C55}" srcId="{5AA2A48C-ACDA-44C1-A1E4-04AAF22B3941}" destId="{2608811C-0441-4DF5-9C13-161F7C9EA3A1}" srcOrd="3" destOrd="0" parTransId="{F75EEC0F-6C77-45B0-9CDA-AD2C1CAD5580}" sibTransId="{1AD61B9D-D5F7-4096-BED1-F755FCCB0A4A}"/>
    <dgm:cxn modelId="{8415108B-723C-4D31-8F49-B32E21957696}" type="presOf" srcId="{5070C610-2B94-4DDB-AF9B-794C35664DC0}" destId="{68B4643B-6109-44CF-8F04-0E764D2B93D2}" srcOrd="0" destOrd="0" presId="urn:microsoft.com/office/officeart/2005/8/layout/lProcess2"/>
    <dgm:cxn modelId="{D6185C90-6CF7-47D1-AB06-BF5F930E7D36}" type="presOf" srcId="{1E1511E0-9A94-453A-8A25-800FE47C781D}" destId="{47697DCA-A267-4D7B-A659-9C71E505F1D9}" srcOrd="0" destOrd="0" presId="urn:microsoft.com/office/officeart/2005/8/layout/lProcess2"/>
    <dgm:cxn modelId="{11803993-ECF3-4E66-9F3E-493FA9B46D89}" type="presOf" srcId="{09D2A0F3-B529-449B-913C-767175D10EE4}" destId="{C903370D-C4FB-467F-A593-3B2A31250DBD}" srcOrd="0" destOrd="0" presId="urn:microsoft.com/office/officeart/2005/8/layout/lProcess2"/>
    <dgm:cxn modelId="{082CB399-A08E-4F38-9920-358AF23606A6}" type="presOf" srcId="{235BF9BE-896E-4612-9D4F-48195F491005}" destId="{4A9CB0E8-9C33-4832-900D-0969CA9EE16A}" srcOrd="0" destOrd="0" presId="urn:microsoft.com/office/officeart/2005/8/layout/lProcess2"/>
    <dgm:cxn modelId="{423BACB8-045D-4E90-99E2-251CCF9AF372}" srcId="{1E1511E0-9A94-453A-8A25-800FE47C781D}" destId="{235BF9BE-896E-4612-9D4F-48195F491005}" srcOrd="2" destOrd="0" parTransId="{FA1C73B9-B4DC-42B3-ABFE-BF33C66FC301}" sibTransId="{F630BD82-1A5D-4595-AA31-AEB5A7BFB130}"/>
    <dgm:cxn modelId="{977DE2D8-EC5C-43C7-A5A1-0EC91A1B7B6D}" srcId="{5070C610-2B94-4DDB-AF9B-794C35664DC0}" destId="{5AA2A48C-ACDA-44C1-A1E4-04AAF22B3941}" srcOrd="0" destOrd="0" parTransId="{4978E623-D1D7-46FE-9EA8-426F39AEB7CE}" sibTransId="{C293240F-332F-4471-80E7-871CA7214517}"/>
    <dgm:cxn modelId="{05827BE3-4CA9-4333-9570-BE694C9A0324}" srcId="{5AA2A48C-ACDA-44C1-A1E4-04AAF22B3941}" destId="{E9C64515-8B0D-4013-AD95-22A3D58F2FFF}" srcOrd="2" destOrd="0" parTransId="{3AE1D9F2-3B85-49D5-A2CB-308CFCC71EBD}" sibTransId="{13C53B75-1D17-49F3-ABB7-67B6A5A1872E}"/>
    <dgm:cxn modelId="{95E8F3E4-E8BE-4D6A-826B-E68D9B514118}" srcId="{EDC2E4CA-16A1-4DF2-9B66-1115B08ED197}" destId="{6C1C6F86-38B8-4134-A4AA-73B380B61D6F}" srcOrd="2" destOrd="0" parTransId="{91CFE69F-8F7D-461F-BC74-993DD3158E02}" sibTransId="{8431E865-CFEF-4713-B15B-315B48342149}"/>
    <dgm:cxn modelId="{461CB5EB-2CBA-4FA5-99CF-BA338FF2A796}" type="presOf" srcId="{EDC2E4CA-16A1-4DF2-9B66-1115B08ED197}" destId="{BCFB2E52-084A-4060-B705-9CD5E3E61EDC}" srcOrd="0" destOrd="0" presId="urn:microsoft.com/office/officeart/2005/8/layout/lProcess2"/>
    <dgm:cxn modelId="{3B0959F0-23C8-49B2-9E14-D46D8329B0E1}" srcId="{EDC2E4CA-16A1-4DF2-9B66-1115B08ED197}" destId="{B47FB827-8044-4EC2-8A0C-3CDCECF849D0}" srcOrd="0" destOrd="0" parTransId="{B292A4D1-6331-4407-AC3D-8072DE6F0481}" sibTransId="{19EB37A5-E5B8-47B9-B918-368F9A79096D}"/>
    <dgm:cxn modelId="{8709CAF1-54B5-4960-8BEE-5E5D566A34D4}" type="presOf" srcId="{23505C5E-513C-496F-A0E9-2FB1337BDE90}" destId="{CB62C5FC-9BA3-49D9-B666-5B03ED0081DE}" srcOrd="0" destOrd="0" presId="urn:microsoft.com/office/officeart/2005/8/layout/lProcess2"/>
    <dgm:cxn modelId="{3CA006F3-09D8-47BC-A8A6-79AFEBEAF029}" srcId="{1E1511E0-9A94-453A-8A25-800FE47C781D}" destId="{2BDB0D0F-F111-4AFB-B345-A6A2CC61F1DD}" srcOrd="0" destOrd="0" parTransId="{BC807F2B-F53D-454E-B14E-FAC394B87D5C}" sibTransId="{D8B88CAC-C651-4B89-9347-A2D4947DAC8A}"/>
    <dgm:cxn modelId="{8AB56AF7-24D4-448A-8716-1601245AF88D}" srcId="{1E1511E0-9A94-453A-8A25-800FE47C781D}" destId="{B2E9CDD3-2DFB-49D9-9CFE-AC1958F9ECDE}" srcOrd="1" destOrd="0" parTransId="{98C8C91D-45FD-45C5-AE1B-28123F1160C9}" sibTransId="{56F87F33-33C5-48C4-A6DF-EE052D6B986A}"/>
    <dgm:cxn modelId="{C1C355F8-72B4-4407-AE06-D87D2B93FAE2}" srcId="{EDC2E4CA-16A1-4DF2-9B66-1115B08ED197}" destId="{09D2A0F3-B529-449B-913C-767175D10EE4}" srcOrd="1" destOrd="0" parTransId="{8E34F90A-FCA6-4D47-A8F1-2E17C50B88A2}" sibTransId="{FF796EF0-84B8-46B8-BC8A-BDD73E71B15F}"/>
    <dgm:cxn modelId="{DB695B03-6990-43D6-BDDB-3CCF2186594C}" type="presParOf" srcId="{68B4643B-6109-44CF-8F04-0E764D2B93D2}" destId="{B2DF70EA-2706-4761-A234-AD90433C55A7}" srcOrd="0" destOrd="0" presId="urn:microsoft.com/office/officeart/2005/8/layout/lProcess2"/>
    <dgm:cxn modelId="{B99AF198-396D-4423-B5F0-BD33458707B7}" type="presParOf" srcId="{B2DF70EA-2706-4761-A234-AD90433C55A7}" destId="{5428F384-F321-4A8A-815F-D52B68AF7156}" srcOrd="0" destOrd="0" presId="urn:microsoft.com/office/officeart/2005/8/layout/lProcess2"/>
    <dgm:cxn modelId="{FB59EBA3-9B48-471E-8417-BBCC84F3A59A}" type="presParOf" srcId="{B2DF70EA-2706-4761-A234-AD90433C55A7}" destId="{CF94DB0B-6E59-4950-B000-672FC8B21E15}" srcOrd="1" destOrd="0" presId="urn:microsoft.com/office/officeart/2005/8/layout/lProcess2"/>
    <dgm:cxn modelId="{AAEB240B-5494-4584-A073-C29DFA2016B8}" type="presParOf" srcId="{B2DF70EA-2706-4761-A234-AD90433C55A7}" destId="{1F920179-72BC-4FA5-8386-7C2C2376987E}" srcOrd="2" destOrd="0" presId="urn:microsoft.com/office/officeart/2005/8/layout/lProcess2"/>
    <dgm:cxn modelId="{093550D2-2A0C-4DCE-A432-A04A4AACEF59}" type="presParOf" srcId="{1F920179-72BC-4FA5-8386-7C2C2376987E}" destId="{841F8FB3-5D9C-4EC6-8DAB-01ABF8BB6AFD}" srcOrd="0" destOrd="0" presId="urn:microsoft.com/office/officeart/2005/8/layout/lProcess2"/>
    <dgm:cxn modelId="{367E625A-9B54-4864-9C06-0BBD13FF8384}" type="presParOf" srcId="{841F8FB3-5D9C-4EC6-8DAB-01ABF8BB6AFD}" destId="{DA764857-845B-4FD9-998A-FE6091F6929F}" srcOrd="0" destOrd="0" presId="urn:microsoft.com/office/officeart/2005/8/layout/lProcess2"/>
    <dgm:cxn modelId="{703BDE13-1C6F-43B7-B8F1-1A14DB3F85BA}" type="presParOf" srcId="{841F8FB3-5D9C-4EC6-8DAB-01ABF8BB6AFD}" destId="{9CA34FDD-9085-4752-87B9-AA5AE5434517}" srcOrd="1" destOrd="0" presId="urn:microsoft.com/office/officeart/2005/8/layout/lProcess2"/>
    <dgm:cxn modelId="{9E586F91-3EF1-4149-9ECF-489B6EE31F4F}" type="presParOf" srcId="{841F8FB3-5D9C-4EC6-8DAB-01ABF8BB6AFD}" destId="{5181B08A-11DF-4780-8E1F-A90566C4C6E7}" srcOrd="2" destOrd="0" presId="urn:microsoft.com/office/officeart/2005/8/layout/lProcess2"/>
    <dgm:cxn modelId="{31BDBDDB-8E15-4AAB-9AC0-6A252154C4E3}" type="presParOf" srcId="{841F8FB3-5D9C-4EC6-8DAB-01ABF8BB6AFD}" destId="{60E6D211-8B43-4249-B7A5-CB45694FF205}" srcOrd="3" destOrd="0" presId="urn:microsoft.com/office/officeart/2005/8/layout/lProcess2"/>
    <dgm:cxn modelId="{F124B842-3FB3-42BD-AB6B-BD5343DBE302}" type="presParOf" srcId="{841F8FB3-5D9C-4EC6-8DAB-01ABF8BB6AFD}" destId="{B1B364C8-EC6F-41D5-B303-5CB965A533E4}" srcOrd="4" destOrd="0" presId="urn:microsoft.com/office/officeart/2005/8/layout/lProcess2"/>
    <dgm:cxn modelId="{355B4175-724C-4354-87CC-109DD1EB5C3C}" type="presParOf" srcId="{841F8FB3-5D9C-4EC6-8DAB-01ABF8BB6AFD}" destId="{2BF83062-1C0B-4C43-B4D1-8B394515AFB7}" srcOrd="5" destOrd="0" presId="urn:microsoft.com/office/officeart/2005/8/layout/lProcess2"/>
    <dgm:cxn modelId="{A73E4C5C-D900-4B4A-BB05-7356BCDC0B8D}" type="presParOf" srcId="{841F8FB3-5D9C-4EC6-8DAB-01ABF8BB6AFD}" destId="{6C9E4D18-0CA8-4043-AF12-8C85D60C1394}" srcOrd="6" destOrd="0" presId="urn:microsoft.com/office/officeart/2005/8/layout/lProcess2"/>
    <dgm:cxn modelId="{919986A5-B397-4686-B650-743FADFA425D}" type="presParOf" srcId="{68B4643B-6109-44CF-8F04-0E764D2B93D2}" destId="{5CE1915C-BEC1-4B2F-BCAA-8D451011BF5D}" srcOrd="1" destOrd="0" presId="urn:microsoft.com/office/officeart/2005/8/layout/lProcess2"/>
    <dgm:cxn modelId="{8DACEDA8-6EA3-4D73-BD55-4C25A0D879EF}" type="presParOf" srcId="{68B4643B-6109-44CF-8F04-0E764D2B93D2}" destId="{74C7A73D-B319-4C3C-9B5A-6B448E5E5D3D}" srcOrd="2" destOrd="0" presId="urn:microsoft.com/office/officeart/2005/8/layout/lProcess2"/>
    <dgm:cxn modelId="{3F6D2929-56A1-4681-A675-E1255A55AD9D}" type="presParOf" srcId="{74C7A73D-B319-4C3C-9B5A-6B448E5E5D3D}" destId="{47697DCA-A267-4D7B-A659-9C71E505F1D9}" srcOrd="0" destOrd="0" presId="urn:microsoft.com/office/officeart/2005/8/layout/lProcess2"/>
    <dgm:cxn modelId="{503944C9-817E-4DAD-A33C-60F6C7C4BC83}" type="presParOf" srcId="{74C7A73D-B319-4C3C-9B5A-6B448E5E5D3D}" destId="{012ABDD0-DEC8-4D07-88D5-1050FD04EA08}" srcOrd="1" destOrd="0" presId="urn:microsoft.com/office/officeart/2005/8/layout/lProcess2"/>
    <dgm:cxn modelId="{6BEED810-AF6F-46FE-92EE-C58EA7D48741}" type="presParOf" srcId="{74C7A73D-B319-4C3C-9B5A-6B448E5E5D3D}" destId="{05297D6A-43AD-442B-8515-4FD4F1A0B5F2}" srcOrd="2" destOrd="0" presId="urn:microsoft.com/office/officeart/2005/8/layout/lProcess2"/>
    <dgm:cxn modelId="{D8411BAC-3AAE-443D-8C08-DF786AF0B0E5}" type="presParOf" srcId="{05297D6A-43AD-442B-8515-4FD4F1A0B5F2}" destId="{559D1A7C-CC40-45A6-8FA0-73F71CC4E938}" srcOrd="0" destOrd="0" presId="urn:microsoft.com/office/officeart/2005/8/layout/lProcess2"/>
    <dgm:cxn modelId="{E16A93A0-56F0-40D1-9D3A-9934C8DB6468}" type="presParOf" srcId="{559D1A7C-CC40-45A6-8FA0-73F71CC4E938}" destId="{97CF22CD-8EF0-4E52-BFC9-35254DA9B649}" srcOrd="0" destOrd="0" presId="urn:microsoft.com/office/officeart/2005/8/layout/lProcess2"/>
    <dgm:cxn modelId="{E5115707-989A-4626-92AA-07F3DCC533BA}" type="presParOf" srcId="{559D1A7C-CC40-45A6-8FA0-73F71CC4E938}" destId="{E16387BA-88EC-44A6-8097-426AA548416D}" srcOrd="1" destOrd="0" presId="urn:microsoft.com/office/officeart/2005/8/layout/lProcess2"/>
    <dgm:cxn modelId="{E4895FE9-DC73-4CB4-ADC7-303C34D211DF}" type="presParOf" srcId="{559D1A7C-CC40-45A6-8FA0-73F71CC4E938}" destId="{0C997138-E780-4630-A879-53913E9099CA}" srcOrd="2" destOrd="0" presId="urn:microsoft.com/office/officeart/2005/8/layout/lProcess2"/>
    <dgm:cxn modelId="{9F927CC2-B5CF-4262-ABD8-8071F65B73A5}" type="presParOf" srcId="{559D1A7C-CC40-45A6-8FA0-73F71CC4E938}" destId="{4E142C9C-377A-441C-B82D-86EBD97786AF}" srcOrd="3" destOrd="0" presId="urn:microsoft.com/office/officeart/2005/8/layout/lProcess2"/>
    <dgm:cxn modelId="{8D3C2BC5-2367-4290-8B42-9AB3334FD234}" type="presParOf" srcId="{559D1A7C-CC40-45A6-8FA0-73F71CC4E938}" destId="{4A9CB0E8-9C33-4832-900D-0969CA9EE16A}" srcOrd="4" destOrd="0" presId="urn:microsoft.com/office/officeart/2005/8/layout/lProcess2"/>
    <dgm:cxn modelId="{086C3452-0F71-462C-80D4-F6D572867975}" type="presParOf" srcId="{559D1A7C-CC40-45A6-8FA0-73F71CC4E938}" destId="{622496B2-AB74-484A-81D4-A585F2022F0E}" srcOrd="5" destOrd="0" presId="urn:microsoft.com/office/officeart/2005/8/layout/lProcess2"/>
    <dgm:cxn modelId="{2678AC6A-ACEF-4627-A1F9-943A4E702E05}" type="presParOf" srcId="{559D1A7C-CC40-45A6-8FA0-73F71CC4E938}" destId="{2153840C-DCDC-46F4-8A74-DD7E1628C32E}" srcOrd="6" destOrd="0" presId="urn:microsoft.com/office/officeart/2005/8/layout/lProcess2"/>
    <dgm:cxn modelId="{C7395ACA-D28F-4461-90F2-39106BAC5F73}" type="presParOf" srcId="{68B4643B-6109-44CF-8F04-0E764D2B93D2}" destId="{E0220E7A-CBD2-4B0F-A8A9-AAD616E88D94}" srcOrd="3" destOrd="0" presId="urn:microsoft.com/office/officeart/2005/8/layout/lProcess2"/>
    <dgm:cxn modelId="{05B41AA1-24EE-4D1F-B432-E22B347EDCC8}" type="presParOf" srcId="{68B4643B-6109-44CF-8F04-0E764D2B93D2}" destId="{3674EB56-7361-4B54-847D-A3E99815F8C2}" srcOrd="4" destOrd="0" presId="urn:microsoft.com/office/officeart/2005/8/layout/lProcess2"/>
    <dgm:cxn modelId="{7DE7B931-1BAA-4F43-AB30-B9394A168E93}" type="presParOf" srcId="{3674EB56-7361-4B54-847D-A3E99815F8C2}" destId="{BCFB2E52-084A-4060-B705-9CD5E3E61EDC}" srcOrd="0" destOrd="0" presId="urn:microsoft.com/office/officeart/2005/8/layout/lProcess2"/>
    <dgm:cxn modelId="{016EAE31-F68B-4662-8A04-046E5CBDFD74}" type="presParOf" srcId="{3674EB56-7361-4B54-847D-A3E99815F8C2}" destId="{F0979E84-18C6-4608-8367-5051B212E24D}" srcOrd="1" destOrd="0" presId="urn:microsoft.com/office/officeart/2005/8/layout/lProcess2"/>
    <dgm:cxn modelId="{4B9178FE-F966-405C-9649-7AD0DC64A513}" type="presParOf" srcId="{3674EB56-7361-4B54-847D-A3E99815F8C2}" destId="{91C1751D-D6A5-42C3-A6BF-22EBD2F2D595}" srcOrd="2" destOrd="0" presId="urn:microsoft.com/office/officeart/2005/8/layout/lProcess2"/>
    <dgm:cxn modelId="{DF5439CA-6B53-46FD-A1A4-329D2D47BCC2}" type="presParOf" srcId="{91C1751D-D6A5-42C3-A6BF-22EBD2F2D595}" destId="{71D2F5CB-3C92-4161-A19D-291B81B84B56}" srcOrd="0" destOrd="0" presId="urn:microsoft.com/office/officeart/2005/8/layout/lProcess2"/>
    <dgm:cxn modelId="{F02BDD56-D3F9-45EA-85BC-7D3A2D299C17}" type="presParOf" srcId="{71D2F5CB-3C92-4161-A19D-291B81B84B56}" destId="{A5E9D905-9159-453D-B57A-9587F4642962}" srcOrd="0" destOrd="0" presId="urn:microsoft.com/office/officeart/2005/8/layout/lProcess2"/>
    <dgm:cxn modelId="{401471DA-B5AB-43F7-938F-055D74385E33}" type="presParOf" srcId="{71D2F5CB-3C92-4161-A19D-291B81B84B56}" destId="{CF6F092A-8D10-40AD-BE43-B36586CE03B8}" srcOrd="1" destOrd="0" presId="urn:microsoft.com/office/officeart/2005/8/layout/lProcess2"/>
    <dgm:cxn modelId="{D756D53F-DDC1-4866-B8C4-6010F74A6F2C}" type="presParOf" srcId="{71D2F5CB-3C92-4161-A19D-291B81B84B56}" destId="{C903370D-C4FB-467F-A593-3B2A31250DBD}" srcOrd="2" destOrd="0" presId="urn:microsoft.com/office/officeart/2005/8/layout/lProcess2"/>
    <dgm:cxn modelId="{11214E83-D9D8-4AE4-991B-90262422221D}" type="presParOf" srcId="{71D2F5CB-3C92-4161-A19D-291B81B84B56}" destId="{98A53733-24C5-4153-BF79-0CE9CAA0A42C}" srcOrd="3" destOrd="0" presId="urn:microsoft.com/office/officeart/2005/8/layout/lProcess2"/>
    <dgm:cxn modelId="{2E4853C6-0326-4E99-A239-510F2B2766CA}" type="presParOf" srcId="{71D2F5CB-3C92-4161-A19D-291B81B84B56}" destId="{E07F6555-5B09-430F-8C8B-DA209503AA62}" srcOrd="4" destOrd="0" presId="urn:microsoft.com/office/officeart/2005/8/layout/lProcess2"/>
    <dgm:cxn modelId="{E1B807B6-5060-46C8-8A6A-77A65A209334}" type="presParOf" srcId="{71D2F5CB-3C92-4161-A19D-291B81B84B56}" destId="{BDB204BF-810C-4F62-A95E-8DCB0F52237F}" srcOrd="5" destOrd="0" presId="urn:microsoft.com/office/officeart/2005/8/layout/lProcess2"/>
    <dgm:cxn modelId="{C3CD4B52-230D-41FA-8B96-3109B0102A3A}" type="presParOf" srcId="{71D2F5CB-3C92-4161-A19D-291B81B84B56}" destId="{CB62C5FC-9BA3-49D9-B666-5B03ED0081DE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9A5DD-FDC0-42B2-BFC1-30785A10C48C}">
      <dsp:nvSpPr>
        <dsp:cNvPr id="0" name=""/>
        <dsp:cNvSpPr/>
      </dsp:nvSpPr>
      <dsp:spPr>
        <a:xfrm>
          <a:off x="0" y="1557628"/>
          <a:ext cx="10874633" cy="21674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2FC57-16AA-4880-BCC7-B244F6A3D883}">
      <dsp:nvSpPr>
        <dsp:cNvPr id="0" name=""/>
        <dsp:cNvSpPr/>
      </dsp:nvSpPr>
      <dsp:spPr>
        <a:xfrm>
          <a:off x="1470" y="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2001</a:t>
          </a:r>
          <a:br>
            <a:rPr lang="de-DE" sz="1200" kern="1200" dirty="0"/>
          </a:br>
          <a:r>
            <a:rPr lang="de-DE" sz="1200" kern="1200" dirty="0"/>
            <a:t>First </a:t>
          </a:r>
          <a:r>
            <a:rPr lang="de-DE" sz="1200" kern="1200" dirty="0" err="1"/>
            <a:t>Draft</a:t>
          </a:r>
          <a:r>
            <a:rPr lang="de-DE" sz="1200" kern="1200" dirty="0"/>
            <a:t> Human Genome</a:t>
          </a:r>
        </a:p>
      </dsp:txBody>
      <dsp:txXfrm>
        <a:off x="1470" y="0"/>
        <a:ext cx="996398" cy="2167466"/>
      </dsp:txXfrm>
    </dsp:sp>
    <dsp:sp modelId="{625B50B6-BC4B-4CAC-8499-9938D8E906D4}">
      <dsp:nvSpPr>
        <dsp:cNvPr id="0" name=""/>
        <dsp:cNvSpPr/>
      </dsp:nvSpPr>
      <dsp:spPr>
        <a:xfrm>
          <a:off x="228736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E2EF1-67A1-4AC8-BA5C-43CADADA531B}">
      <dsp:nvSpPr>
        <dsp:cNvPr id="0" name=""/>
        <dsp:cNvSpPr/>
      </dsp:nvSpPr>
      <dsp:spPr>
        <a:xfrm>
          <a:off x="1047689" y="325120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2011</a:t>
          </a:r>
          <a:br>
            <a:rPr lang="de-DE" sz="1200" kern="1200" dirty="0"/>
          </a:br>
          <a:r>
            <a:rPr lang="de-DE" sz="1200" kern="1200" dirty="0"/>
            <a:t>hg19 </a:t>
          </a:r>
          <a:br>
            <a:rPr lang="de-DE" sz="1200" kern="1200" dirty="0"/>
          </a:br>
          <a:r>
            <a:rPr lang="de-DE" sz="1200" kern="1200" dirty="0"/>
            <a:t>Reference Genome</a:t>
          </a:r>
        </a:p>
      </dsp:txBody>
      <dsp:txXfrm>
        <a:off x="1047689" y="3251200"/>
        <a:ext cx="996398" cy="2167466"/>
      </dsp:txXfrm>
    </dsp:sp>
    <dsp:sp modelId="{0C4395B5-4D46-4ACC-99F4-F30588C6F6F1}">
      <dsp:nvSpPr>
        <dsp:cNvPr id="0" name=""/>
        <dsp:cNvSpPr/>
      </dsp:nvSpPr>
      <dsp:spPr>
        <a:xfrm>
          <a:off x="1274955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2AAA7-BB6A-4F70-A9C0-1E61F403F937}">
      <dsp:nvSpPr>
        <dsp:cNvPr id="0" name=""/>
        <dsp:cNvSpPr/>
      </dsp:nvSpPr>
      <dsp:spPr>
        <a:xfrm>
          <a:off x="2093908" y="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2017 </a:t>
          </a:r>
          <a:br>
            <a:rPr lang="de-DE" sz="1200" kern="1200" dirty="0"/>
          </a:br>
          <a:r>
            <a:rPr lang="de-DE" sz="1200" kern="1200" dirty="0"/>
            <a:t>hg38</a:t>
          </a:r>
          <a:br>
            <a:rPr lang="de-DE" sz="1200" kern="1200" dirty="0"/>
          </a:br>
          <a:r>
            <a:rPr lang="de-DE" sz="1200" kern="1200" dirty="0"/>
            <a:t>Reference</a:t>
          </a:r>
          <a:br>
            <a:rPr lang="de-DE" sz="1200" kern="1200" dirty="0"/>
          </a:br>
          <a:r>
            <a:rPr lang="de-DE" sz="1200" kern="1200" dirty="0"/>
            <a:t>Genome</a:t>
          </a:r>
        </a:p>
      </dsp:txBody>
      <dsp:txXfrm>
        <a:off x="2093908" y="0"/>
        <a:ext cx="996398" cy="2167466"/>
      </dsp:txXfrm>
    </dsp:sp>
    <dsp:sp modelId="{22FCC57B-F016-4F76-98C0-DB6B51EE4EB1}">
      <dsp:nvSpPr>
        <dsp:cNvPr id="0" name=""/>
        <dsp:cNvSpPr/>
      </dsp:nvSpPr>
      <dsp:spPr>
        <a:xfrm>
          <a:off x="2321174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9D169-98ED-4DDF-B590-0388F2F3875F}">
      <dsp:nvSpPr>
        <dsp:cNvPr id="0" name=""/>
        <dsp:cNvSpPr/>
      </dsp:nvSpPr>
      <dsp:spPr>
        <a:xfrm>
          <a:off x="3140127" y="325120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2022 T2T-CHM13</a:t>
          </a:r>
          <a:br>
            <a:rPr lang="de-DE" sz="1200" kern="1200" dirty="0"/>
          </a:br>
          <a:r>
            <a:rPr lang="de-DE" sz="1200" kern="1200" dirty="0"/>
            <a:t>First T2T Genome</a:t>
          </a:r>
          <a:br>
            <a:rPr lang="de-DE" sz="1200" kern="1200" dirty="0"/>
          </a:br>
          <a:r>
            <a:rPr lang="de-DE" sz="1200" kern="1200" dirty="0"/>
            <a:t>(haploid)</a:t>
          </a:r>
        </a:p>
      </dsp:txBody>
      <dsp:txXfrm>
        <a:off x="3140127" y="3251200"/>
        <a:ext cx="996398" cy="2167466"/>
      </dsp:txXfrm>
    </dsp:sp>
    <dsp:sp modelId="{3A2FD8C1-C488-4D78-B863-85167493CAAF}">
      <dsp:nvSpPr>
        <dsp:cNvPr id="0" name=""/>
        <dsp:cNvSpPr/>
      </dsp:nvSpPr>
      <dsp:spPr>
        <a:xfrm>
          <a:off x="3367393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C6894-6662-4993-A7A9-D1E9746EF6A8}">
      <dsp:nvSpPr>
        <dsp:cNvPr id="0" name=""/>
        <dsp:cNvSpPr/>
      </dsp:nvSpPr>
      <dsp:spPr>
        <a:xfrm>
          <a:off x="4186345" y="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2022</a:t>
          </a:r>
          <a:br>
            <a:rPr lang="de-DE" sz="1200" kern="1200" dirty="0"/>
          </a:br>
          <a:r>
            <a:rPr lang="de-DE" sz="1200" kern="1200" dirty="0"/>
            <a:t>HG002v0.7</a:t>
          </a:r>
          <a:br>
            <a:rPr lang="de-DE" sz="1200" kern="1200" dirty="0"/>
          </a:br>
          <a:r>
            <a:rPr lang="de-DE" sz="1200" kern="1200" dirty="0"/>
            <a:t>Q60</a:t>
          </a:r>
        </a:p>
      </dsp:txBody>
      <dsp:txXfrm>
        <a:off x="4186345" y="0"/>
        <a:ext cx="996398" cy="2167466"/>
      </dsp:txXfrm>
    </dsp:sp>
    <dsp:sp modelId="{61107305-9980-4C64-B3D5-24327A19479F}">
      <dsp:nvSpPr>
        <dsp:cNvPr id="0" name=""/>
        <dsp:cNvSpPr/>
      </dsp:nvSpPr>
      <dsp:spPr>
        <a:xfrm>
          <a:off x="4413611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DA96A-4443-448B-B3C8-74EC6FD3937F}">
      <dsp:nvSpPr>
        <dsp:cNvPr id="0" name=""/>
        <dsp:cNvSpPr/>
      </dsp:nvSpPr>
      <dsp:spPr>
        <a:xfrm>
          <a:off x="5232564" y="325120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2023</a:t>
          </a:r>
          <a:br>
            <a:rPr lang="de-DE" sz="1200" kern="1200" dirty="0"/>
          </a:br>
          <a:r>
            <a:rPr lang="de-DE" sz="1200" kern="1200" dirty="0"/>
            <a:t>The Human Pangenome Project</a:t>
          </a:r>
        </a:p>
      </dsp:txBody>
      <dsp:txXfrm>
        <a:off x="5232564" y="3251200"/>
        <a:ext cx="996398" cy="2167466"/>
      </dsp:txXfrm>
    </dsp:sp>
    <dsp:sp modelId="{16F92BE9-596D-41E6-B9CC-C89DDEDD90C2}">
      <dsp:nvSpPr>
        <dsp:cNvPr id="0" name=""/>
        <dsp:cNvSpPr/>
      </dsp:nvSpPr>
      <dsp:spPr>
        <a:xfrm>
          <a:off x="5459830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4F046-BE19-4DA0-B4AC-40A0207B5520}">
      <dsp:nvSpPr>
        <dsp:cNvPr id="0" name=""/>
        <dsp:cNvSpPr/>
      </dsp:nvSpPr>
      <dsp:spPr>
        <a:xfrm>
          <a:off x="6278783" y="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2024</a:t>
          </a:r>
          <a:br>
            <a:rPr lang="de-DE" sz="1200" kern="1200" dirty="0"/>
          </a:br>
          <a:r>
            <a:rPr lang="de-DE" sz="1200" kern="1200" dirty="0"/>
            <a:t>HG002v1.1</a:t>
          </a:r>
          <a:br>
            <a:rPr lang="de-DE" sz="1200" kern="1200" dirty="0"/>
          </a:br>
          <a:r>
            <a:rPr lang="de-DE" sz="1200" kern="1200" dirty="0"/>
            <a:t>Q77.8</a:t>
          </a:r>
        </a:p>
      </dsp:txBody>
      <dsp:txXfrm>
        <a:off x="6278783" y="0"/>
        <a:ext cx="996398" cy="2167466"/>
      </dsp:txXfrm>
    </dsp:sp>
    <dsp:sp modelId="{B645BCE8-2908-4FD3-93E2-AFF8ED0BFF9F}">
      <dsp:nvSpPr>
        <dsp:cNvPr id="0" name=""/>
        <dsp:cNvSpPr/>
      </dsp:nvSpPr>
      <dsp:spPr>
        <a:xfrm>
          <a:off x="6506049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3C766-052C-4224-A21C-C0FE7FE37A52}">
      <dsp:nvSpPr>
        <dsp:cNvPr id="0" name=""/>
        <dsp:cNvSpPr/>
      </dsp:nvSpPr>
      <dsp:spPr>
        <a:xfrm>
          <a:off x="7325002" y="3251200"/>
          <a:ext cx="1414477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2024</a:t>
          </a:r>
          <a:br>
            <a:rPr lang="de-DE" sz="1200" kern="1200" dirty="0"/>
          </a:br>
          <a:r>
            <a:rPr lang="de-DE" sz="1200" kern="1200" dirty="0" err="1"/>
            <a:t>Improved</a:t>
          </a:r>
          <a:r>
            <a:rPr lang="de-DE" sz="1200" kern="1200" dirty="0"/>
            <a:t> Methods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900" kern="1200" dirty="0" err="1"/>
            <a:t>Herro</a:t>
          </a:r>
          <a:r>
            <a:rPr lang="de-DE" sz="900" kern="1200" dirty="0"/>
            <a:t> (Stanojevic et al.)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900" kern="1200" dirty="0"/>
            <a:t>ONT </a:t>
          </a:r>
          <a:r>
            <a:rPr lang="de-DE" sz="900" kern="1200" dirty="0" err="1"/>
            <a:t>only</a:t>
          </a:r>
          <a:r>
            <a:rPr lang="de-DE" sz="900" kern="1200" dirty="0"/>
            <a:t> (Koren et al)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900" kern="1200" dirty="0" err="1"/>
            <a:t>Hifiasm</a:t>
          </a:r>
          <a:r>
            <a:rPr lang="de-DE" sz="900" kern="1200" dirty="0"/>
            <a:t> (Cheng et al)</a:t>
          </a:r>
        </a:p>
      </dsp:txBody>
      <dsp:txXfrm>
        <a:off x="7325002" y="3251200"/>
        <a:ext cx="1414477" cy="2167466"/>
      </dsp:txXfrm>
    </dsp:sp>
    <dsp:sp modelId="{C43FE62B-87DF-445B-A188-D192827FA9AB}">
      <dsp:nvSpPr>
        <dsp:cNvPr id="0" name=""/>
        <dsp:cNvSpPr/>
      </dsp:nvSpPr>
      <dsp:spPr>
        <a:xfrm>
          <a:off x="7761307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03D17-4A11-419A-9250-97A0027C9F9A}">
      <dsp:nvSpPr>
        <dsp:cNvPr id="0" name=""/>
        <dsp:cNvSpPr/>
      </dsp:nvSpPr>
      <dsp:spPr>
        <a:xfrm>
          <a:off x="8789300" y="0"/>
          <a:ext cx="996398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2025</a:t>
          </a:r>
          <a:br>
            <a:rPr lang="de-DE" sz="1200" kern="1200" dirty="0"/>
          </a:br>
          <a:r>
            <a:rPr lang="de-DE" sz="1200" kern="1200" dirty="0"/>
            <a:t>Publications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900" kern="1200" dirty="0"/>
            <a:t>6 T2T </a:t>
          </a:r>
          <a:r>
            <a:rPr lang="de-DE" sz="900" kern="1200" dirty="0" err="1"/>
            <a:t>Ape</a:t>
          </a:r>
          <a:r>
            <a:rPr lang="de-DE" sz="900" kern="1200" dirty="0"/>
            <a:t> </a:t>
          </a:r>
          <a:br>
            <a:rPr lang="de-DE" sz="900" kern="1200" dirty="0"/>
          </a:br>
          <a:r>
            <a:rPr lang="de-DE" sz="900" kern="1200" dirty="0"/>
            <a:t>(Yoo et al)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900" kern="1200" dirty="0"/>
            <a:t>18 T2T Human</a:t>
          </a:r>
          <a:br>
            <a:rPr lang="de-DE" sz="900" kern="1200" dirty="0"/>
          </a:br>
          <a:r>
            <a:rPr lang="de-DE" sz="900" kern="1200" dirty="0"/>
            <a:t>(</a:t>
          </a:r>
          <a:r>
            <a:rPr lang="de-DE" sz="900" kern="1200" dirty="0" err="1"/>
            <a:t>Ghorbani</a:t>
          </a:r>
          <a:r>
            <a:rPr lang="de-DE" sz="900" kern="1200" dirty="0"/>
            <a:t> et al)</a:t>
          </a:r>
        </a:p>
      </dsp:txBody>
      <dsp:txXfrm>
        <a:off x="8789300" y="0"/>
        <a:ext cx="996398" cy="2167466"/>
      </dsp:txXfrm>
    </dsp:sp>
    <dsp:sp modelId="{520AB306-6AB9-47FB-99C3-CDF25D50C932}">
      <dsp:nvSpPr>
        <dsp:cNvPr id="0" name=""/>
        <dsp:cNvSpPr/>
      </dsp:nvSpPr>
      <dsp:spPr>
        <a:xfrm>
          <a:off x="9016566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8F384-F321-4A8A-815F-D52B68AF7156}">
      <dsp:nvSpPr>
        <dsp:cNvPr id="0" name=""/>
        <dsp:cNvSpPr/>
      </dsp:nvSpPr>
      <dsp:spPr>
        <a:xfrm>
          <a:off x="0" y="0"/>
          <a:ext cx="3719385" cy="4957763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tx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150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Ultra-Long DNA </a:t>
          </a:r>
        </a:p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150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Sequencing Kit </a:t>
          </a:r>
          <a:endParaRPr lang="en-GB" sz="22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0" y="0"/>
        <a:ext cx="3719385" cy="1487328"/>
      </dsp:txXfrm>
    </dsp:sp>
    <dsp:sp modelId="{DA764857-845B-4FD9-998A-FE6091F6929F}">
      <dsp:nvSpPr>
        <dsp:cNvPr id="0" name=""/>
        <dsp:cNvSpPr/>
      </dsp:nvSpPr>
      <dsp:spPr>
        <a:xfrm>
          <a:off x="373369" y="1487449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SQK-ULK114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394523" y="1508603"/>
        <a:ext cx="2933200" cy="679932"/>
      </dsp:txXfrm>
    </dsp:sp>
    <dsp:sp modelId="{5181B08A-11DF-4780-8E1F-A90566C4C6E7}">
      <dsp:nvSpPr>
        <dsp:cNvPr id="0" name=""/>
        <dsp:cNvSpPr/>
      </dsp:nvSpPr>
      <dsp:spPr>
        <a:xfrm>
          <a:off x="373369" y="2320804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Ultra</a:t>
          </a: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-long reads (&gt;=100kb)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394523" y="2341958"/>
        <a:ext cx="2933200" cy="679932"/>
      </dsp:txXfrm>
    </dsp:sp>
    <dsp:sp modelId="{B1B364C8-EC6F-41D5-B303-5CB965A533E4}">
      <dsp:nvSpPr>
        <dsp:cNvPr id="0" name=""/>
        <dsp:cNvSpPr/>
      </dsp:nvSpPr>
      <dsp:spPr>
        <a:xfrm>
          <a:off x="373369" y="3154158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2 lib preps on 3/4 flow cells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394523" y="3175312"/>
        <a:ext cx="2933200" cy="679932"/>
      </dsp:txXfrm>
    </dsp:sp>
    <dsp:sp modelId="{6C9E4D18-0CA8-4043-AF12-8C85D60C1394}">
      <dsp:nvSpPr>
        <dsp:cNvPr id="0" name=""/>
        <dsp:cNvSpPr/>
      </dsp:nvSpPr>
      <dsp:spPr>
        <a:xfrm>
          <a:off x="373369" y="3987513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~45X with &gt;=100kb N50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394523" y="4008667"/>
        <a:ext cx="2933200" cy="679932"/>
      </dsp:txXfrm>
    </dsp:sp>
    <dsp:sp modelId="{47697DCA-A267-4D7B-A659-9C71E505F1D9}">
      <dsp:nvSpPr>
        <dsp:cNvPr id="0" name=""/>
        <dsp:cNvSpPr/>
      </dsp:nvSpPr>
      <dsp:spPr>
        <a:xfrm>
          <a:off x="3999769" y="0"/>
          <a:ext cx="3719385" cy="4957763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tx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150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Assembly Polishing </a:t>
          </a:r>
        </a:p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150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Kit </a:t>
          </a:r>
          <a:r>
            <a:rPr lang="de-DE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(APK)</a:t>
          </a:r>
          <a:endParaRPr lang="en-GB" sz="22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3999769" y="0"/>
        <a:ext cx="3719385" cy="1487328"/>
      </dsp:txXfrm>
    </dsp:sp>
    <dsp:sp modelId="{97CF22CD-8EF0-4E52-BFC9-35254DA9B649}">
      <dsp:nvSpPr>
        <dsp:cNvPr id="0" name=""/>
        <dsp:cNvSpPr/>
      </dsp:nvSpPr>
      <dsp:spPr>
        <a:xfrm>
          <a:off x="4371708" y="1487449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SQK-APK114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4392862" y="1508603"/>
        <a:ext cx="2933200" cy="679932"/>
      </dsp:txXfrm>
    </dsp:sp>
    <dsp:sp modelId="{0C997138-E780-4630-A879-53913E9099CA}">
      <dsp:nvSpPr>
        <dsp:cNvPr id="0" name=""/>
        <dsp:cNvSpPr/>
      </dsp:nvSpPr>
      <dsp:spPr>
        <a:xfrm>
          <a:off x="4371708" y="2320804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Chromosome correction data</a:t>
          </a:r>
        </a:p>
      </dsp:txBody>
      <dsp:txXfrm>
        <a:off x="4392862" y="2341958"/>
        <a:ext cx="2933200" cy="679932"/>
      </dsp:txXfrm>
    </dsp:sp>
    <dsp:sp modelId="{4A9CB0E8-9C33-4832-900D-0969CA9EE16A}">
      <dsp:nvSpPr>
        <dsp:cNvPr id="0" name=""/>
        <dsp:cNvSpPr/>
      </dsp:nvSpPr>
      <dsp:spPr>
        <a:xfrm>
          <a:off x="4371708" y="3154158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1 lib prep on 1 flow cell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4392862" y="3175312"/>
        <a:ext cx="2933200" cy="679932"/>
      </dsp:txXfrm>
    </dsp:sp>
    <dsp:sp modelId="{2153840C-DCDC-46F4-8A74-DD7E1628C32E}">
      <dsp:nvSpPr>
        <dsp:cNvPr id="0" name=""/>
        <dsp:cNvSpPr/>
      </dsp:nvSpPr>
      <dsp:spPr>
        <a:xfrm>
          <a:off x="4371708" y="3987513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&gt;=35X </a:t>
          </a:r>
          <a:r>
            <a:rPr lang="en-150" sz="2000" kern="1200" dirty="0" err="1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wi</a:t>
          </a:r>
          <a:r>
            <a:rPr lang="en-GB" sz="2000" kern="1200" dirty="0" err="1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th</a:t>
          </a:r>
          <a:r>
            <a:rPr lang="en-150" sz="2000" kern="120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 ~6-8 </a:t>
          </a: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kb N50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4392862" y="4008667"/>
        <a:ext cx="2933200" cy="679932"/>
      </dsp:txXfrm>
    </dsp:sp>
    <dsp:sp modelId="{BCFB2E52-084A-4060-B705-9CD5E3E61EDC}">
      <dsp:nvSpPr>
        <dsp:cNvPr id="0" name=""/>
        <dsp:cNvSpPr/>
      </dsp:nvSpPr>
      <dsp:spPr>
        <a:xfrm>
          <a:off x="7998109" y="0"/>
          <a:ext cx="3719385" cy="4957763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tx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150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Pore-C protocol with </a:t>
          </a:r>
        </a:p>
        <a:p>
          <a:pPr marL="0" lvl="0" indent="0" algn="ctr" defTabSz="977900">
            <a:lnSpc>
              <a:spcPct val="15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150" sz="2200" b="1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Ligation Sequencing Kit</a:t>
          </a:r>
          <a:endParaRPr lang="en-GB" sz="22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7998109" y="0"/>
        <a:ext cx="3719385" cy="1487328"/>
      </dsp:txXfrm>
    </dsp:sp>
    <dsp:sp modelId="{A5E9D905-9159-453D-B57A-9587F4642962}">
      <dsp:nvSpPr>
        <dsp:cNvPr id="0" name=""/>
        <dsp:cNvSpPr/>
      </dsp:nvSpPr>
      <dsp:spPr>
        <a:xfrm>
          <a:off x="8370047" y="1487449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SQK-LSK114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8391201" y="1508603"/>
        <a:ext cx="2933200" cy="679932"/>
      </dsp:txXfrm>
    </dsp:sp>
    <dsp:sp modelId="{C903370D-C4FB-467F-A593-3B2A31250DBD}">
      <dsp:nvSpPr>
        <dsp:cNvPr id="0" name=""/>
        <dsp:cNvSpPr/>
      </dsp:nvSpPr>
      <dsp:spPr>
        <a:xfrm>
          <a:off x="8370047" y="2320804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Chromatin conformation capture data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8391201" y="2341958"/>
        <a:ext cx="2933200" cy="679932"/>
      </dsp:txXfrm>
    </dsp:sp>
    <dsp:sp modelId="{E07F6555-5B09-430F-8C8B-DA209503AA62}">
      <dsp:nvSpPr>
        <dsp:cNvPr id="0" name=""/>
        <dsp:cNvSpPr/>
      </dsp:nvSpPr>
      <dsp:spPr>
        <a:xfrm>
          <a:off x="8370047" y="3154158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1 lib prep on 1 flow cell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8391201" y="3175312"/>
        <a:ext cx="2933200" cy="679932"/>
      </dsp:txXfrm>
    </dsp:sp>
    <dsp:sp modelId="{CB62C5FC-9BA3-49D9-B666-5B03ED0081DE}">
      <dsp:nvSpPr>
        <dsp:cNvPr id="0" name=""/>
        <dsp:cNvSpPr/>
      </dsp:nvSpPr>
      <dsp:spPr>
        <a:xfrm>
          <a:off x="8370047" y="3987513"/>
          <a:ext cx="2975508" cy="72224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bg1">
              <a:lumMod val="9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150" sz="2000" kern="1200" dirty="0"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</a:rPr>
            <a:t>&gt;=25X with ~8kb N50</a:t>
          </a:r>
          <a:endParaRPr lang="en-GB" sz="2000" kern="1200" dirty="0">
            <a:latin typeface="Source Sans Pro" panose="020B0503030403020204" pitchFamily="34" charset="0"/>
            <a:ea typeface="Source Sans Pro" panose="020B0503030403020204" pitchFamily="34" charset="0"/>
            <a:cs typeface="Times New Roman" panose="02020603050405020304" pitchFamily="18" charset="0"/>
          </a:endParaRPr>
        </a:p>
      </dsp:txBody>
      <dsp:txXfrm>
        <a:off x="8391201" y="4008667"/>
        <a:ext cx="2933200" cy="679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F7632-CEEA-4A77-AA66-C37352DF84CC}" type="datetimeFigureOut">
              <a:rPr lang="de-DE" smtClean="0"/>
              <a:t>22.05.2025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D9DD8-89B9-4D97-A15A-2E05D76967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333333"/>
                </a:solidFill>
                <a:effectLst/>
                <a:latin typeface="Segoe WPC"/>
              </a:rPr>
              <a:t>How does Pore-C work?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Segoe WPC"/>
              </a:rPr>
              <a:t>Chromatin is crosslinked in cells to preserve 3D 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Segoe WPC"/>
              </a:rPr>
              <a:t>DNA is fragmented and proximity-ligated, joining together DNA segments that are spatially close in the nucleus.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Segoe WPC"/>
              </a:rPr>
              <a:t>The resulting chimeric DNA molecules (containing multiple genomic fragments) are sequenced using Oxford Nanopore’s long-read technology.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Segoe WPC"/>
              </a:rPr>
              <a:t>Each read can contain information about multiple interacting genomic loci, providing high-resolution insight into chromatin organization</a:t>
            </a:r>
            <a:r>
              <a:rPr lang="en-US" b="0" i="0" dirty="0">
                <a:solidFill>
                  <a:srgbClr val="333333"/>
                </a:solidFill>
                <a:effectLst/>
                <a:latin typeface="Segoe WPC"/>
              </a:rPr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9317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597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D9DD8-89B9-4D97-A15A-2E05D7696739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626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999E9-4CAB-4CDC-ACE6-B8AC7196A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A558740-07D6-46D6-8FF7-7BDC2E7B2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648F53FF-DB6D-40D1-8147-3A65D273DF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12192000" cy="5335588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6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A0FC371-5582-4B28-B83E-7079CB6A38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869950"/>
            <a:ext cx="5905500" cy="1810638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378000" tIns="252000" bIns="144000">
            <a:spAutoFit/>
          </a:bodyPr>
          <a:lstStyle>
            <a:lvl1pPr marL="0" indent="0">
              <a:lnSpc>
                <a:spcPts val="5000"/>
              </a:lnSpc>
              <a:buFont typeface="Arial" panose="020B0604020202020204" pitchFamily="34" charset="0"/>
              <a:buNone/>
              <a:defRPr sz="4800" b="1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16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64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Titel der Folie 48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und Zeile zwei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63A2941-2C52-41DF-9D75-C0569C0A01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8165" y="5349875"/>
            <a:ext cx="3449496" cy="1395412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3938CF12-D97C-492A-A9AA-4CC73C7270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2588" y="6038850"/>
            <a:ext cx="3582987" cy="2198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pPr lvl="0"/>
            <a:r>
              <a:rPr lang="de-DE" dirty="0"/>
              <a:t>Caspar </a:t>
            </a:r>
            <a:r>
              <a:rPr lang="de-DE" dirty="0" err="1"/>
              <a:t>Gross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3FFAA6-73C2-4E37-A832-AA0E4AA941F2}"/>
              </a:ext>
            </a:extLst>
          </p:cNvPr>
          <p:cNvSpPr txBox="1"/>
          <p:nvPr userDrawn="1"/>
        </p:nvSpPr>
        <p:spPr>
          <a:xfrm>
            <a:off x="382588" y="6604000"/>
            <a:ext cx="3582987" cy="12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DE" sz="600" dirty="0">
                <a:solidFill>
                  <a:schemeClr val="tx1"/>
                </a:solidFill>
                <a:effectLst/>
              </a:rPr>
              <a:t>© UNIVERSITÄTSKLINIKUM</a:t>
            </a:r>
            <a:r>
              <a:rPr lang="de-DE" sz="600" baseline="0" dirty="0">
                <a:solidFill>
                  <a:schemeClr val="tx1"/>
                </a:solidFill>
                <a:effectLst/>
              </a:rPr>
              <a:t> TÜBINGEN.</a:t>
            </a:r>
            <a:endParaRPr lang="de-DE" sz="600" dirty="0">
              <a:solidFill>
                <a:schemeClr val="tx1"/>
              </a:solidFill>
              <a:effectLst/>
            </a:endParaRPr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1F9F153B-4A0D-4D70-92FF-5A8E787BB31F}"/>
              </a:ext>
            </a:extLst>
          </p:cNvPr>
          <p:cNvSpPr txBox="1">
            <a:spLocks/>
          </p:cNvSpPr>
          <p:nvPr userDrawn="1"/>
        </p:nvSpPr>
        <p:spPr>
          <a:xfrm>
            <a:off x="381599" y="6339600"/>
            <a:ext cx="3582987" cy="12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26.05.2025, C25 </a:t>
            </a:r>
            <a:r>
              <a:rPr lang="de-DE" dirty="0" err="1"/>
              <a:t>Functional</a:t>
            </a:r>
            <a:r>
              <a:rPr lang="de-DE" dirty="0"/>
              <a:t> and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genomics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162D136-70FB-6516-74A9-90069ACF0E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93916" y="5557459"/>
            <a:ext cx="1707728" cy="9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6323B-4416-4FC3-85E9-B69902A6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219200"/>
            <a:ext cx="11719420" cy="4957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454876-334D-4715-9BC4-A70410DC8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48E1717E-E3C5-4EB2-8449-501AF07790DA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 dirty="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D0F6DEC-F40B-4D62-AA42-C1A482C09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Titel oder Kapitel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D70947C-CB6C-43B8-8E8A-DE4F7A67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107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AF8DC-9242-4928-B767-FDE1B0AA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1">
            <a:extLst>
              <a:ext uri="{FF2B5EF4-FFF2-40B4-BE49-F238E27FC236}">
                <a16:creationId xmlns:a16="http://schemas.microsoft.com/office/drawing/2014/main" id="{287EA619-D5AD-4620-81F1-0380A4B7B8EE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 dirty="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6590293A-F110-483C-961D-8619AF147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Titel oder Kapitel</a:t>
            </a:r>
          </a:p>
        </p:txBody>
      </p:sp>
    </p:spTree>
    <p:extLst>
      <p:ext uri="{BB962C8B-B14F-4D97-AF65-F5344CB8AC3E}">
        <p14:creationId xmlns:p14="http://schemas.microsoft.com/office/powerpoint/2010/main" val="267206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6323B-4416-4FC3-85E9-B69902A6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5683513" cy="4957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454876-334D-4715-9BC4-A70410DC8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48E1717E-E3C5-4EB2-8449-501AF07790DA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 dirty="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D0F6DEC-F40B-4D62-AA42-C1A482C09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Titel oder Kapitel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D70947C-CB6C-43B8-8E8A-DE4F7A67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21A6906-83B1-4C62-83BB-DC1A560CE61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3016" y="1219200"/>
            <a:ext cx="5683513" cy="49577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2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67130702-7679-4683-AB83-FECB2FA0D8D5}"/>
              </a:ext>
            </a:extLst>
          </p:cNvPr>
          <p:cNvSpPr/>
          <p:nvPr userDrawn="1"/>
        </p:nvSpPr>
        <p:spPr>
          <a:xfrm>
            <a:off x="0" y="1045030"/>
            <a:ext cx="12192000" cy="513193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36323B-4416-4FC3-85E9-B69902A685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000" y="1219200"/>
            <a:ext cx="11719420" cy="4735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1pPr>
            <a:lvl2pPr marL="4572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2pPr>
            <a:lvl3pPr marL="9144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3pPr>
            <a:lvl4pPr marL="13716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4pPr>
            <a:lvl5pPr marL="1828800" indent="0">
              <a:buNone/>
              <a:defRPr>
                <a:solidFill>
                  <a:schemeClr val="bg2">
                    <a:lumMod val="40000"/>
                    <a:lumOff val="6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defRPr>
            </a:lvl5pPr>
          </a:lstStyle>
          <a:p>
            <a:pPr lvl="0"/>
            <a:r>
              <a:rPr lang="de-DE" dirty="0" err="1"/>
              <a:t>rule</a:t>
            </a:r>
            <a:r>
              <a:rPr lang="de-DE" dirty="0"/>
              <a:t> </a:t>
            </a:r>
            <a:r>
              <a:rPr lang="de-DE" dirty="0" err="1"/>
              <a:t>map_genome_all</a:t>
            </a:r>
            <a:r>
              <a:rPr lang="de-DE" dirty="0"/>
              <a:t>:</a:t>
            </a:r>
          </a:p>
          <a:p>
            <a:pPr lvl="0"/>
            <a:r>
              <a:rPr lang="de-DE" dirty="0"/>
              <a:t>    </a:t>
            </a:r>
            <a:r>
              <a:rPr lang="de-DE" dirty="0" err="1"/>
              <a:t>input</a:t>
            </a:r>
            <a:r>
              <a:rPr lang="de-DE" dirty="0"/>
              <a:t>: </a:t>
            </a:r>
          </a:p>
          <a:p>
            <a:pPr lvl="0"/>
            <a:r>
              <a:rPr lang="de-DE" dirty="0"/>
              <a:t>        </a:t>
            </a:r>
            <a:r>
              <a:rPr lang="de-DE" dirty="0" err="1"/>
              <a:t>genome</a:t>
            </a:r>
            <a:r>
              <a:rPr lang="de-DE" dirty="0"/>
              <a:t> = </a:t>
            </a:r>
            <a:r>
              <a:rPr lang="de-DE" dirty="0" err="1"/>
              <a:t>config</a:t>
            </a:r>
            <a:r>
              <a:rPr lang="de-DE" dirty="0"/>
              <a:t>['</a:t>
            </a:r>
            <a:r>
              <a:rPr lang="de-DE" dirty="0" err="1"/>
              <a:t>ref</a:t>
            </a:r>
            <a:r>
              <a:rPr lang="de-DE" dirty="0"/>
              <a:t>']['</a:t>
            </a:r>
            <a:r>
              <a:rPr lang="de-DE" dirty="0" err="1"/>
              <a:t>genome</a:t>
            </a:r>
            <a:r>
              <a:rPr lang="de-DE" dirty="0"/>
              <a:t>'],</a:t>
            </a:r>
          </a:p>
          <a:p>
            <a:pPr lvl="0"/>
            <a:r>
              <a:rPr lang="de-DE" dirty="0"/>
              <a:t>        </a:t>
            </a:r>
            <a:r>
              <a:rPr lang="de-DE" dirty="0" err="1"/>
              <a:t>fq</a:t>
            </a:r>
            <a:r>
              <a:rPr lang="de-DE" dirty="0"/>
              <a:t> = "Sample_{sample}/{sample}.fastq.gz"</a:t>
            </a:r>
          </a:p>
          <a:p>
            <a:pPr lvl="0"/>
            <a:r>
              <a:rPr lang="de-DE" dirty="0"/>
              <a:t>    </a:t>
            </a:r>
            <a:r>
              <a:rPr lang="de-DE" dirty="0" err="1"/>
              <a:t>output</a:t>
            </a:r>
            <a:r>
              <a:rPr lang="de-DE" dirty="0"/>
              <a:t>: </a:t>
            </a:r>
          </a:p>
          <a:p>
            <a:pPr lvl="0"/>
            <a:r>
              <a:rPr lang="de-DE" dirty="0"/>
              <a:t>        bam = "Sample_{sample}/{sample}.bam",</a:t>
            </a:r>
          </a:p>
          <a:p>
            <a:pPr lvl="0"/>
            <a:r>
              <a:rPr lang="de-DE" dirty="0"/>
              <a:t>        </a:t>
            </a:r>
            <a:r>
              <a:rPr lang="de-DE" dirty="0" err="1"/>
              <a:t>bai</a:t>
            </a:r>
            <a:r>
              <a:rPr lang="de-DE" dirty="0"/>
              <a:t>= "Sample_{sample}/{sample}.</a:t>
            </a:r>
            <a:r>
              <a:rPr lang="de-DE" dirty="0" err="1"/>
              <a:t>bam.bai</a:t>
            </a:r>
            <a:r>
              <a:rPr lang="de-DE" dirty="0"/>
              <a:t>"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454876-334D-4715-9BC4-A70410DC8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48E1717E-E3C5-4EB2-8449-501AF07790DA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 dirty="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D0F6DEC-F40B-4D62-AA42-C1A482C09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Titel oder Kapitel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D70947C-CB6C-43B8-8E8A-DE4F7A67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4057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A_Text-/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F6AA92C-44AB-42CC-BBEC-9D0DE50393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2000" cy="60960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6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2B2367C0-1AEF-4135-8057-FD1D58C8E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67415"/>
            <a:ext cx="3629608" cy="494585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lIns="378000" tIns="1080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1">
                <a:solidFill>
                  <a:schemeClr val="bg2">
                    <a:lumMod val="20000"/>
                    <a:lumOff val="80000"/>
                  </a:schemeClr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16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64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Bildbeschriftung einer Bilderfolie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FEF8E17-D11A-4DCE-9C36-B9F344D2AB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95541905-FE64-4C18-B2CB-0327F087E5F0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 dirty="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BAB32AF-EDDE-4B43-B7F9-BB95ACA156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Titel oder Kapitel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87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0F514EB-99C2-49D8-BE98-F9FF5B3823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87" y="3155743"/>
            <a:ext cx="11588833" cy="2557096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216000" indent="0">
              <a:buFont typeface="Arial" panose="020B0604020202020204" pitchFamily="34" charset="0"/>
              <a:buNone/>
              <a:defRPr/>
            </a:lvl3pPr>
            <a:lvl4pPr marL="432000" indent="0">
              <a:buNone/>
              <a:defRPr/>
            </a:lvl4pPr>
            <a:lvl5pPr marL="648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24 </a:t>
            </a:r>
            <a:r>
              <a:rPr lang="de-DE" dirty="0" err="1"/>
              <a:t>pt</a:t>
            </a:r>
            <a:r>
              <a:rPr lang="de-DE" dirty="0"/>
              <a:t> – als bekanntester Blindtext gilt der Text „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“, der seinen Ursprung im 16. Jahrhundert haben soll.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ist in einer pseudo-lateinischen Sprache verfasst, die ungefähr dem „natürlichen“ Latein entspricht. In Ihm finden sich eine Reihe realer lateinischer Wörter.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0E7B514-C5BD-4DBF-A1C1-6A6DE08E3D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044825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6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308BB0-9753-45FA-9712-B1A0B0031F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97303098-0CE6-4499-AC50-95874CD4F9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890926"/>
            <a:ext cx="5905500" cy="1810638"/>
          </a:xfrm>
          <a:prstGeom prst="rect">
            <a:avLst/>
          </a:prstGeom>
          <a:solidFill>
            <a:srgbClr val="D6CBAC">
              <a:alpha val="47843"/>
            </a:srgbClr>
          </a:solidFill>
        </p:spPr>
        <p:txBody>
          <a:bodyPr lIns="378000" tIns="252000" bIns="144000">
            <a:spAutoFit/>
          </a:bodyPr>
          <a:lstStyle>
            <a:lvl1pPr marL="0" indent="0">
              <a:lnSpc>
                <a:spcPts val="5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160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64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Titel der Folie 48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und Zeile zwei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CEC8142-F3DA-4CDB-8CB5-3AD5C64F73E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601" y="6096000"/>
            <a:ext cx="905819" cy="634999"/>
          </a:xfrm>
          <a:prstGeom prst="rect">
            <a:avLst/>
          </a:prstGeom>
        </p:spPr>
      </p:pic>
      <p:sp>
        <p:nvSpPr>
          <p:cNvPr id="13" name="Foliennummernplatzhalter 1">
            <a:extLst>
              <a:ext uri="{FF2B5EF4-FFF2-40B4-BE49-F238E27FC236}">
                <a16:creationId xmlns:a16="http://schemas.microsoft.com/office/drawing/2014/main" id="{71654612-BC5F-422A-9EA9-97AF62AC51E1}"/>
              </a:ext>
            </a:extLst>
          </p:cNvPr>
          <p:cNvSpPr txBox="1">
            <a:spLocks/>
          </p:cNvSpPr>
          <p:nvPr userDrawn="1"/>
        </p:nvSpPr>
        <p:spPr>
          <a:xfrm>
            <a:off x="251999" y="6318430"/>
            <a:ext cx="64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16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3D6B9D-FDB9-409D-A747-E73B4DE87BD0}" type="slidenum">
              <a:rPr lang="de-DE" sz="1600" smtClean="0">
                <a:solidFill>
                  <a:schemeClr val="bg2">
                    <a:lumMod val="50000"/>
                  </a:schemeClr>
                </a:solidFill>
                <a:latin typeface="Bahnschrift SemiBold" panose="020B0502040204020203" pitchFamily="34" charset="0"/>
              </a:rPr>
              <a:pPr algn="ctr"/>
              <a:t>‹Nr.›</a:t>
            </a:fld>
            <a:endParaRPr lang="de-DE" sz="1600" dirty="0">
              <a:solidFill>
                <a:schemeClr val="bg2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AA70ACB-7D05-485A-813D-91A5B166A1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2072" y="6411401"/>
            <a:ext cx="1943723" cy="179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2"/>
                </a:solidFill>
                <a:latin typeface="Bahnschrift SemiBold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Titel oder Kapitel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20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DF968F-4F4A-475A-A376-61B0001B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0"/>
            <a:ext cx="11644531" cy="1045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CE9F9D-BD5E-4917-80B3-9983C3B61ED9}"/>
              </a:ext>
            </a:extLst>
          </p:cNvPr>
          <p:cNvSpPr/>
          <p:nvPr userDrawn="1"/>
        </p:nvSpPr>
        <p:spPr>
          <a:xfrm>
            <a:off x="0" y="6731000"/>
            <a:ext cx="12191999" cy="12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49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8" r:id="rId4"/>
    <p:sldLayoutId id="2147483659" r:id="rId5"/>
    <p:sldLayoutId id="2147483653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Source Sans Pro SemiBold" panose="020B0603030403020204" pitchFamily="34" charset="0"/>
          <a:ea typeface="Source Sans Pro SemiBold" panose="020B06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a.storyblok.com/f/196663/2736df3ca2/plant-pore-c-workflow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11" Type="http://schemas.openxmlformats.org/officeDocument/2006/relationships/image" Target="../media/image28.png"/><Relationship Id="rId5" Type="http://schemas.openxmlformats.org/officeDocument/2006/relationships/image" Target="../media/image23.jpeg"/><Relationship Id="rId10" Type="http://schemas.openxmlformats.org/officeDocument/2006/relationships/image" Target="../media/image27.png"/><Relationship Id="rId4" Type="http://schemas.openxmlformats.org/officeDocument/2006/relationships/image" Target="../media/image22.jpg"/><Relationship Id="rId9" Type="http://schemas.openxmlformats.org/officeDocument/2006/relationships/image" Target="../media/image9.tiff"/><Relationship Id="rId1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59F97-CD10-4D33-89BB-6219D888D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F9AE4A-28E4-49A1-B6D7-65CB46870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DBD2650-A748-4E63-92A7-1B61C5CC53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18EC46-E9D5-47BA-A49B-85B4B502B8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2869950"/>
            <a:ext cx="10668000" cy="2109823"/>
          </a:xfrm>
        </p:spPr>
        <p:txBody>
          <a:bodyPr/>
          <a:lstStyle/>
          <a:p>
            <a:r>
              <a:rPr lang="de-DE" dirty="0" err="1"/>
              <a:t>Nanopore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Telomere-2-Telomere </a:t>
            </a:r>
            <a:r>
              <a:rPr lang="de-DE" dirty="0" err="1"/>
              <a:t>Assemblies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Genomes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Europe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CC45E8-3740-4292-A0C8-DC053318A3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588" y="5671752"/>
            <a:ext cx="3582987" cy="586908"/>
          </a:xfrm>
        </p:spPr>
        <p:txBody>
          <a:bodyPr/>
          <a:lstStyle/>
          <a:p>
            <a:r>
              <a:rPr lang="de-DE" dirty="0"/>
              <a:t>ESHG 2025, Milano</a:t>
            </a:r>
            <a:br>
              <a:rPr lang="de-DE" dirty="0"/>
            </a:br>
            <a:r>
              <a:rPr lang="de-DE" dirty="0"/>
              <a:t>Caspar </a:t>
            </a:r>
            <a:r>
              <a:rPr lang="de-DE" dirty="0" err="1"/>
              <a:t>Gross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0500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7DB8F87-7A41-171B-3944-E47658CD0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University Hospital Tübingen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Medical </a:t>
            </a:r>
            <a:r>
              <a:rPr lang="de-DE" dirty="0" err="1"/>
              <a:t>Genetics</a:t>
            </a:r>
            <a:r>
              <a:rPr lang="de-DE" dirty="0"/>
              <a:t> and Applied </a:t>
            </a:r>
            <a:r>
              <a:rPr lang="de-DE" dirty="0" err="1"/>
              <a:t>Genomics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2D1744-3140-14C3-8434-0B26FF0F04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7E81BD-2F79-CC8E-07A7-08880598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B3D77E56-5922-40F7-6150-56AA1B656A8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6DB305-CB5C-C738-0A39-29B7C06B0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474" y="279552"/>
            <a:ext cx="5401056" cy="35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7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9BDF7E6-ACD4-6345-8FDF-9C6442EC3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4452547" cy="495776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28 Institutes </a:t>
            </a:r>
            <a:r>
              <a:rPr lang="de-DE" dirty="0" err="1"/>
              <a:t>from</a:t>
            </a:r>
            <a:r>
              <a:rPr lang="de-DE" dirty="0"/>
              <a:t> Europe </a:t>
            </a:r>
            <a:br>
              <a:rPr lang="de-DE" dirty="0"/>
            </a:br>
            <a:r>
              <a:rPr lang="de-DE" dirty="0" err="1"/>
              <a:t>Sequencing</a:t>
            </a:r>
            <a:r>
              <a:rPr lang="de-DE" dirty="0"/>
              <a:t> </a:t>
            </a:r>
            <a:r>
              <a:rPr lang="de-DE" dirty="0" err="1"/>
              <a:t>goal</a:t>
            </a:r>
            <a:r>
              <a:rPr lang="de-DE" dirty="0"/>
              <a:t>: 500 000 </a:t>
            </a:r>
            <a:r>
              <a:rPr lang="de-DE" dirty="0" err="1"/>
              <a:t>genomes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At UKT:</a:t>
            </a:r>
          </a:p>
          <a:p>
            <a:pPr>
              <a:buFontTx/>
              <a:buChar char="-"/>
            </a:pPr>
            <a:r>
              <a:rPr lang="de-DE" dirty="0" err="1"/>
              <a:t>Planned</a:t>
            </a:r>
            <a:r>
              <a:rPr lang="de-DE" dirty="0"/>
              <a:t> 20 000 </a:t>
            </a:r>
            <a:r>
              <a:rPr lang="de-DE" dirty="0" err="1"/>
              <a:t>genomes</a:t>
            </a:r>
            <a:endParaRPr lang="de-DE" dirty="0"/>
          </a:p>
          <a:p>
            <a:pPr>
              <a:buFontTx/>
              <a:buChar char="-"/>
            </a:pPr>
            <a:r>
              <a:rPr lang="de-DE" dirty="0"/>
              <a:t>Twin Study (n = 400 </a:t>
            </a:r>
            <a:r>
              <a:rPr lang="de-DE" dirty="0" err="1"/>
              <a:t>pairs</a:t>
            </a:r>
            <a:r>
              <a:rPr lang="de-DE" dirty="0"/>
              <a:t>) WGS-LR</a:t>
            </a:r>
          </a:p>
          <a:p>
            <a:pPr>
              <a:buFontTx/>
              <a:buChar char="-"/>
            </a:pPr>
            <a:r>
              <a:rPr lang="de-DE" dirty="0"/>
              <a:t>T2T </a:t>
            </a:r>
            <a:r>
              <a:rPr lang="de-DE" dirty="0" err="1"/>
              <a:t>Genomes</a:t>
            </a:r>
            <a:r>
              <a:rPr lang="de-DE" dirty="0"/>
              <a:t> </a:t>
            </a:r>
          </a:p>
          <a:p>
            <a:pPr>
              <a:buFontTx/>
              <a:buChar char="-"/>
            </a:pPr>
            <a:endParaRPr lang="de-DE" dirty="0"/>
          </a:p>
          <a:p>
            <a:pPr marL="0" indent="0">
              <a:buNone/>
            </a:pPr>
            <a:r>
              <a:rPr lang="de-DE" dirty="0"/>
              <a:t>T2T </a:t>
            </a:r>
            <a:r>
              <a:rPr lang="de-DE" dirty="0" err="1"/>
              <a:t>genomes</a:t>
            </a:r>
            <a:r>
              <a:rPr lang="de-DE" dirty="0"/>
              <a:t> </a:t>
            </a:r>
            <a:r>
              <a:rPr lang="de-DE" dirty="0" err="1"/>
              <a:t>sampled</a:t>
            </a:r>
            <a:r>
              <a:rPr lang="de-DE" dirty="0"/>
              <a:t> </a:t>
            </a:r>
            <a:r>
              <a:rPr lang="de-DE" dirty="0" err="1"/>
              <a:t>mainly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institute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, </a:t>
            </a:r>
            <a:r>
              <a:rPr lang="de-DE" dirty="0" err="1"/>
              <a:t>aiming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broad</a:t>
            </a:r>
            <a:r>
              <a:rPr lang="de-DE" dirty="0"/>
              <a:t> </a:t>
            </a:r>
            <a:r>
              <a:rPr lang="de-DE" dirty="0" err="1"/>
              <a:t>ethnic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. </a:t>
            </a:r>
          </a:p>
          <a:p>
            <a:pPr marL="0" indent="0">
              <a:buNone/>
            </a:pPr>
            <a:endParaRPr lang="de-DE" dirty="0"/>
          </a:p>
          <a:p>
            <a:pPr>
              <a:buFontTx/>
              <a:buChar char="-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917520-C27B-BF81-77B0-2CDD9FAA3C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DAB72AB-44AE-169E-B4CB-17909CC3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T2T </a:t>
            </a:r>
            <a:r>
              <a:rPr lang="de-DE" dirty="0" err="1"/>
              <a:t>Assemblies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Genomes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Europe</a:t>
            </a:r>
          </a:p>
        </p:txBody>
      </p:sp>
      <p:grpSp>
        <p:nvGrpSpPr>
          <p:cNvPr id="222" name="Group 3">
            <a:extLst>
              <a:ext uri="{FF2B5EF4-FFF2-40B4-BE49-F238E27FC236}">
                <a16:creationId xmlns:a16="http://schemas.microsoft.com/office/drawing/2014/main" id="{B70093C2-97C6-5E96-CDAF-916AF44E6E26}"/>
              </a:ext>
            </a:extLst>
          </p:cNvPr>
          <p:cNvGrpSpPr/>
          <p:nvPr/>
        </p:nvGrpSpPr>
        <p:grpSpPr>
          <a:xfrm>
            <a:off x="5746504" y="1633203"/>
            <a:ext cx="6032996" cy="3418116"/>
            <a:chOff x="1173664" y="1341437"/>
            <a:chExt cx="8888413" cy="4387851"/>
          </a:xfrm>
        </p:grpSpPr>
        <p:sp>
          <p:nvSpPr>
            <p:cNvPr id="223" name="Freeform 6">
              <a:extLst>
                <a:ext uri="{FF2B5EF4-FFF2-40B4-BE49-F238E27FC236}">
                  <a16:creationId xmlns:a16="http://schemas.microsoft.com/office/drawing/2014/main" id="{8EB8E6F1-E1D7-11EB-8AC5-E138083D7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5489" y="2641600"/>
              <a:ext cx="374650" cy="300038"/>
            </a:xfrm>
            <a:custGeom>
              <a:avLst/>
              <a:gdLst>
                <a:gd name="T0" fmla="*/ 23 w 236"/>
                <a:gd name="T1" fmla="*/ 66 h 189"/>
                <a:gd name="T2" fmla="*/ 37 w 236"/>
                <a:gd name="T3" fmla="*/ 54 h 189"/>
                <a:gd name="T4" fmla="*/ 58 w 236"/>
                <a:gd name="T5" fmla="*/ 45 h 189"/>
                <a:gd name="T6" fmla="*/ 71 w 236"/>
                <a:gd name="T7" fmla="*/ 24 h 189"/>
                <a:gd name="T8" fmla="*/ 82 w 236"/>
                <a:gd name="T9" fmla="*/ 22 h 189"/>
                <a:gd name="T10" fmla="*/ 97 w 236"/>
                <a:gd name="T11" fmla="*/ 23 h 189"/>
                <a:gd name="T12" fmla="*/ 116 w 236"/>
                <a:gd name="T13" fmla="*/ 30 h 189"/>
                <a:gd name="T14" fmla="*/ 134 w 236"/>
                <a:gd name="T15" fmla="*/ 27 h 189"/>
                <a:gd name="T16" fmla="*/ 147 w 236"/>
                <a:gd name="T17" fmla="*/ 18 h 189"/>
                <a:gd name="T18" fmla="*/ 149 w 236"/>
                <a:gd name="T19" fmla="*/ 7 h 189"/>
                <a:gd name="T20" fmla="*/ 165 w 236"/>
                <a:gd name="T21" fmla="*/ 4 h 189"/>
                <a:gd name="T22" fmla="*/ 170 w 236"/>
                <a:gd name="T23" fmla="*/ 12 h 189"/>
                <a:gd name="T24" fmla="*/ 182 w 236"/>
                <a:gd name="T25" fmla="*/ 36 h 189"/>
                <a:gd name="T26" fmla="*/ 193 w 236"/>
                <a:gd name="T27" fmla="*/ 29 h 189"/>
                <a:gd name="T28" fmla="*/ 214 w 236"/>
                <a:gd name="T29" fmla="*/ 22 h 189"/>
                <a:gd name="T30" fmla="*/ 236 w 236"/>
                <a:gd name="T31" fmla="*/ 28 h 189"/>
                <a:gd name="T32" fmla="*/ 219 w 236"/>
                <a:gd name="T33" fmla="*/ 34 h 189"/>
                <a:gd name="T34" fmla="*/ 183 w 236"/>
                <a:gd name="T35" fmla="*/ 40 h 189"/>
                <a:gd name="T36" fmla="*/ 181 w 236"/>
                <a:gd name="T37" fmla="*/ 58 h 189"/>
                <a:gd name="T38" fmla="*/ 179 w 236"/>
                <a:gd name="T39" fmla="*/ 77 h 189"/>
                <a:gd name="T40" fmla="*/ 178 w 236"/>
                <a:gd name="T41" fmla="*/ 93 h 189"/>
                <a:gd name="T42" fmla="*/ 172 w 236"/>
                <a:gd name="T43" fmla="*/ 106 h 189"/>
                <a:gd name="T44" fmla="*/ 157 w 236"/>
                <a:gd name="T45" fmla="*/ 123 h 189"/>
                <a:gd name="T46" fmla="*/ 155 w 236"/>
                <a:gd name="T47" fmla="*/ 142 h 189"/>
                <a:gd name="T48" fmla="*/ 135 w 236"/>
                <a:gd name="T49" fmla="*/ 142 h 189"/>
                <a:gd name="T50" fmla="*/ 121 w 236"/>
                <a:gd name="T51" fmla="*/ 148 h 189"/>
                <a:gd name="T52" fmla="*/ 116 w 236"/>
                <a:gd name="T53" fmla="*/ 178 h 189"/>
                <a:gd name="T54" fmla="*/ 82 w 236"/>
                <a:gd name="T55" fmla="*/ 184 h 189"/>
                <a:gd name="T56" fmla="*/ 68 w 236"/>
                <a:gd name="T57" fmla="*/ 186 h 189"/>
                <a:gd name="T58" fmla="*/ 20 w 236"/>
                <a:gd name="T59" fmla="*/ 179 h 189"/>
                <a:gd name="T60" fmla="*/ 29 w 236"/>
                <a:gd name="T61" fmla="*/ 147 h 189"/>
                <a:gd name="T62" fmla="*/ 11 w 236"/>
                <a:gd name="T63" fmla="*/ 130 h 189"/>
                <a:gd name="T64" fmla="*/ 8 w 236"/>
                <a:gd name="T65" fmla="*/ 102 h 189"/>
                <a:gd name="T66" fmla="*/ 2 w 236"/>
                <a:gd name="T67" fmla="*/ 8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6" h="189">
                  <a:moveTo>
                    <a:pt x="4" y="58"/>
                  </a:moveTo>
                  <a:lnTo>
                    <a:pt x="23" y="66"/>
                  </a:lnTo>
                  <a:lnTo>
                    <a:pt x="35" y="63"/>
                  </a:lnTo>
                  <a:lnTo>
                    <a:pt x="37" y="54"/>
                  </a:lnTo>
                  <a:lnTo>
                    <a:pt x="50" y="51"/>
                  </a:lnTo>
                  <a:lnTo>
                    <a:pt x="58" y="45"/>
                  </a:lnTo>
                  <a:lnTo>
                    <a:pt x="58" y="28"/>
                  </a:lnTo>
                  <a:lnTo>
                    <a:pt x="71" y="24"/>
                  </a:lnTo>
                  <a:lnTo>
                    <a:pt x="72" y="17"/>
                  </a:lnTo>
                  <a:lnTo>
                    <a:pt x="82" y="22"/>
                  </a:lnTo>
                  <a:lnTo>
                    <a:pt x="87" y="23"/>
                  </a:lnTo>
                  <a:lnTo>
                    <a:pt x="97" y="23"/>
                  </a:lnTo>
                  <a:lnTo>
                    <a:pt x="110" y="27"/>
                  </a:lnTo>
                  <a:lnTo>
                    <a:pt x="116" y="30"/>
                  </a:lnTo>
                  <a:lnTo>
                    <a:pt x="127" y="23"/>
                  </a:lnTo>
                  <a:lnTo>
                    <a:pt x="134" y="27"/>
                  </a:lnTo>
                  <a:lnTo>
                    <a:pt x="137" y="18"/>
                  </a:lnTo>
                  <a:lnTo>
                    <a:pt x="147" y="18"/>
                  </a:lnTo>
                  <a:lnTo>
                    <a:pt x="149" y="15"/>
                  </a:lnTo>
                  <a:lnTo>
                    <a:pt x="149" y="7"/>
                  </a:lnTo>
                  <a:lnTo>
                    <a:pt x="154" y="0"/>
                  </a:lnTo>
                  <a:lnTo>
                    <a:pt x="165" y="4"/>
                  </a:lnTo>
                  <a:lnTo>
                    <a:pt x="165" y="11"/>
                  </a:lnTo>
                  <a:lnTo>
                    <a:pt x="170" y="12"/>
                  </a:lnTo>
                  <a:lnTo>
                    <a:pt x="173" y="29"/>
                  </a:lnTo>
                  <a:lnTo>
                    <a:pt x="182" y="36"/>
                  </a:lnTo>
                  <a:lnTo>
                    <a:pt x="186" y="31"/>
                  </a:lnTo>
                  <a:lnTo>
                    <a:pt x="193" y="29"/>
                  </a:lnTo>
                  <a:lnTo>
                    <a:pt x="202" y="20"/>
                  </a:lnTo>
                  <a:lnTo>
                    <a:pt x="214" y="22"/>
                  </a:lnTo>
                  <a:lnTo>
                    <a:pt x="232" y="22"/>
                  </a:lnTo>
                  <a:lnTo>
                    <a:pt x="236" y="28"/>
                  </a:lnTo>
                  <a:lnTo>
                    <a:pt x="227" y="30"/>
                  </a:lnTo>
                  <a:lnTo>
                    <a:pt x="219" y="34"/>
                  </a:lnTo>
                  <a:lnTo>
                    <a:pt x="200" y="36"/>
                  </a:lnTo>
                  <a:lnTo>
                    <a:pt x="183" y="40"/>
                  </a:lnTo>
                  <a:lnTo>
                    <a:pt x="175" y="50"/>
                  </a:lnTo>
                  <a:lnTo>
                    <a:pt x="181" y="58"/>
                  </a:lnTo>
                  <a:lnTo>
                    <a:pt x="185" y="69"/>
                  </a:lnTo>
                  <a:lnTo>
                    <a:pt x="179" y="77"/>
                  </a:lnTo>
                  <a:lnTo>
                    <a:pt x="182" y="85"/>
                  </a:lnTo>
                  <a:lnTo>
                    <a:pt x="178" y="93"/>
                  </a:lnTo>
                  <a:lnTo>
                    <a:pt x="162" y="92"/>
                  </a:lnTo>
                  <a:lnTo>
                    <a:pt x="172" y="106"/>
                  </a:lnTo>
                  <a:lnTo>
                    <a:pt x="162" y="111"/>
                  </a:lnTo>
                  <a:lnTo>
                    <a:pt x="157" y="123"/>
                  </a:lnTo>
                  <a:lnTo>
                    <a:pt x="160" y="136"/>
                  </a:lnTo>
                  <a:lnTo>
                    <a:pt x="155" y="142"/>
                  </a:lnTo>
                  <a:lnTo>
                    <a:pt x="148" y="140"/>
                  </a:lnTo>
                  <a:lnTo>
                    <a:pt x="135" y="142"/>
                  </a:lnTo>
                  <a:lnTo>
                    <a:pt x="134" y="148"/>
                  </a:lnTo>
                  <a:lnTo>
                    <a:pt x="121" y="148"/>
                  </a:lnTo>
                  <a:lnTo>
                    <a:pt x="113" y="160"/>
                  </a:lnTo>
                  <a:lnTo>
                    <a:pt x="116" y="178"/>
                  </a:lnTo>
                  <a:lnTo>
                    <a:pt x="95" y="186"/>
                  </a:lnTo>
                  <a:lnTo>
                    <a:pt x="82" y="184"/>
                  </a:lnTo>
                  <a:lnTo>
                    <a:pt x="79" y="189"/>
                  </a:lnTo>
                  <a:lnTo>
                    <a:pt x="68" y="186"/>
                  </a:lnTo>
                  <a:lnTo>
                    <a:pt x="51" y="189"/>
                  </a:lnTo>
                  <a:lnTo>
                    <a:pt x="20" y="179"/>
                  </a:lnTo>
                  <a:lnTo>
                    <a:pt x="33" y="160"/>
                  </a:lnTo>
                  <a:lnTo>
                    <a:pt x="29" y="147"/>
                  </a:lnTo>
                  <a:lnTo>
                    <a:pt x="15" y="143"/>
                  </a:lnTo>
                  <a:lnTo>
                    <a:pt x="11" y="130"/>
                  </a:lnTo>
                  <a:lnTo>
                    <a:pt x="3" y="113"/>
                  </a:lnTo>
                  <a:lnTo>
                    <a:pt x="8" y="102"/>
                  </a:lnTo>
                  <a:lnTo>
                    <a:pt x="0" y="99"/>
                  </a:lnTo>
                  <a:lnTo>
                    <a:pt x="2" y="84"/>
                  </a:lnTo>
                  <a:lnTo>
                    <a:pt x="4" y="5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24" name="Freeform 7">
              <a:extLst>
                <a:ext uri="{FF2B5EF4-FFF2-40B4-BE49-F238E27FC236}">
                  <a16:creationId xmlns:a16="http://schemas.microsoft.com/office/drawing/2014/main" id="{F3466AAE-E555-368E-F886-CB43014F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0402" y="4102100"/>
              <a:ext cx="361950" cy="398463"/>
            </a:xfrm>
            <a:custGeom>
              <a:avLst/>
              <a:gdLst>
                <a:gd name="T0" fmla="*/ 92 w 228"/>
                <a:gd name="T1" fmla="*/ 16 h 251"/>
                <a:gd name="T2" fmla="*/ 102 w 228"/>
                <a:gd name="T3" fmla="*/ 35 h 251"/>
                <a:gd name="T4" fmla="*/ 121 w 228"/>
                <a:gd name="T5" fmla="*/ 44 h 251"/>
                <a:gd name="T6" fmla="*/ 137 w 228"/>
                <a:gd name="T7" fmla="*/ 44 h 251"/>
                <a:gd name="T8" fmla="*/ 144 w 228"/>
                <a:gd name="T9" fmla="*/ 27 h 251"/>
                <a:gd name="T10" fmla="*/ 157 w 228"/>
                <a:gd name="T11" fmla="*/ 23 h 251"/>
                <a:gd name="T12" fmla="*/ 165 w 228"/>
                <a:gd name="T13" fmla="*/ 30 h 251"/>
                <a:gd name="T14" fmla="*/ 187 w 228"/>
                <a:gd name="T15" fmla="*/ 43 h 251"/>
                <a:gd name="T16" fmla="*/ 188 w 228"/>
                <a:gd name="T17" fmla="*/ 63 h 251"/>
                <a:gd name="T18" fmla="*/ 195 w 228"/>
                <a:gd name="T19" fmla="*/ 84 h 251"/>
                <a:gd name="T20" fmla="*/ 198 w 228"/>
                <a:gd name="T21" fmla="*/ 107 h 251"/>
                <a:gd name="T22" fmla="*/ 217 w 228"/>
                <a:gd name="T23" fmla="*/ 104 h 251"/>
                <a:gd name="T24" fmla="*/ 227 w 228"/>
                <a:gd name="T25" fmla="*/ 112 h 251"/>
                <a:gd name="T26" fmla="*/ 228 w 228"/>
                <a:gd name="T27" fmla="*/ 132 h 251"/>
                <a:gd name="T28" fmla="*/ 227 w 228"/>
                <a:gd name="T29" fmla="*/ 147 h 251"/>
                <a:gd name="T30" fmla="*/ 186 w 228"/>
                <a:gd name="T31" fmla="*/ 213 h 251"/>
                <a:gd name="T32" fmla="*/ 209 w 228"/>
                <a:gd name="T33" fmla="*/ 243 h 251"/>
                <a:gd name="T34" fmla="*/ 132 w 228"/>
                <a:gd name="T35" fmla="*/ 248 h 251"/>
                <a:gd name="T36" fmla="*/ 46 w 228"/>
                <a:gd name="T37" fmla="*/ 239 h 251"/>
                <a:gd name="T38" fmla="*/ 33 w 228"/>
                <a:gd name="T39" fmla="*/ 231 h 251"/>
                <a:gd name="T40" fmla="*/ 10 w 228"/>
                <a:gd name="T41" fmla="*/ 234 h 251"/>
                <a:gd name="T42" fmla="*/ 0 w 228"/>
                <a:gd name="T43" fmla="*/ 225 h 251"/>
                <a:gd name="T44" fmla="*/ 9 w 228"/>
                <a:gd name="T45" fmla="*/ 188 h 251"/>
                <a:gd name="T46" fmla="*/ 16 w 228"/>
                <a:gd name="T47" fmla="*/ 160 h 251"/>
                <a:gd name="T48" fmla="*/ 31 w 228"/>
                <a:gd name="T49" fmla="*/ 138 h 251"/>
                <a:gd name="T50" fmla="*/ 39 w 228"/>
                <a:gd name="T51" fmla="*/ 113 h 251"/>
                <a:gd name="T52" fmla="*/ 33 w 228"/>
                <a:gd name="T53" fmla="*/ 94 h 251"/>
                <a:gd name="T54" fmla="*/ 24 w 228"/>
                <a:gd name="T55" fmla="*/ 69 h 251"/>
                <a:gd name="T56" fmla="*/ 31 w 228"/>
                <a:gd name="T57" fmla="*/ 56 h 251"/>
                <a:gd name="T58" fmla="*/ 22 w 228"/>
                <a:gd name="T59" fmla="*/ 22 h 251"/>
                <a:gd name="T60" fmla="*/ 14 w 228"/>
                <a:gd name="T61" fmla="*/ 5 h 251"/>
                <a:gd name="T62" fmla="*/ 27 w 228"/>
                <a:gd name="T63" fmla="*/ 3 h 251"/>
                <a:gd name="T64" fmla="*/ 88 w 228"/>
                <a:gd name="T65" fmla="*/ 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8" h="251">
                  <a:moveTo>
                    <a:pt x="88" y="1"/>
                  </a:moveTo>
                  <a:lnTo>
                    <a:pt x="92" y="16"/>
                  </a:lnTo>
                  <a:lnTo>
                    <a:pt x="97" y="29"/>
                  </a:lnTo>
                  <a:lnTo>
                    <a:pt x="102" y="35"/>
                  </a:lnTo>
                  <a:lnTo>
                    <a:pt x="109" y="46"/>
                  </a:lnTo>
                  <a:lnTo>
                    <a:pt x="121" y="44"/>
                  </a:lnTo>
                  <a:lnTo>
                    <a:pt x="127" y="42"/>
                  </a:lnTo>
                  <a:lnTo>
                    <a:pt x="137" y="44"/>
                  </a:lnTo>
                  <a:lnTo>
                    <a:pt x="140" y="39"/>
                  </a:lnTo>
                  <a:lnTo>
                    <a:pt x="144" y="27"/>
                  </a:lnTo>
                  <a:lnTo>
                    <a:pt x="156" y="26"/>
                  </a:lnTo>
                  <a:lnTo>
                    <a:pt x="157" y="23"/>
                  </a:lnTo>
                  <a:lnTo>
                    <a:pt x="166" y="22"/>
                  </a:lnTo>
                  <a:lnTo>
                    <a:pt x="165" y="30"/>
                  </a:lnTo>
                  <a:lnTo>
                    <a:pt x="187" y="30"/>
                  </a:lnTo>
                  <a:lnTo>
                    <a:pt x="187" y="43"/>
                  </a:lnTo>
                  <a:lnTo>
                    <a:pt x="190" y="51"/>
                  </a:lnTo>
                  <a:lnTo>
                    <a:pt x="188" y="63"/>
                  </a:lnTo>
                  <a:lnTo>
                    <a:pt x="189" y="76"/>
                  </a:lnTo>
                  <a:lnTo>
                    <a:pt x="195" y="84"/>
                  </a:lnTo>
                  <a:lnTo>
                    <a:pt x="193" y="109"/>
                  </a:lnTo>
                  <a:lnTo>
                    <a:pt x="198" y="107"/>
                  </a:lnTo>
                  <a:lnTo>
                    <a:pt x="206" y="107"/>
                  </a:lnTo>
                  <a:lnTo>
                    <a:pt x="217" y="104"/>
                  </a:lnTo>
                  <a:lnTo>
                    <a:pt x="226" y="105"/>
                  </a:lnTo>
                  <a:lnTo>
                    <a:pt x="227" y="112"/>
                  </a:lnTo>
                  <a:lnTo>
                    <a:pt x="225" y="122"/>
                  </a:lnTo>
                  <a:lnTo>
                    <a:pt x="228" y="132"/>
                  </a:lnTo>
                  <a:lnTo>
                    <a:pt x="225" y="140"/>
                  </a:lnTo>
                  <a:lnTo>
                    <a:pt x="227" y="147"/>
                  </a:lnTo>
                  <a:lnTo>
                    <a:pt x="188" y="146"/>
                  </a:lnTo>
                  <a:lnTo>
                    <a:pt x="186" y="213"/>
                  </a:lnTo>
                  <a:lnTo>
                    <a:pt x="198" y="230"/>
                  </a:lnTo>
                  <a:lnTo>
                    <a:pt x="209" y="243"/>
                  </a:lnTo>
                  <a:lnTo>
                    <a:pt x="176" y="251"/>
                  </a:lnTo>
                  <a:lnTo>
                    <a:pt x="132" y="248"/>
                  </a:lnTo>
                  <a:lnTo>
                    <a:pt x="120" y="238"/>
                  </a:lnTo>
                  <a:lnTo>
                    <a:pt x="46" y="239"/>
                  </a:lnTo>
                  <a:lnTo>
                    <a:pt x="43" y="240"/>
                  </a:lnTo>
                  <a:lnTo>
                    <a:pt x="33" y="231"/>
                  </a:lnTo>
                  <a:lnTo>
                    <a:pt x="21" y="230"/>
                  </a:lnTo>
                  <a:lnTo>
                    <a:pt x="10" y="234"/>
                  </a:lnTo>
                  <a:lnTo>
                    <a:pt x="1" y="238"/>
                  </a:lnTo>
                  <a:lnTo>
                    <a:pt x="0" y="225"/>
                  </a:lnTo>
                  <a:lnTo>
                    <a:pt x="2" y="206"/>
                  </a:lnTo>
                  <a:lnTo>
                    <a:pt x="9" y="188"/>
                  </a:lnTo>
                  <a:lnTo>
                    <a:pt x="10" y="179"/>
                  </a:lnTo>
                  <a:lnTo>
                    <a:pt x="16" y="160"/>
                  </a:lnTo>
                  <a:lnTo>
                    <a:pt x="21" y="151"/>
                  </a:lnTo>
                  <a:lnTo>
                    <a:pt x="31" y="138"/>
                  </a:lnTo>
                  <a:lnTo>
                    <a:pt x="37" y="129"/>
                  </a:lnTo>
                  <a:lnTo>
                    <a:pt x="39" y="113"/>
                  </a:lnTo>
                  <a:lnTo>
                    <a:pt x="39" y="101"/>
                  </a:lnTo>
                  <a:lnTo>
                    <a:pt x="33" y="94"/>
                  </a:lnTo>
                  <a:lnTo>
                    <a:pt x="29" y="81"/>
                  </a:lnTo>
                  <a:lnTo>
                    <a:pt x="24" y="69"/>
                  </a:lnTo>
                  <a:lnTo>
                    <a:pt x="25" y="64"/>
                  </a:lnTo>
                  <a:lnTo>
                    <a:pt x="31" y="56"/>
                  </a:lnTo>
                  <a:lnTo>
                    <a:pt x="25" y="36"/>
                  </a:lnTo>
                  <a:lnTo>
                    <a:pt x="22" y="22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22" y="2"/>
                  </a:lnTo>
                  <a:lnTo>
                    <a:pt x="27" y="3"/>
                  </a:lnTo>
                  <a:lnTo>
                    <a:pt x="34" y="0"/>
                  </a:lnTo>
                  <a:lnTo>
                    <a:pt x="88" y="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25" name="Freeform 8">
              <a:extLst>
                <a:ext uri="{FF2B5EF4-FFF2-40B4-BE49-F238E27FC236}">
                  <a16:creationId xmlns:a16="http://schemas.microsoft.com/office/drawing/2014/main" id="{FEBA441F-5995-C72A-77FE-249DF9E3C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514" y="4056063"/>
              <a:ext cx="31750" cy="44450"/>
            </a:xfrm>
            <a:custGeom>
              <a:avLst/>
              <a:gdLst>
                <a:gd name="T0" fmla="*/ 10 w 20"/>
                <a:gd name="T1" fmla="*/ 26 h 28"/>
                <a:gd name="T2" fmla="*/ 5 w 20"/>
                <a:gd name="T3" fmla="*/ 28 h 28"/>
                <a:gd name="T4" fmla="*/ 0 w 20"/>
                <a:gd name="T5" fmla="*/ 12 h 28"/>
                <a:gd name="T6" fmla="*/ 7 w 20"/>
                <a:gd name="T7" fmla="*/ 3 h 28"/>
                <a:gd name="T8" fmla="*/ 13 w 20"/>
                <a:gd name="T9" fmla="*/ 0 h 28"/>
                <a:gd name="T10" fmla="*/ 20 w 20"/>
                <a:gd name="T11" fmla="*/ 7 h 28"/>
                <a:gd name="T12" fmla="*/ 13 w 20"/>
                <a:gd name="T13" fmla="*/ 11 h 28"/>
                <a:gd name="T14" fmla="*/ 10 w 20"/>
                <a:gd name="T15" fmla="*/ 16 h 28"/>
                <a:gd name="T16" fmla="*/ 10 w 20"/>
                <a:gd name="T17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8">
                  <a:moveTo>
                    <a:pt x="10" y="26"/>
                  </a:moveTo>
                  <a:lnTo>
                    <a:pt x="5" y="28"/>
                  </a:lnTo>
                  <a:lnTo>
                    <a:pt x="0" y="12"/>
                  </a:lnTo>
                  <a:lnTo>
                    <a:pt x="7" y="3"/>
                  </a:lnTo>
                  <a:lnTo>
                    <a:pt x="13" y="0"/>
                  </a:lnTo>
                  <a:lnTo>
                    <a:pt x="20" y="7"/>
                  </a:lnTo>
                  <a:lnTo>
                    <a:pt x="13" y="11"/>
                  </a:lnTo>
                  <a:lnTo>
                    <a:pt x="10" y="16"/>
                  </a:lnTo>
                  <a:lnTo>
                    <a:pt x="10" y="2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26" name="Freeform 9">
              <a:extLst>
                <a:ext uri="{FF2B5EF4-FFF2-40B4-BE49-F238E27FC236}">
                  <a16:creationId xmlns:a16="http://schemas.microsoft.com/office/drawing/2014/main" id="{F6DB8E8B-0613-D4FF-90FA-80738442D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8202" y="2503487"/>
              <a:ext cx="49213" cy="100013"/>
            </a:xfrm>
            <a:custGeom>
              <a:avLst/>
              <a:gdLst>
                <a:gd name="T0" fmla="*/ 22 w 31"/>
                <a:gd name="T1" fmla="*/ 17 h 63"/>
                <a:gd name="T2" fmla="*/ 20 w 31"/>
                <a:gd name="T3" fmla="*/ 24 h 63"/>
                <a:gd name="T4" fmla="*/ 23 w 31"/>
                <a:gd name="T5" fmla="*/ 33 h 63"/>
                <a:gd name="T6" fmla="*/ 31 w 31"/>
                <a:gd name="T7" fmla="*/ 38 h 63"/>
                <a:gd name="T8" fmla="*/ 31 w 31"/>
                <a:gd name="T9" fmla="*/ 44 h 63"/>
                <a:gd name="T10" fmla="*/ 25 w 31"/>
                <a:gd name="T11" fmla="*/ 46 h 63"/>
                <a:gd name="T12" fmla="*/ 25 w 31"/>
                <a:gd name="T13" fmla="*/ 53 h 63"/>
                <a:gd name="T14" fmla="*/ 18 w 31"/>
                <a:gd name="T15" fmla="*/ 63 h 63"/>
                <a:gd name="T16" fmla="*/ 15 w 31"/>
                <a:gd name="T17" fmla="*/ 62 h 63"/>
                <a:gd name="T18" fmla="*/ 14 w 31"/>
                <a:gd name="T19" fmla="*/ 57 h 63"/>
                <a:gd name="T20" fmla="*/ 4 w 31"/>
                <a:gd name="T21" fmla="*/ 50 h 63"/>
                <a:gd name="T22" fmla="*/ 2 w 31"/>
                <a:gd name="T23" fmla="*/ 40 h 63"/>
                <a:gd name="T24" fmla="*/ 3 w 31"/>
                <a:gd name="T25" fmla="*/ 26 h 63"/>
                <a:gd name="T26" fmla="*/ 4 w 31"/>
                <a:gd name="T27" fmla="*/ 20 h 63"/>
                <a:gd name="T28" fmla="*/ 1 w 31"/>
                <a:gd name="T29" fmla="*/ 17 h 63"/>
                <a:gd name="T30" fmla="*/ 0 w 31"/>
                <a:gd name="T31" fmla="*/ 10 h 63"/>
                <a:gd name="T32" fmla="*/ 6 w 31"/>
                <a:gd name="T33" fmla="*/ 0 h 63"/>
                <a:gd name="T34" fmla="*/ 7 w 31"/>
                <a:gd name="T35" fmla="*/ 4 h 63"/>
                <a:gd name="T36" fmla="*/ 12 w 31"/>
                <a:gd name="T37" fmla="*/ 2 h 63"/>
                <a:gd name="T38" fmla="*/ 16 w 31"/>
                <a:gd name="T39" fmla="*/ 8 h 63"/>
                <a:gd name="T40" fmla="*/ 20 w 31"/>
                <a:gd name="T41" fmla="*/ 10 h 63"/>
                <a:gd name="T42" fmla="*/ 22 w 31"/>
                <a:gd name="T43" fmla="*/ 1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" h="63">
                  <a:moveTo>
                    <a:pt x="22" y="17"/>
                  </a:moveTo>
                  <a:lnTo>
                    <a:pt x="20" y="24"/>
                  </a:lnTo>
                  <a:lnTo>
                    <a:pt x="23" y="33"/>
                  </a:lnTo>
                  <a:lnTo>
                    <a:pt x="31" y="38"/>
                  </a:lnTo>
                  <a:lnTo>
                    <a:pt x="31" y="44"/>
                  </a:lnTo>
                  <a:lnTo>
                    <a:pt x="25" y="46"/>
                  </a:lnTo>
                  <a:lnTo>
                    <a:pt x="25" y="53"/>
                  </a:lnTo>
                  <a:lnTo>
                    <a:pt x="18" y="63"/>
                  </a:lnTo>
                  <a:lnTo>
                    <a:pt x="15" y="62"/>
                  </a:lnTo>
                  <a:lnTo>
                    <a:pt x="14" y="57"/>
                  </a:lnTo>
                  <a:lnTo>
                    <a:pt x="4" y="50"/>
                  </a:lnTo>
                  <a:lnTo>
                    <a:pt x="2" y="40"/>
                  </a:lnTo>
                  <a:lnTo>
                    <a:pt x="3" y="26"/>
                  </a:lnTo>
                  <a:lnTo>
                    <a:pt x="4" y="20"/>
                  </a:lnTo>
                  <a:lnTo>
                    <a:pt x="1" y="17"/>
                  </a:lnTo>
                  <a:lnTo>
                    <a:pt x="0" y="10"/>
                  </a:lnTo>
                  <a:lnTo>
                    <a:pt x="6" y="0"/>
                  </a:lnTo>
                  <a:lnTo>
                    <a:pt x="7" y="4"/>
                  </a:lnTo>
                  <a:lnTo>
                    <a:pt x="12" y="2"/>
                  </a:lnTo>
                  <a:lnTo>
                    <a:pt x="16" y="8"/>
                  </a:lnTo>
                  <a:lnTo>
                    <a:pt x="20" y="10"/>
                  </a:lnTo>
                  <a:lnTo>
                    <a:pt x="22" y="1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27" name="Freeform 10">
              <a:extLst>
                <a:ext uri="{FF2B5EF4-FFF2-40B4-BE49-F238E27FC236}">
                  <a16:creationId xmlns:a16="http://schemas.microsoft.com/office/drawing/2014/main" id="{692B0729-514D-160B-708E-F2B64145F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9114" y="3049587"/>
              <a:ext cx="134938" cy="117475"/>
            </a:xfrm>
            <a:custGeom>
              <a:avLst/>
              <a:gdLst>
                <a:gd name="T0" fmla="*/ 0 w 85"/>
                <a:gd name="T1" fmla="*/ 38 h 74"/>
                <a:gd name="T2" fmla="*/ 3 w 85"/>
                <a:gd name="T3" fmla="*/ 37 h 74"/>
                <a:gd name="T4" fmla="*/ 4 w 85"/>
                <a:gd name="T5" fmla="*/ 42 h 74"/>
                <a:gd name="T6" fmla="*/ 18 w 85"/>
                <a:gd name="T7" fmla="*/ 39 h 74"/>
                <a:gd name="T8" fmla="*/ 33 w 85"/>
                <a:gd name="T9" fmla="*/ 40 h 74"/>
                <a:gd name="T10" fmla="*/ 44 w 85"/>
                <a:gd name="T11" fmla="*/ 40 h 74"/>
                <a:gd name="T12" fmla="*/ 54 w 85"/>
                <a:gd name="T13" fmla="*/ 26 h 74"/>
                <a:gd name="T14" fmla="*/ 66 w 85"/>
                <a:gd name="T15" fmla="*/ 13 h 74"/>
                <a:gd name="T16" fmla="*/ 76 w 85"/>
                <a:gd name="T17" fmla="*/ 0 h 74"/>
                <a:gd name="T18" fmla="*/ 80 w 85"/>
                <a:gd name="T19" fmla="*/ 7 h 74"/>
                <a:gd name="T20" fmla="*/ 85 w 85"/>
                <a:gd name="T21" fmla="*/ 24 h 74"/>
                <a:gd name="T22" fmla="*/ 75 w 85"/>
                <a:gd name="T23" fmla="*/ 24 h 74"/>
                <a:gd name="T24" fmla="*/ 76 w 85"/>
                <a:gd name="T25" fmla="*/ 37 h 74"/>
                <a:gd name="T26" fmla="*/ 79 w 85"/>
                <a:gd name="T27" fmla="*/ 40 h 74"/>
                <a:gd name="T28" fmla="*/ 72 w 85"/>
                <a:gd name="T29" fmla="*/ 44 h 74"/>
                <a:gd name="T30" fmla="*/ 72 w 85"/>
                <a:gd name="T31" fmla="*/ 53 h 74"/>
                <a:gd name="T32" fmla="*/ 68 w 85"/>
                <a:gd name="T33" fmla="*/ 61 h 74"/>
                <a:gd name="T34" fmla="*/ 69 w 85"/>
                <a:gd name="T35" fmla="*/ 70 h 74"/>
                <a:gd name="T36" fmla="*/ 65 w 85"/>
                <a:gd name="T37" fmla="*/ 74 h 74"/>
                <a:gd name="T38" fmla="*/ 10 w 85"/>
                <a:gd name="T39" fmla="*/ 64 h 74"/>
                <a:gd name="T40" fmla="*/ 1 w 85"/>
                <a:gd name="T41" fmla="*/ 43 h 74"/>
                <a:gd name="T42" fmla="*/ 0 w 85"/>
                <a:gd name="T43" fmla="*/ 3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74">
                  <a:moveTo>
                    <a:pt x="0" y="38"/>
                  </a:moveTo>
                  <a:lnTo>
                    <a:pt x="3" y="37"/>
                  </a:lnTo>
                  <a:lnTo>
                    <a:pt x="4" y="42"/>
                  </a:lnTo>
                  <a:lnTo>
                    <a:pt x="18" y="39"/>
                  </a:lnTo>
                  <a:lnTo>
                    <a:pt x="33" y="40"/>
                  </a:lnTo>
                  <a:lnTo>
                    <a:pt x="44" y="40"/>
                  </a:lnTo>
                  <a:lnTo>
                    <a:pt x="54" y="26"/>
                  </a:lnTo>
                  <a:lnTo>
                    <a:pt x="66" y="13"/>
                  </a:lnTo>
                  <a:lnTo>
                    <a:pt x="76" y="0"/>
                  </a:lnTo>
                  <a:lnTo>
                    <a:pt x="80" y="7"/>
                  </a:lnTo>
                  <a:lnTo>
                    <a:pt x="85" y="24"/>
                  </a:lnTo>
                  <a:lnTo>
                    <a:pt x="75" y="24"/>
                  </a:lnTo>
                  <a:lnTo>
                    <a:pt x="76" y="37"/>
                  </a:lnTo>
                  <a:lnTo>
                    <a:pt x="79" y="40"/>
                  </a:lnTo>
                  <a:lnTo>
                    <a:pt x="72" y="44"/>
                  </a:lnTo>
                  <a:lnTo>
                    <a:pt x="72" y="53"/>
                  </a:lnTo>
                  <a:lnTo>
                    <a:pt x="68" y="61"/>
                  </a:lnTo>
                  <a:lnTo>
                    <a:pt x="69" y="70"/>
                  </a:lnTo>
                  <a:lnTo>
                    <a:pt x="65" y="74"/>
                  </a:lnTo>
                  <a:lnTo>
                    <a:pt x="10" y="64"/>
                  </a:lnTo>
                  <a:lnTo>
                    <a:pt x="1" y="43"/>
                  </a:lnTo>
                  <a:lnTo>
                    <a:pt x="0" y="3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28" name="Freeform 11">
              <a:extLst>
                <a:ext uri="{FF2B5EF4-FFF2-40B4-BE49-F238E27FC236}">
                  <a16:creationId xmlns:a16="http://schemas.microsoft.com/office/drawing/2014/main" id="{068B84B9-DC01-C651-8326-7BB307E7EF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1702" y="4629150"/>
              <a:ext cx="449263" cy="1089025"/>
            </a:xfrm>
            <a:custGeom>
              <a:avLst/>
              <a:gdLst>
                <a:gd name="T0" fmla="*/ 331 w 1160"/>
                <a:gd name="T1" fmla="*/ 82 h 2811"/>
                <a:gd name="T2" fmla="*/ 436 w 1160"/>
                <a:gd name="T3" fmla="*/ 17 h 2811"/>
                <a:gd name="T4" fmla="*/ 602 w 1160"/>
                <a:gd name="T5" fmla="*/ 174 h 2811"/>
                <a:gd name="T6" fmla="*/ 761 w 1160"/>
                <a:gd name="T7" fmla="*/ 250 h 2811"/>
                <a:gd name="T8" fmla="*/ 855 w 1160"/>
                <a:gd name="T9" fmla="*/ 321 h 2811"/>
                <a:gd name="T10" fmla="*/ 877 w 1160"/>
                <a:gd name="T11" fmla="*/ 473 h 2811"/>
                <a:gd name="T12" fmla="*/ 1016 w 1160"/>
                <a:gd name="T13" fmla="*/ 472 h 2811"/>
                <a:gd name="T14" fmla="*/ 1076 w 1160"/>
                <a:gd name="T15" fmla="*/ 332 h 2811"/>
                <a:gd name="T16" fmla="*/ 1153 w 1160"/>
                <a:gd name="T17" fmla="*/ 365 h 2811"/>
                <a:gd name="T18" fmla="*/ 1105 w 1160"/>
                <a:gd name="T19" fmla="*/ 480 h 2811"/>
                <a:gd name="T20" fmla="*/ 990 w 1160"/>
                <a:gd name="T21" fmla="*/ 597 h 2811"/>
                <a:gd name="T22" fmla="*/ 904 w 1160"/>
                <a:gd name="T23" fmla="*/ 781 h 2811"/>
                <a:gd name="T24" fmla="*/ 914 w 1160"/>
                <a:gd name="T25" fmla="*/ 953 h 2811"/>
                <a:gd name="T26" fmla="*/ 907 w 1160"/>
                <a:gd name="T27" fmla="*/ 1027 h 2811"/>
                <a:gd name="T28" fmla="*/ 1014 w 1160"/>
                <a:gd name="T29" fmla="*/ 1144 h 2811"/>
                <a:gd name="T30" fmla="*/ 1067 w 1160"/>
                <a:gd name="T31" fmla="*/ 1239 h 2811"/>
                <a:gd name="T32" fmla="*/ 1027 w 1160"/>
                <a:gd name="T33" fmla="*/ 1389 h 2811"/>
                <a:gd name="T34" fmla="*/ 797 w 1160"/>
                <a:gd name="T35" fmla="*/ 1452 h 2811"/>
                <a:gd name="T36" fmla="*/ 745 w 1160"/>
                <a:gd name="T37" fmla="*/ 1494 h 2811"/>
                <a:gd name="T38" fmla="*/ 770 w 1160"/>
                <a:gd name="T39" fmla="*/ 1600 h 2811"/>
                <a:gd name="T40" fmla="*/ 668 w 1160"/>
                <a:gd name="T41" fmla="*/ 1641 h 2811"/>
                <a:gd name="T42" fmla="*/ 573 w 1160"/>
                <a:gd name="T43" fmla="*/ 1632 h 2811"/>
                <a:gd name="T44" fmla="*/ 659 w 1160"/>
                <a:gd name="T45" fmla="*/ 1741 h 2811"/>
                <a:gd name="T46" fmla="*/ 722 w 1160"/>
                <a:gd name="T47" fmla="*/ 1759 h 2811"/>
                <a:gd name="T48" fmla="*/ 626 w 1160"/>
                <a:gd name="T49" fmla="*/ 1837 h 2811"/>
                <a:gd name="T50" fmla="*/ 639 w 1160"/>
                <a:gd name="T51" fmla="*/ 1966 h 2811"/>
                <a:gd name="T52" fmla="*/ 536 w 1160"/>
                <a:gd name="T53" fmla="*/ 2010 h 2811"/>
                <a:gd name="T54" fmla="*/ 623 w 1160"/>
                <a:gd name="T55" fmla="*/ 2134 h 2811"/>
                <a:gd name="T56" fmla="*/ 695 w 1160"/>
                <a:gd name="T57" fmla="*/ 2225 h 2811"/>
                <a:gd name="T58" fmla="*/ 626 w 1160"/>
                <a:gd name="T59" fmla="*/ 2369 h 2811"/>
                <a:gd name="T60" fmla="*/ 567 w 1160"/>
                <a:gd name="T61" fmla="*/ 2441 h 2811"/>
                <a:gd name="T62" fmla="*/ 683 w 1160"/>
                <a:gd name="T63" fmla="*/ 2574 h 2811"/>
                <a:gd name="T64" fmla="*/ 590 w 1160"/>
                <a:gd name="T65" fmla="*/ 2557 h 2811"/>
                <a:gd name="T66" fmla="*/ 383 w 1160"/>
                <a:gd name="T67" fmla="*/ 2498 h 2811"/>
                <a:gd name="T68" fmla="*/ 317 w 1160"/>
                <a:gd name="T69" fmla="*/ 2442 h 2811"/>
                <a:gd name="T70" fmla="*/ 241 w 1160"/>
                <a:gd name="T71" fmla="*/ 2324 h 2811"/>
                <a:gd name="T72" fmla="*/ 278 w 1160"/>
                <a:gd name="T73" fmla="*/ 2234 h 2811"/>
                <a:gd name="T74" fmla="*/ 264 w 1160"/>
                <a:gd name="T75" fmla="*/ 2121 h 2811"/>
                <a:gd name="T76" fmla="*/ 226 w 1160"/>
                <a:gd name="T77" fmla="*/ 1961 h 2811"/>
                <a:gd name="T78" fmla="*/ 232 w 1160"/>
                <a:gd name="T79" fmla="*/ 1914 h 2811"/>
                <a:gd name="T80" fmla="*/ 206 w 1160"/>
                <a:gd name="T81" fmla="*/ 1862 h 2811"/>
                <a:gd name="T82" fmla="*/ 119 w 1160"/>
                <a:gd name="T83" fmla="*/ 1733 h 2811"/>
                <a:gd name="T84" fmla="*/ 99 w 1160"/>
                <a:gd name="T85" fmla="*/ 1613 h 2811"/>
                <a:gd name="T86" fmla="*/ 88 w 1160"/>
                <a:gd name="T87" fmla="*/ 1451 h 2811"/>
                <a:gd name="T88" fmla="*/ 78 w 1160"/>
                <a:gd name="T89" fmla="*/ 1338 h 2811"/>
                <a:gd name="T90" fmla="*/ 98 w 1160"/>
                <a:gd name="T91" fmla="*/ 1204 h 2811"/>
                <a:gd name="T92" fmla="*/ 102 w 1160"/>
                <a:gd name="T93" fmla="*/ 1051 h 2811"/>
                <a:gd name="T94" fmla="*/ 63 w 1160"/>
                <a:gd name="T95" fmla="*/ 957 h 2811"/>
                <a:gd name="T96" fmla="*/ 27 w 1160"/>
                <a:gd name="T97" fmla="*/ 723 h 2811"/>
                <a:gd name="T98" fmla="*/ 17 w 1160"/>
                <a:gd name="T99" fmla="*/ 564 h 2811"/>
                <a:gd name="T100" fmla="*/ 94 w 1160"/>
                <a:gd name="T101" fmla="*/ 431 h 2811"/>
                <a:gd name="T102" fmla="*/ 77 w 1160"/>
                <a:gd name="T103" fmla="*/ 370 h 2811"/>
                <a:gd name="T104" fmla="*/ 128 w 1160"/>
                <a:gd name="T105" fmla="*/ 186 h 2811"/>
                <a:gd name="T106" fmla="*/ 130 w 1160"/>
                <a:gd name="T107" fmla="*/ 77 h 2811"/>
                <a:gd name="T108" fmla="*/ 281 w 1160"/>
                <a:gd name="T109" fmla="*/ 20 h 2811"/>
                <a:gd name="T110" fmla="*/ 889 w 1160"/>
                <a:gd name="T111" fmla="*/ 2811 h 2811"/>
                <a:gd name="T112" fmla="*/ 806 w 1160"/>
                <a:gd name="T113" fmla="*/ 2780 h 2811"/>
                <a:gd name="T114" fmla="*/ 662 w 1160"/>
                <a:gd name="T115" fmla="*/ 2598 h 2811"/>
                <a:gd name="T116" fmla="*/ 759 w 1160"/>
                <a:gd name="T117" fmla="*/ 2697 h 2811"/>
                <a:gd name="T118" fmla="*/ 959 w 1160"/>
                <a:gd name="T119" fmla="*/ 2766 h 2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60" h="2811">
                  <a:moveTo>
                    <a:pt x="281" y="20"/>
                  </a:moveTo>
                  <a:lnTo>
                    <a:pt x="331" y="82"/>
                  </a:lnTo>
                  <a:lnTo>
                    <a:pt x="352" y="13"/>
                  </a:lnTo>
                  <a:lnTo>
                    <a:pt x="436" y="17"/>
                  </a:lnTo>
                  <a:lnTo>
                    <a:pt x="450" y="35"/>
                  </a:lnTo>
                  <a:lnTo>
                    <a:pt x="602" y="174"/>
                  </a:lnTo>
                  <a:lnTo>
                    <a:pt x="663" y="187"/>
                  </a:lnTo>
                  <a:lnTo>
                    <a:pt x="761" y="250"/>
                  </a:lnTo>
                  <a:lnTo>
                    <a:pt x="840" y="283"/>
                  </a:lnTo>
                  <a:lnTo>
                    <a:pt x="855" y="321"/>
                  </a:lnTo>
                  <a:lnTo>
                    <a:pt x="801" y="450"/>
                  </a:lnTo>
                  <a:lnTo>
                    <a:pt x="877" y="473"/>
                  </a:lnTo>
                  <a:lnTo>
                    <a:pt x="960" y="486"/>
                  </a:lnTo>
                  <a:lnTo>
                    <a:pt x="1016" y="472"/>
                  </a:lnTo>
                  <a:lnTo>
                    <a:pt x="1074" y="407"/>
                  </a:lnTo>
                  <a:lnTo>
                    <a:pt x="1076" y="332"/>
                  </a:lnTo>
                  <a:lnTo>
                    <a:pt x="1111" y="316"/>
                  </a:lnTo>
                  <a:lnTo>
                    <a:pt x="1153" y="365"/>
                  </a:lnTo>
                  <a:lnTo>
                    <a:pt x="1160" y="433"/>
                  </a:lnTo>
                  <a:lnTo>
                    <a:pt x="1105" y="480"/>
                  </a:lnTo>
                  <a:lnTo>
                    <a:pt x="1060" y="514"/>
                  </a:lnTo>
                  <a:lnTo>
                    <a:pt x="990" y="597"/>
                  </a:lnTo>
                  <a:lnTo>
                    <a:pt x="911" y="713"/>
                  </a:lnTo>
                  <a:lnTo>
                    <a:pt x="904" y="781"/>
                  </a:lnTo>
                  <a:lnTo>
                    <a:pt x="899" y="868"/>
                  </a:lnTo>
                  <a:lnTo>
                    <a:pt x="914" y="953"/>
                  </a:lnTo>
                  <a:lnTo>
                    <a:pt x="902" y="972"/>
                  </a:lnTo>
                  <a:lnTo>
                    <a:pt x="907" y="1027"/>
                  </a:lnTo>
                  <a:lnTo>
                    <a:pt x="910" y="1071"/>
                  </a:lnTo>
                  <a:lnTo>
                    <a:pt x="1014" y="1144"/>
                  </a:lnTo>
                  <a:lnTo>
                    <a:pt x="1015" y="1202"/>
                  </a:lnTo>
                  <a:lnTo>
                    <a:pt x="1067" y="1239"/>
                  </a:lnTo>
                  <a:lnTo>
                    <a:pt x="1071" y="1280"/>
                  </a:lnTo>
                  <a:lnTo>
                    <a:pt x="1027" y="1389"/>
                  </a:lnTo>
                  <a:lnTo>
                    <a:pt x="933" y="1434"/>
                  </a:lnTo>
                  <a:lnTo>
                    <a:pt x="797" y="1452"/>
                  </a:lnTo>
                  <a:lnTo>
                    <a:pt x="719" y="1443"/>
                  </a:lnTo>
                  <a:lnTo>
                    <a:pt x="745" y="1494"/>
                  </a:lnTo>
                  <a:lnTo>
                    <a:pt x="747" y="1557"/>
                  </a:lnTo>
                  <a:lnTo>
                    <a:pt x="770" y="1600"/>
                  </a:lnTo>
                  <a:lnTo>
                    <a:pt x="736" y="1629"/>
                  </a:lnTo>
                  <a:lnTo>
                    <a:pt x="668" y="1641"/>
                  </a:lnTo>
                  <a:lnTo>
                    <a:pt x="594" y="1610"/>
                  </a:lnTo>
                  <a:lnTo>
                    <a:pt x="573" y="1632"/>
                  </a:lnTo>
                  <a:lnTo>
                    <a:pt x="606" y="1716"/>
                  </a:lnTo>
                  <a:lnTo>
                    <a:pt x="659" y="1741"/>
                  </a:lnTo>
                  <a:lnTo>
                    <a:pt x="689" y="1715"/>
                  </a:lnTo>
                  <a:lnTo>
                    <a:pt x="722" y="1759"/>
                  </a:lnTo>
                  <a:lnTo>
                    <a:pt x="666" y="1785"/>
                  </a:lnTo>
                  <a:lnTo>
                    <a:pt x="626" y="1837"/>
                  </a:lnTo>
                  <a:lnTo>
                    <a:pt x="641" y="1922"/>
                  </a:lnTo>
                  <a:lnTo>
                    <a:pt x="639" y="1966"/>
                  </a:lnTo>
                  <a:lnTo>
                    <a:pt x="575" y="1967"/>
                  </a:lnTo>
                  <a:lnTo>
                    <a:pt x="536" y="2010"/>
                  </a:lnTo>
                  <a:lnTo>
                    <a:pt x="537" y="2072"/>
                  </a:lnTo>
                  <a:lnTo>
                    <a:pt x="623" y="2134"/>
                  </a:lnTo>
                  <a:lnTo>
                    <a:pt x="693" y="2150"/>
                  </a:lnTo>
                  <a:lnTo>
                    <a:pt x="695" y="2225"/>
                  </a:lnTo>
                  <a:lnTo>
                    <a:pt x="633" y="2272"/>
                  </a:lnTo>
                  <a:lnTo>
                    <a:pt x="626" y="2369"/>
                  </a:lnTo>
                  <a:lnTo>
                    <a:pt x="578" y="2402"/>
                  </a:lnTo>
                  <a:lnTo>
                    <a:pt x="567" y="2441"/>
                  </a:lnTo>
                  <a:lnTo>
                    <a:pt x="621" y="2527"/>
                  </a:lnTo>
                  <a:lnTo>
                    <a:pt x="683" y="2574"/>
                  </a:lnTo>
                  <a:lnTo>
                    <a:pt x="654" y="2570"/>
                  </a:lnTo>
                  <a:lnTo>
                    <a:pt x="590" y="2557"/>
                  </a:lnTo>
                  <a:lnTo>
                    <a:pt x="429" y="2546"/>
                  </a:lnTo>
                  <a:lnTo>
                    <a:pt x="383" y="2498"/>
                  </a:lnTo>
                  <a:lnTo>
                    <a:pt x="359" y="2436"/>
                  </a:lnTo>
                  <a:lnTo>
                    <a:pt x="317" y="2442"/>
                  </a:lnTo>
                  <a:lnTo>
                    <a:pt x="282" y="2412"/>
                  </a:lnTo>
                  <a:lnTo>
                    <a:pt x="241" y="2324"/>
                  </a:lnTo>
                  <a:lnTo>
                    <a:pt x="277" y="2287"/>
                  </a:lnTo>
                  <a:lnTo>
                    <a:pt x="278" y="2234"/>
                  </a:lnTo>
                  <a:lnTo>
                    <a:pt x="255" y="2192"/>
                  </a:lnTo>
                  <a:lnTo>
                    <a:pt x="264" y="2121"/>
                  </a:lnTo>
                  <a:lnTo>
                    <a:pt x="250" y="2010"/>
                  </a:lnTo>
                  <a:lnTo>
                    <a:pt x="226" y="1961"/>
                  </a:lnTo>
                  <a:lnTo>
                    <a:pt x="250" y="1945"/>
                  </a:lnTo>
                  <a:lnTo>
                    <a:pt x="232" y="1914"/>
                  </a:lnTo>
                  <a:lnTo>
                    <a:pt x="195" y="1897"/>
                  </a:lnTo>
                  <a:lnTo>
                    <a:pt x="206" y="1862"/>
                  </a:lnTo>
                  <a:lnTo>
                    <a:pt x="165" y="1830"/>
                  </a:lnTo>
                  <a:lnTo>
                    <a:pt x="119" y="1733"/>
                  </a:lnTo>
                  <a:lnTo>
                    <a:pt x="141" y="1716"/>
                  </a:lnTo>
                  <a:lnTo>
                    <a:pt x="99" y="1613"/>
                  </a:lnTo>
                  <a:lnTo>
                    <a:pt x="90" y="1526"/>
                  </a:lnTo>
                  <a:lnTo>
                    <a:pt x="88" y="1451"/>
                  </a:lnTo>
                  <a:lnTo>
                    <a:pt x="121" y="1420"/>
                  </a:lnTo>
                  <a:lnTo>
                    <a:pt x="78" y="1338"/>
                  </a:lnTo>
                  <a:lnTo>
                    <a:pt x="58" y="1260"/>
                  </a:lnTo>
                  <a:lnTo>
                    <a:pt x="98" y="1204"/>
                  </a:lnTo>
                  <a:lnTo>
                    <a:pt x="80" y="1134"/>
                  </a:lnTo>
                  <a:lnTo>
                    <a:pt x="102" y="1051"/>
                  </a:lnTo>
                  <a:lnTo>
                    <a:pt x="85" y="973"/>
                  </a:lnTo>
                  <a:lnTo>
                    <a:pt x="63" y="957"/>
                  </a:lnTo>
                  <a:lnTo>
                    <a:pt x="0" y="811"/>
                  </a:lnTo>
                  <a:lnTo>
                    <a:pt x="27" y="723"/>
                  </a:lnTo>
                  <a:lnTo>
                    <a:pt x="5" y="641"/>
                  </a:lnTo>
                  <a:lnTo>
                    <a:pt x="17" y="564"/>
                  </a:lnTo>
                  <a:lnTo>
                    <a:pt x="51" y="484"/>
                  </a:lnTo>
                  <a:lnTo>
                    <a:pt x="94" y="431"/>
                  </a:lnTo>
                  <a:lnTo>
                    <a:pt x="67" y="397"/>
                  </a:lnTo>
                  <a:lnTo>
                    <a:pt x="77" y="370"/>
                  </a:lnTo>
                  <a:lnTo>
                    <a:pt x="54" y="228"/>
                  </a:lnTo>
                  <a:lnTo>
                    <a:pt x="128" y="186"/>
                  </a:lnTo>
                  <a:lnTo>
                    <a:pt x="142" y="98"/>
                  </a:lnTo>
                  <a:lnTo>
                    <a:pt x="130" y="77"/>
                  </a:lnTo>
                  <a:lnTo>
                    <a:pt x="182" y="0"/>
                  </a:lnTo>
                  <a:lnTo>
                    <a:pt x="281" y="20"/>
                  </a:lnTo>
                  <a:moveTo>
                    <a:pt x="947" y="2807"/>
                  </a:moveTo>
                  <a:lnTo>
                    <a:pt x="889" y="2811"/>
                  </a:lnTo>
                  <a:lnTo>
                    <a:pt x="845" y="2782"/>
                  </a:lnTo>
                  <a:lnTo>
                    <a:pt x="806" y="2780"/>
                  </a:lnTo>
                  <a:lnTo>
                    <a:pt x="739" y="2780"/>
                  </a:lnTo>
                  <a:lnTo>
                    <a:pt x="662" y="2598"/>
                  </a:lnTo>
                  <a:lnTo>
                    <a:pt x="702" y="2636"/>
                  </a:lnTo>
                  <a:lnTo>
                    <a:pt x="759" y="2697"/>
                  </a:lnTo>
                  <a:lnTo>
                    <a:pt x="862" y="2746"/>
                  </a:lnTo>
                  <a:lnTo>
                    <a:pt x="959" y="2766"/>
                  </a:lnTo>
                  <a:lnTo>
                    <a:pt x="947" y="2807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29" name="Freeform 12">
              <a:extLst>
                <a:ext uri="{FF2B5EF4-FFF2-40B4-BE49-F238E27FC236}">
                  <a16:creationId xmlns:a16="http://schemas.microsoft.com/office/drawing/2014/main" id="{F70623A2-F02B-D45F-00E3-F27E2CFDE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9077" y="2551112"/>
              <a:ext cx="92075" cy="80963"/>
            </a:xfrm>
            <a:custGeom>
              <a:avLst/>
              <a:gdLst>
                <a:gd name="T0" fmla="*/ 0 w 58"/>
                <a:gd name="T1" fmla="*/ 3 h 51"/>
                <a:gd name="T2" fmla="*/ 23 w 58"/>
                <a:gd name="T3" fmla="*/ 0 h 51"/>
                <a:gd name="T4" fmla="*/ 27 w 58"/>
                <a:gd name="T5" fmla="*/ 5 h 51"/>
                <a:gd name="T6" fmla="*/ 34 w 58"/>
                <a:gd name="T7" fmla="*/ 9 h 51"/>
                <a:gd name="T8" fmla="*/ 32 w 58"/>
                <a:gd name="T9" fmla="*/ 14 h 51"/>
                <a:gd name="T10" fmla="*/ 42 w 58"/>
                <a:gd name="T11" fmla="*/ 21 h 51"/>
                <a:gd name="T12" fmla="*/ 39 w 58"/>
                <a:gd name="T13" fmla="*/ 27 h 51"/>
                <a:gd name="T14" fmla="*/ 47 w 58"/>
                <a:gd name="T15" fmla="*/ 33 h 51"/>
                <a:gd name="T16" fmla="*/ 55 w 58"/>
                <a:gd name="T17" fmla="*/ 36 h 51"/>
                <a:gd name="T18" fmla="*/ 58 w 58"/>
                <a:gd name="T19" fmla="*/ 51 h 51"/>
                <a:gd name="T20" fmla="*/ 52 w 58"/>
                <a:gd name="T21" fmla="*/ 51 h 51"/>
                <a:gd name="T22" fmla="*/ 43 w 58"/>
                <a:gd name="T23" fmla="*/ 39 h 51"/>
                <a:gd name="T24" fmla="*/ 42 w 58"/>
                <a:gd name="T25" fmla="*/ 36 h 51"/>
                <a:gd name="T26" fmla="*/ 35 w 58"/>
                <a:gd name="T27" fmla="*/ 36 h 51"/>
                <a:gd name="T28" fmla="*/ 29 w 58"/>
                <a:gd name="T29" fmla="*/ 31 h 51"/>
                <a:gd name="T30" fmla="*/ 26 w 58"/>
                <a:gd name="T31" fmla="*/ 31 h 51"/>
                <a:gd name="T32" fmla="*/ 18 w 58"/>
                <a:gd name="T33" fmla="*/ 25 h 51"/>
                <a:gd name="T34" fmla="*/ 4 w 58"/>
                <a:gd name="T35" fmla="*/ 20 h 51"/>
                <a:gd name="T36" fmla="*/ 4 w 58"/>
                <a:gd name="T37" fmla="*/ 10 h 51"/>
                <a:gd name="T38" fmla="*/ 0 w 58"/>
                <a:gd name="T39" fmla="*/ 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51">
                  <a:moveTo>
                    <a:pt x="0" y="3"/>
                  </a:moveTo>
                  <a:lnTo>
                    <a:pt x="23" y="0"/>
                  </a:lnTo>
                  <a:lnTo>
                    <a:pt x="27" y="5"/>
                  </a:lnTo>
                  <a:lnTo>
                    <a:pt x="34" y="9"/>
                  </a:lnTo>
                  <a:lnTo>
                    <a:pt x="32" y="14"/>
                  </a:lnTo>
                  <a:lnTo>
                    <a:pt x="42" y="21"/>
                  </a:lnTo>
                  <a:lnTo>
                    <a:pt x="39" y="27"/>
                  </a:lnTo>
                  <a:lnTo>
                    <a:pt x="47" y="33"/>
                  </a:lnTo>
                  <a:lnTo>
                    <a:pt x="55" y="36"/>
                  </a:lnTo>
                  <a:lnTo>
                    <a:pt x="58" y="51"/>
                  </a:lnTo>
                  <a:lnTo>
                    <a:pt x="52" y="51"/>
                  </a:lnTo>
                  <a:lnTo>
                    <a:pt x="43" y="39"/>
                  </a:lnTo>
                  <a:lnTo>
                    <a:pt x="42" y="36"/>
                  </a:lnTo>
                  <a:lnTo>
                    <a:pt x="35" y="36"/>
                  </a:lnTo>
                  <a:lnTo>
                    <a:pt x="29" y="31"/>
                  </a:lnTo>
                  <a:lnTo>
                    <a:pt x="26" y="31"/>
                  </a:lnTo>
                  <a:lnTo>
                    <a:pt x="18" y="25"/>
                  </a:lnTo>
                  <a:lnTo>
                    <a:pt x="4" y="20"/>
                  </a:lnTo>
                  <a:lnTo>
                    <a:pt x="4" y="10"/>
                  </a:lnTo>
                  <a:lnTo>
                    <a:pt x="0" y="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0" name="Freeform 13">
              <a:extLst>
                <a:ext uri="{FF2B5EF4-FFF2-40B4-BE49-F238E27FC236}">
                  <a16:creationId xmlns:a16="http://schemas.microsoft.com/office/drawing/2014/main" id="{BEBE9E78-6505-4A7E-4F2B-454D70C7B7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84089" y="4260850"/>
              <a:ext cx="1160463" cy="1084263"/>
            </a:xfrm>
            <a:custGeom>
              <a:avLst/>
              <a:gdLst>
                <a:gd name="T0" fmla="*/ 2629 w 2996"/>
                <a:gd name="T1" fmla="*/ 334 h 2800"/>
                <a:gd name="T2" fmla="*/ 2651 w 2996"/>
                <a:gd name="T3" fmla="*/ 521 h 2800"/>
                <a:gd name="T4" fmla="*/ 2668 w 2996"/>
                <a:gd name="T5" fmla="*/ 706 h 2800"/>
                <a:gd name="T6" fmla="*/ 2806 w 2996"/>
                <a:gd name="T7" fmla="*/ 849 h 2800"/>
                <a:gd name="T8" fmla="*/ 2893 w 2996"/>
                <a:gd name="T9" fmla="*/ 1012 h 2800"/>
                <a:gd name="T10" fmla="*/ 2961 w 2996"/>
                <a:gd name="T11" fmla="*/ 1174 h 2800"/>
                <a:gd name="T12" fmla="*/ 2955 w 2996"/>
                <a:gd name="T13" fmla="*/ 1413 h 2800"/>
                <a:gd name="T14" fmla="*/ 2851 w 2996"/>
                <a:gd name="T15" fmla="*/ 1675 h 2800"/>
                <a:gd name="T16" fmla="*/ 2654 w 2996"/>
                <a:gd name="T17" fmla="*/ 1904 h 2800"/>
                <a:gd name="T18" fmla="*/ 2448 w 2996"/>
                <a:gd name="T19" fmla="*/ 2127 h 2800"/>
                <a:gd name="T20" fmla="*/ 2290 w 2996"/>
                <a:gd name="T21" fmla="*/ 2305 h 2800"/>
                <a:gd name="T22" fmla="*/ 2014 w 2996"/>
                <a:gd name="T23" fmla="*/ 2412 h 2800"/>
                <a:gd name="T24" fmla="*/ 1930 w 2996"/>
                <a:gd name="T25" fmla="*/ 2332 h 2800"/>
                <a:gd name="T26" fmla="*/ 1719 w 2996"/>
                <a:gd name="T27" fmla="*/ 2350 h 2800"/>
                <a:gd name="T28" fmla="*/ 1669 w 2996"/>
                <a:gd name="T29" fmla="*/ 2167 h 2800"/>
                <a:gd name="T30" fmla="*/ 1641 w 2996"/>
                <a:gd name="T31" fmla="*/ 2018 h 2800"/>
                <a:gd name="T32" fmla="*/ 1600 w 2996"/>
                <a:gd name="T33" fmla="*/ 1996 h 2800"/>
                <a:gd name="T34" fmla="*/ 1521 w 2996"/>
                <a:gd name="T35" fmla="*/ 1993 h 2800"/>
                <a:gd name="T36" fmla="*/ 1427 w 2996"/>
                <a:gd name="T37" fmla="*/ 1919 h 2800"/>
                <a:gd name="T38" fmla="*/ 1303 w 2996"/>
                <a:gd name="T39" fmla="*/ 1814 h 2800"/>
                <a:gd name="T40" fmla="*/ 922 w 2996"/>
                <a:gd name="T41" fmla="*/ 1840 h 2800"/>
                <a:gd name="T42" fmla="*/ 664 w 2996"/>
                <a:gd name="T43" fmla="*/ 1942 h 2800"/>
                <a:gd name="T44" fmla="*/ 458 w 2996"/>
                <a:gd name="T45" fmla="*/ 1970 h 2800"/>
                <a:gd name="T46" fmla="*/ 274 w 2996"/>
                <a:gd name="T47" fmla="*/ 2025 h 2800"/>
                <a:gd name="T48" fmla="*/ 87 w 2996"/>
                <a:gd name="T49" fmla="*/ 2072 h 2800"/>
                <a:gd name="T50" fmla="*/ 59 w 2996"/>
                <a:gd name="T51" fmla="*/ 1942 h 2800"/>
                <a:gd name="T52" fmla="*/ 124 w 2996"/>
                <a:gd name="T53" fmla="*/ 1783 h 2800"/>
                <a:gd name="T54" fmla="*/ 123 w 2996"/>
                <a:gd name="T55" fmla="*/ 1544 h 2800"/>
                <a:gd name="T56" fmla="*/ 91 w 2996"/>
                <a:gd name="T57" fmla="*/ 1352 h 2800"/>
                <a:gd name="T58" fmla="*/ 138 w 2996"/>
                <a:gd name="T59" fmla="*/ 1298 h 2800"/>
                <a:gd name="T60" fmla="*/ 141 w 2996"/>
                <a:gd name="T61" fmla="*/ 1193 h 2800"/>
                <a:gd name="T62" fmla="*/ 189 w 2996"/>
                <a:gd name="T63" fmla="*/ 1055 h 2800"/>
                <a:gd name="T64" fmla="*/ 270 w 2996"/>
                <a:gd name="T65" fmla="*/ 950 h 2800"/>
                <a:gd name="T66" fmla="*/ 476 w 2996"/>
                <a:gd name="T67" fmla="*/ 848 h 2800"/>
                <a:gd name="T68" fmla="*/ 621 w 2996"/>
                <a:gd name="T69" fmla="*/ 798 h 2800"/>
                <a:gd name="T70" fmla="*/ 812 w 2996"/>
                <a:gd name="T71" fmla="*/ 730 h 2800"/>
                <a:gd name="T72" fmla="*/ 910 w 2996"/>
                <a:gd name="T73" fmla="*/ 561 h 2800"/>
                <a:gd name="T74" fmla="*/ 1008 w 2996"/>
                <a:gd name="T75" fmla="*/ 505 h 2800"/>
                <a:gd name="T76" fmla="*/ 1134 w 2996"/>
                <a:gd name="T77" fmla="*/ 375 h 2800"/>
                <a:gd name="T78" fmla="*/ 1232 w 2996"/>
                <a:gd name="T79" fmla="*/ 313 h 2800"/>
                <a:gd name="T80" fmla="*/ 1358 w 2996"/>
                <a:gd name="T81" fmla="*/ 307 h 2800"/>
                <a:gd name="T82" fmla="*/ 1476 w 2996"/>
                <a:gd name="T83" fmla="*/ 320 h 2800"/>
                <a:gd name="T84" fmla="*/ 1588 w 2996"/>
                <a:gd name="T85" fmla="*/ 159 h 2800"/>
                <a:gd name="T86" fmla="*/ 1743 w 2996"/>
                <a:gd name="T87" fmla="*/ 80 h 2800"/>
                <a:gd name="T88" fmla="*/ 1815 w 2996"/>
                <a:gd name="T89" fmla="*/ 95 h 2800"/>
                <a:gd name="T90" fmla="*/ 1988 w 2996"/>
                <a:gd name="T91" fmla="*/ 110 h 2800"/>
                <a:gd name="T92" fmla="*/ 2038 w 2996"/>
                <a:gd name="T93" fmla="*/ 189 h 2800"/>
                <a:gd name="T94" fmla="*/ 1954 w 2996"/>
                <a:gd name="T95" fmla="*/ 303 h 2800"/>
                <a:gd name="T96" fmla="*/ 2027 w 2996"/>
                <a:gd name="T97" fmla="*/ 443 h 2800"/>
                <a:gd name="T98" fmla="*/ 2161 w 2996"/>
                <a:gd name="T99" fmla="*/ 545 h 2800"/>
                <a:gd name="T100" fmla="*/ 2310 w 2996"/>
                <a:gd name="T101" fmla="*/ 525 h 2800"/>
                <a:gd name="T102" fmla="*/ 2381 w 2996"/>
                <a:gd name="T103" fmla="*/ 332 h 2800"/>
                <a:gd name="T104" fmla="*/ 2425 w 2996"/>
                <a:gd name="T105" fmla="*/ 177 h 2800"/>
                <a:gd name="T106" fmla="*/ 2466 w 2996"/>
                <a:gd name="T107" fmla="*/ 32 h 2800"/>
                <a:gd name="T108" fmla="*/ 2530 w 2996"/>
                <a:gd name="T109" fmla="*/ 105 h 2800"/>
                <a:gd name="T110" fmla="*/ 2540 w 2996"/>
                <a:gd name="T111" fmla="*/ 264 h 2800"/>
                <a:gd name="T112" fmla="*/ 2023 w 2996"/>
                <a:gd name="T113" fmla="*/ 2562 h 2800"/>
                <a:gd name="T114" fmla="*/ 1911 w 2996"/>
                <a:gd name="T115" fmla="*/ 2764 h 2800"/>
                <a:gd name="T116" fmla="*/ 1765 w 2996"/>
                <a:gd name="T117" fmla="*/ 2793 h 2800"/>
                <a:gd name="T118" fmla="*/ 1824 w 2996"/>
                <a:gd name="T119" fmla="*/ 2553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6" h="2800">
                  <a:moveTo>
                    <a:pt x="2540" y="264"/>
                  </a:moveTo>
                  <a:lnTo>
                    <a:pt x="2557" y="330"/>
                  </a:lnTo>
                  <a:lnTo>
                    <a:pt x="2610" y="298"/>
                  </a:lnTo>
                  <a:lnTo>
                    <a:pt x="2629" y="334"/>
                  </a:lnTo>
                  <a:lnTo>
                    <a:pt x="2659" y="368"/>
                  </a:lnTo>
                  <a:lnTo>
                    <a:pt x="2645" y="405"/>
                  </a:lnTo>
                  <a:lnTo>
                    <a:pt x="2647" y="478"/>
                  </a:lnTo>
                  <a:lnTo>
                    <a:pt x="2651" y="521"/>
                  </a:lnTo>
                  <a:lnTo>
                    <a:pt x="2667" y="531"/>
                  </a:lnTo>
                  <a:lnTo>
                    <a:pt x="2673" y="604"/>
                  </a:lnTo>
                  <a:lnTo>
                    <a:pt x="2656" y="648"/>
                  </a:lnTo>
                  <a:lnTo>
                    <a:pt x="2668" y="706"/>
                  </a:lnTo>
                  <a:lnTo>
                    <a:pt x="2738" y="750"/>
                  </a:lnTo>
                  <a:lnTo>
                    <a:pt x="2780" y="791"/>
                  </a:lnTo>
                  <a:lnTo>
                    <a:pt x="2821" y="828"/>
                  </a:lnTo>
                  <a:lnTo>
                    <a:pt x="2806" y="849"/>
                  </a:lnTo>
                  <a:lnTo>
                    <a:pt x="2835" y="902"/>
                  </a:lnTo>
                  <a:lnTo>
                    <a:pt x="2839" y="994"/>
                  </a:lnTo>
                  <a:lnTo>
                    <a:pt x="2873" y="975"/>
                  </a:lnTo>
                  <a:lnTo>
                    <a:pt x="2893" y="1012"/>
                  </a:lnTo>
                  <a:lnTo>
                    <a:pt x="2914" y="999"/>
                  </a:lnTo>
                  <a:lnTo>
                    <a:pt x="2901" y="1089"/>
                  </a:lnTo>
                  <a:lnTo>
                    <a:pt x="2937" y="1142"/>
                  </a:lnTo>
                  <a:lnTo>
                    <a:pt x="2961" y="1174"/>
                  </a:lnTo>
                  <a:lnTo>
                    <a:pt x="2996" y="1243"/>
                  </a:lnTo>
                  <a:lnTo>
                    <a:pt x="2994" y="1311"/>
                  </a:lnTo>
                  <a:lnTo>
                    <a:pt x="2979" y="1360"/>
                  </a:lnTo>
                  <a:lnTo>
                    <a:pt x="2955" y="1413"/>
                  </a:lnTo>
                  <a:lnTo>
                    <a:pt x="2963" y="1485"/>
                  </a:lnTo>
                  <a:lnTo>
                    <a:pt x="2930" y="1560"/>
                  </a:lnTo>
                  <a:lnTo>
                    <a:pt x="2902" y="1599"/>
                  </a:lnTo>
                  <a:lnTo>
                    <a:pt x="2851" y="1675"/>
                  </a:lnTo>
                  <a:lnTo>
                    <a:pt x="2832" y="1724"/>
                  </a:lnTo>
                  <a:lnTo>
                    <a:pt x="2792" y="1785"/>
                  </a:lnTo>
                  <a:lnTo>
                    <a:pt x="2726" y="1862"/>
                  </a:lnTo>
                  <a:lnTo>
                    <a:pt x="2654" y="1904"/>
                  </a:lnTo>
                  <a:lnTo>
                    <a:pt x="2597" y="1970"/>
                  </a:lnTo>
                  <a:lnTo>
                    <a:pt x="2553" y="2012"/>
                  </a:lnTo>
                  <a:lnTo>
                    <a:pt x="2496" y="2085"/>
                  </a:lnTo>
                  <a:lnTo>
                    <a:pt x="2448" y="2127"/>
                  </a:lnTo>
                  <a:lnTo>
                    <a:pt x="2397" y="2191"/>
                  </a:lnTo>
                  <a:lnTo>
                    <a:pt x="2357" y="2249"/>
                  </a:lnTo>
                  <a:lnTo>
                    <a:pt x="2347" y="2276"/>
                  </a:lnTo>
                  <a:lnTo>
                    <a:pt x="2290" y="2305"/>
                  </a:lnTo>
                  <a:lnTo>
                    <a:pt x="2210" y="2308"/>
                  </a:lnTo>
                  <a:lnTo>
                    <a:pt x="2127" y="2343"/>
                  </a:lnTo>
                  <a:lnTo>
                    <a:pt x="2077" y="2376"/>
                  </a:lnTo>
                  <a:lnTo>
                    <a:pt x="2014" y="2412"/>
                  </a:lnTo>
                  <a:lnTo>
                    <a:pt x="1977" y="2375"/>
                  </a:lnTo>
                  <a:lnTo>
                    <a:pt x="1943" y="2360"/>
                  </a:lnTo>
                  <a:lnTo>
                    <a:pt x="1977" y="2316"/>
                  </a:lnTo>
                  <a:lnTo>
                    <a:pt x="1930" y="2332"/>
                  </a:lnTo>
                  <a:lnTo>
                    <a:pt x="1836" y="2393"/>
                  </a:lnTo>
                  <a:lnTo>
                    <a:pt x="1788" y="2370"/>
                  </a:lnTo>
                  <a:lnTo>
                    <a:pt x="1756" y="2357"/>
                  </a:lnTo>
                  <a:lnTo>
                    <a:pt x="1719" y="2350"/>
                  </a:lnTo>
                  <a:lnTo>
                    <a:pt x="1664" y="2326"/>
                  </a:lnTo>
                  <a:lnTo>
                    <a:pt x="1646" y="2274"/>
                  </a:lnTo>
                  <a:lnTo>
                    <a:pt x="1665" y="2210"/>
                  </a:lnTo>
                  <a:lnTo>
                    <a:pt x="1669" y="2167"/>
                  </a:lnTo>
                  <a:lnTo>
                    <a:pt x="1651" y="2132"/>
                  </a:lnTo>
                  <a:lnTo>
                    <a:pt x="1587" y="2122"/>
                  </a:lnTo>
                  <a:lnTo>
                    <a:pt x="1630" y="2081"/>
                  </a:lnTo>
                  <a:lnTo>
                    <a:pt x="1641" y="2018"/>
                  </a:lnTo>
                  <a:lnTo>
                    <a:pt x="1580" y="2077"/>
                  </a:lnTo>
                  <a:lnTo>
                    <a:pt x="1510" y="2092"/>
                  </a:lnTo>
                  <a:lnTo>
                    <a:pt x="1568" y="2045"/>
                  </a:lnTo>
                  <a:lnTo>
                    <a:pt x="1600" y="1996"/>
                  </a:lnTo>
                  <a:lnTo>
                    <a:pt x="1646" y="1955"/>
                  </a:lnTo>
                  <a:lnTo>
                    <a:pt x="1667" y="1892"/>
                  </a:lnTo>
                  <a:lnTo>
                    <a:pt x="1578" y="1964"/>
                  </a:lnTo>
                  <a:lnTo>
                    <a:pt x="1521" y="1993"/>
                  </a:lnTo>
                  <a:lnTo>
                    <a:pt x="1464" y="2061"/>
                  </a:lnTo>
                  <a:lnTo>
                    <a:pt x="1424" y="2026"/>
                  </a:lnTo>
                  <a:lnTo>
                    <a:pt x="1446" y="1981"/>
                  </a:lnTo>
                  <a:lnTo>
                    <a:pt x="1427" y="1919"/>
                  </a:lnTo>
                  <a:lnTo>
                    <a:pt x="1402" y="1888"/>
                  </a:lnTo>
                  <a:lnTo>
                    <a:pt x="1424" y="1868"/>
                  </a:lnTo>
                  <a:lnTo>
                    <a:pt x="1352" y="1816"/>
                  </a:lnTo>
                  <a:lnTo>
                    <a:pt x="1303" y="1814"/>
                  </a:lnTo>
                  <a:lnTo>
                    <a:pt x="1250" y="1773"/>
                  </a:lnTo>
                  <a:lnTo>
                    <a:pt x="1118" y="1781"/>
                  </a:lnTo>
                  <a:lnTo>
                    <a:pt x="1014" y="1811"/>
                  </a:lnTo>
                  <a:lnTo>
                    <a:pt x="922" y="1840"/>
                  </a:lnTo>
                  <a:lnTo>
                    <a:pt x="856" y="1834"/>
                  </a:lnTo>
                  <a:lnTo>
                    <a:pt x="764" y="1877"/>
                  </a:lnTo>
                  <a:lnTo>
                    <a:pt x="694" y="1897"/>
                  </a:lnTo>
                  <a:lnTo>
                    <a:pt x="664" y="1942"/>
                  </a:lnTo>
                  <a:lnTo>
                    <a:pt x="624" y="1976"/>
                  </a:lnTo>
                  <a:lnTo>
                    <a:pt x="563" y="1978"/>
                  </a:lnTo>
                  <a:lnTo>
                    <a:pt x="515" y="1986"/>
                  </a:lnTo>
                  <a:lnTo>
                    <a:pt x="458" y="1970"/>
                  </a:lnTo>
                  <a:lnTo>
                    <a:pt x="404" y="1979"/>
                  </a:lnTo>
                  <a:lnTo>
                    <a:pt x="353" y="1983"/>
                  </a:lnTo>
                  <a:lnTo>
                    <a:pt x="294" y="2029"/>
                  </a:lnTo>
                  <a:lnTo>
                    <a:pt x="274" y="2025"/>
                  </a:lnTo>
                  <a:lnTo>
                    <a:pt x="230" y="2049"/>
                  </a:lnTo>
                  <a:lnTo>
                    <a:pt x="185" y="2076"/>
                  </a:lnTo>
                  <a:lnTo>
                    <a:pt x="135" y="2072"/>
                  </a:lnTo>
                  <a:lnTo>
                    <a:pt x="87" y="2072"/>
                  </a:lnTo>
                  <a:lnTo>
                    <a:pt x="32" y="2018"/>
                  </a:lnTo>
                  <a:lnTo>
                    <a:pt x="0" y="2002"/>
                  </a:lnTo>
                  <a:lnTo>
                    <a:pt x="19" y="1953"/>
                  </a:lnTo>
                  <a:lnTo>
                    <a:pt x="59" y="1942"/>
                  </a:lnTo>
                  <a:lnTo>
                    <a:pt x="78" y="1923"/>
                  </a:lnTo>
                  <a:lnTo>
                    <a:pt x="86" y="1892"/>
                  </a:lnTo>
                  <a:lnTo>
                    <a:pt x="115" y="1833"/>
                  </a:lnTo>
                  <a:lnTo>
                    <a:pt x="124" y="1783"/>
                  </a:lnTo>
                  <a:lnTo>
                    <a:pt x="114" y="1697"/>
                  </a:lnTo>
                  <a:lnTo>
                    <a:pt x="117" y="1648"/>
                  </a:lnTo>
                  <a:lnTo>
                    <a:pt x="135" y="1600"/>
                  </a:lnTo>
                  <a:lnTo>
                    <a:pt x="123" y="1544"/>
                  </a:lnTo>
                  <a:lnTo>
                    <a:pt x="128" y="1519"/>
                  </a:lnTo>
                  <a:lnTo>
                    <a:pt x="105" y="1486"/>
                  </a:lnTo>
                  <a:lnTo>
                    <a:pt x="115" y="1419"/>
                  </a:lnTo>
                  <a:lnTo>
                    <a:pt x="91" y="1352"/>
                  </a:lnTo>
                  <a:lnTo>
                    <a:pt x="90" y="1315"/>
                  </a:lnTo>
                  <a:lnTo>
                    <a:pt x="113" y="1352"/>
                  </a:lnTo>
                  <a:lnTo>
                    <a:pt x="108" y="1273"/>
                  </a:lnTo>
                  <a:lnTo>
                    <a:pt x="138" y="1298"/>
                  </a:lnTo>
                  <a:lnTo>
                    <a:pt x="151" y="1331"/>
                  </a:lnTo>
                  <a:lnTo>
                    <a:pt x="161" y="1287"/>
                  </a:lnTo>
                  <a:lnTo>
                    <a:pt x="142" y="1220"/>
                  </a:lnTo>
                  <a:lnTo>
                    <a:pt x="141" y="1193"/>
                  </a:lnTo>
                  <a:lnTo>
                    <a:pt x="130" y="1168"/>
                  </a:lnTo>
                  <a:lnTo>
                    <a:pt x="149" y="1119"/>
                  </a:lnTo>
                  <a:lnTo>
                    <a:pt x="169" y="1098"/>
                  </a:lnTo>
                  <a:lnTo>
                    <a:pt x="189" y="1055"/>
                  </a:lnTo>
                  <a:lnTo>
                    <a:pt x="191" y="1005"/>
                  </a:lnTo>
                  <a:lnTo>
                    <a:pt x="235" y="944"/>
                  </a:lnTo>
                  <a:lnTo>
                    <a:pt x="227" y="1009"/>
                  </a:lnTo>
                  <a:lnTo>
                    <a:pt x="270" y="950"/>
                  </a:lnTo>
                  <a:lnTo>
                    <a:pt x="336" y="922"/>
                  </a:lnTo>
                  <a:lnTo>
                    <a:pt x="379" y="886"/>
                  </a:lnTo>
                  <a:lnTo>
                    <a:pt x="442" y="854"/>
                  </a:lnTo>
                  <a:lnTo>
                    <a:pt x="476" y="848"/>
                  </a:lnTo>
                  <a:lnTo>
                    <a:pt x="495" y="858"/>
                  </a:lnTo>
                  <a:lnTo>
                    <a:pt x="559" y="826"/>
                  </a:lnTo>
                  <a:lnTo>
                    <a:pt x="606" y="817"/>
                  </a:lnTo>
                  <a:lnTo>
                    <a:pt x="621" y="798"/>
                  </a:lnTo>
                  <a:lnTo>
                    <a:pt x="642" y="791"/>
                  </a:lnTo>
                  <a:lnTo>
                    <a:pt x="682" y="793"/>
                  </a:lnTo>
                  <a:lnTo>
                    <a:pt x="765" y="768"/>
                  </a:lnTo>
                  <a:lnTo>
                    <a:pt x="812" y="730"/>
                  </a:lnTo>
                  <a:lnTo>
                    <a:pt x="840" y="684"/>
                  </a:lnTo>
                  <a:lnTo>
                    <a:pt x="891" y="641"/>
                  </a:lnTo>
                  <a:lnTo>
                    <a:pt x="900" y="607"/>
                  </a:lnTo>
                  <a:lnTo>
                    <a:pt x="910" y="561"/>
                  </a:lnTo>
                  <a:lnTo>
                    <a:pt x="974" y="489"/>
                  </a:lnTo>
                  <a:lnTo>
                    <a:pt x="993" y="562"/>
                  </a:lnTo>
                  <a:lnTo>
                    <a:pt x="1028" y="545"/>
                  </a:lnTo>
                  <a:lnTo>
                    <a:pt x="1008" y="505"/>
                  </a:lnTo>
                  <a:lnTo>
                    <a:pt x="1038" y="464"/>
                  </a:lnTo>
                  <a:lnTo>
                    <a:pt x="1068" y="482"/>
                  </a:lnTo>
                  <a:lnTo>
                    <a:pt x="1087" y="417"/>
                  </a:lnTo>
                  <a:lnTo>
                    <a:pt x="1134" y="375"/>
                  </a:lnTo>
                  <a:lnTo>
                    <a:pt x="1157" y="342"/>
                  </a:lnTo>
                  <a:lnTo>
                    <a:pt x="1196" y="327"/>
                  </a:lnTo>
                  <a:lnTo>
                    <a:pt x="1201" y="303"/>
                  </a:lnTo>
                  <a:lnTo>
                    <a:pt x="1232" y="313"/>
                  </a:lnTo>
                  <a:lnTo>
                    <a:pt x="1236" y="292"/>
                  </a:lnTo>
                  <a:lnTo>
                    <a:pt x="1271" y="280"/>
                  </a:lnTo>
                  <a:lnTo>
                    <a:pt x="1308" y="268"/>
                  </a:lnTo>
                  <a:lnTo>
                    <a:pt x="1358" y="307"/>
                  </a:lnTo>
                  <a:lnTo>
                    <a:pt x="1392" y="358"/>
                  </a:lnTo>
                  <a:lnTo>
                    <a:pt x="1439" y="358"/>
                  </a:lnTo>
                  <a:lnTo>
                    <a:pt x="1485" y="366"/>
                  </a:lnTo>
                  <a:lnTo>
                    <a:pt x="1476" y="320"/>
                  </a:lnTo>
                  <a:lnTo>
                    <a:pt x="1521" y="251"/>
                  </a:lnTo>
                  <a:lnTo>
                    <a:pt x="1558" y="229"/>
                  </a:lnTo>
                  <a:lnTo>
                    <a:pt x="1549" y="208"/>
                  </a:lnTo>
                  <a:lnTo>
                    <a:pt x="1588" y="159"/>
                  </a:lnTo>
                  <a:lnTo>
                    <a:pt x="1637" y="129"/>
                  </a:lnTo>
                  <a:lnTo>
                    <a:pt x="1674" y="139"/>
                  </a:lnTo>
                  <a:lnTo>
                    <a:pt x="1739" y="123"/>
                  </a:lnTo>
                  <a:lnTo>
                    <a:pt x="1743" y="80"/>
                  </a:lnTo>
                  <a:lnTo>
                    <a:pt x="1691" y="52"/>
                  </a:lnTo>
                  <a:lnTo>
                    <a:pt x="1733" y="39"/>
                  </a:lnTo>
                  <a:lnTo>
                    <a:pt x="1780" y="60"/>
                  </a:lnTo>
                  <a:lnTo>
                    <a:pt x="1815" y="95"/>
                  </a:lnTo>
                  <a:lnTo>
                    <a:pt x="1876" y="117"/>
                  </a:lnTo>
                  <a:lnTo>
                    <a:pt x="1898" y="108"/>
                  </a:lnTo>
                  <a:lnTo>
                    <a:pt x="1941" y="135"/>
                  </a:lnTo>
                  <a:lnTo>
                    <a:pt x="1988" y="110"/>
                  </a:lnTo>
                  <a:lnTo>
                    <a:pt x="2015" y="118"/>
                  </a:lnTo>
                  <a:lnTo>
                    <a:pt x="2035" y="101"/>
                  </a:lnTo>
                  <a:lnTo>
                    <a:pt x="2064" y="143"/>
                  </a:lnTo>
                  <a:lnTo>
                    <a:pt x="2038" y="189"/>
                  </a:lnTo>
                  <a:lnTo>
                    <a:pt x="2005" y="223"/>
                  </a:lnTo>
                  <a:lnTo>
                    <a:pt x="1978" y="226"/>
                  </a:lnTo>
                  <a:lnTo>
                    <a:pt x="1982" y="260"/>
                  </a:lnTo>
                  <a:lnTo>
                    <a:pt x="1954" y="303"/>
                  </a:lnTo>
                  <a:lnTo>
                    <a:pt x="1921" y="345"/>
                  </a:lnTo>
                  <a:lnTo>
                    <a:pt x="1923" y="369"/>
                  </a:lnTo>
                  <a:lnTo>
                    <a:pt x="1974" y="416"/>
                  </a:lnTo>
                  <a:lnTo>
                    <a:pt x="2027" y="443"/>
                  </a:lnTo>
                  <a:lnTo>
                    <a:pt x="2060" y="472"/>
                  </a:lnTo>
                  <a:lnTo>
                    <a:pt x="2105" y="523"/>
                  </a:lnTo>
                  <a:lnTo>
                    <a:pt x="2126" y="523"/>
                  </a:lnTo>
                  <a:lnTo>
                    <a:pt x="2161" y="545"/>
                  </a:lnTo>
                  <a:lnTo>
                    <a:pt x="2167" y="571"/>
                  </a:lnTo>
                  <a:lnTo>
                    <a:pt x="2232" y="600"/>
                  </a:lnTo>
                  <a:lnTo>
                    <a:pt x="2287" y="571"/>
                  </a:lnTo>
                  <a:lnTo>
                    <a:pt x="2310" y="525"/>
                  </a:lnTo>
                  <a:lnTo>
                    <a:pt x="2332" y="487"/>
                  </a:lnTo>
                  <a:lnTo>
                    <a:pt x="2350" y="440"/>
                  </a:lnTo>
                  <a:lnTo>
                    <a:pt x="2384" y="373"/>
                  </a:lnTo>
                  <a:lnTo>
                    <a:pt x="2381" y="332"/>
                  </a:lnTo>
                  <a:lnTo>
                    <a:pt x="2390" y="307"/>
                  </a:lnTo>
                  <a:lnTo>
                    <a:pt x="2389" y="258"/>
                  </a:lnTo>
                  <a:lnTo>
                    <a:pt x="2408" y="194"/>
                  </a:lnTo>
                  <a:lnTo>
                    <a:pt x="2425" y="177"/>
                  </a:lnTo>
                  <a:lnTo>
                    <a:pt x="2417" y="148"/>
                  </a:lnTo>
                  <a:lnTo>
                    <a:pt x="2441" y="103"/>
                  </a:lnTo>
                  <a:lnTo>
                    <a:pt x="2461" y="56"/>
                  </a:lnTo>
                  <a:lnTo>
                    <a:pt x="2466" y="32"/>
                  </a:lnTo>
                  <a:lnTo>
                    <a:pt x="2498" y="0"/>
                  </a:lnTo>
                  <a:lnTo>
                    <a:pt x="2514" y="42"/>
                  </a:lnTo>
                  <a:lnTo>
                    <a:pt x="2512" y="95"/>
                  </a:lnTo>
                  <a:lnTo>
                    <a:pt x="2530" y="105"/>
                  </a:lnTo>
                  <a:lnTo>
                    <a:pt x="2528" y="141"/>
                  </a:lnTo>
                  <a:lnTo>
                    <a:pt x="2549" y="184"/>
                  </a:lnTo>
                  <a:lnTo>
                    <a:pt x="2548" y="233"/>
                  </a:lnTo>
                  <a:lnTo>
                    <a:pt x="2540" y="264"/>
                  </a:lnTo>
                  <a:moveTo>
                    <a:pt x="1865" y="2560"/>
                  </a:moveTo>
                  <a:lnTo>
                    <a:pt x="1914" y="2590"/>
                  </a:lnTo>
                  <a:lnTo>
                    <a:pt x="1959" y="2578"/>
                  </a:lnTo>
                  <a:lnTo>
                    <a:pt x="2023" y="2562"/>
                  </a:lnTo>
                  <a:lnTo>
                    <a:pt x="2061" y="2567"/>
                  </a:lnTo>
                  <a:lnTo>
                    <a:pt x="2004" y="2667"/>
                  </a:lnTo>
                  <a:lnTo>
                    <a:pt x="1962" y="2696"/>
                  </a:lnTo>
                  <a:lnTo>
                    <a:pt x="1911" y="2764"/>
                  </a:lnTo>
                  <a:lnTo>
                    <a:pt x="1902" y="2741"/>
                  </a:lnTo>
                  <a:lnTo>
                    <a:pt x="1816" y="2800"/>
                  </a:lnTo>
                  <a:lnTo>
                    <a:pt x="1805" y="2795"/>
                  </a:lnTo>
                  <a:lnTo>
                    <a:pt x="1765" y="2793"/>
                  </a:lnTo>
                  <a:lnTo>
                    <a:pt x="1769" y="2721"/>
                  </a:lnTo>
                  <a:lnTo>
                    <a:pt x="1795" y="2665"/>
                  </a:lnTo>
                  <a:lnTo>
                    <a:pt x="1800" y="2592"/>
                  </a:lnTo>
                  <a:lnTo>
                    <a:pt x="1824" y="2553"/>
                  </a:lnTo>
                  <a:lnTo>
                    <a:pt x="1865" y="2560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1" name="Freeform 14">
              <a:extLst>
                <a:ext uri="{FF2B5EF4-FFF2-40B4-BE49-F238E27FC236}">
                  <a16:creationId xmlns:a16="http://schemas.microsoft.com/office/drawing/2014/main" id="{50AD3126-8CAB-C1A9-DA30-98F66E02D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914" y="2297112"/>
              <a:ext cx="190500" cy="85725"/>
            </a:xfrm>
            <a:custGeom>
              <a:avLst/>
              <a:gdLst>
                <a:gd name="T0" fmla="*/ 120 w 120"/>
                <a:gd name="T1" fmla="*/ 19 h 54"/>
                <a:gd name="T2" fmla="*/ 119 w 120"/>
                <a:gd name="T3" fmla="*/ 27 h 54"/>
                <a:gd name="T4" fmla="*/ 110 w 120"/>
                <a:gd name="T5" fmla="*/ 27 h 54"/>
                <a:gd name="T6" fmla="*/ 114 w 120"/>
                <a:gd name="T7" fmla="*/ 32 h 54"/>
                <a:gd name="T8" fmla="*/ 109 w 120"/>
                <a:gd name="T9" fmla="*/ 45 h 54"/>
                <a:gd name="T10" fmla="*/ 107 w 120"/>
                <a:gd name="T11" fmla="*/ 48 h 54"/>
                <a:gd name="T12" fmla="*/ 92 w 120"/>
                <a:gd name="T13" fmla="*/ 49 h 54"/>
                <a:gd name="T14" fmla="*/ 85 w 120"/>
                <a:gd name="T15" fmla="*/ 54 h 54"/>
                <a:gd name="T16" fmla="*/ 71 w 120"/>
                <a:gd name="T17" fmla="*/ 52 h 54"/>
                <a:gd name="T18" fmla="*/ 47 w 120"/>
                <a:gd name="T19" fmla="*/ 47 h 54"/>
                <a:gd name="T20" fmla="*/ 43 w 120"/>
                <a:gd name="T21" fmla="*/ 40 h 54"/>
                <a:gd name="T22" fmla="*/ 27 w 120"/>
                <a:gd name="T23" fmla="*/ 43 h 54"/>
                <a:gd name="T24" fmla="*/ 25 w 120"/>
                <a:gd name="T25" fmla="*/ 47 h 54"/>
                <a:gd name="T26" fmla="*/ 15 w 120"/>
                <a:gd name="T27" fmla="*/ 44 h 54"/>
                <a:gd name="T28" fmla="*/ 7 w 120"/>
                <a:gd name="T29" fmla="*/ 44 h 54"/>
                <a:gd name="T30" fmla="*/ 0 w 120"/>
                <a:gd name="T31" fmla="*/ 40 h 54"/>
                <a:gd name="T32" fmla="*/ 2 w 120"/>
                <a:gd name="T33" fmla="*/ 35 h 54"/>
                <a:gd name="T34" fmla="*/ 1 w 120"/>
                <a:gd name="T35" fmla="*/ 31 h 54"/>
                <a:gd name="T36" fmla="*/ 6 w 120"/>
                <a:gd name="T37" fmla="*/ 30 h 54"/>
                <a:gd name="T38" fmla="*/ 15 w 120"/>
                <a:gd name="T39" fmla="*/ 36 h 54"/>
                <a:gd name="T40" fmla="*/ 16 w 120"/>
                <a:gd name="T41" fmla="*/ 30 h 54"/>
                <a:gd name="T42" fmla="*/ 31 w 120"/>
                <a:gd name="T43" fmla="*/ 31 h 54"/>
                <a:gd name="T44" fmla="*/ 42 w 120"/>
                <a:gd name="T45" fmla="*/ 28 h 54"/>
                <a:gd name="T46" fmla="*/ 50 w 120"/>
                <a:gd name="T47" fmla="*/ 28 h 54"/>
                <a:gd name="T48" fmla="*/ 55 w 120"/>
                <a:gd name="T49" fmla="*/ 32 h 54"/>
                <a:gd name="T50" fmla="*/ 57 w 120"/>
                <a:gd name="T51" fmla="*/ 29 h 54"/>
                <a:gd name="T52" fmla="*/ 53 w 120"/>
                <a:gd name="T53" fmla="*/ 16 h 54"/>
                <a:gd name="T54" fmla="*/ 59 w 120"/>
                <a:gd name="T55" fmla="*/ 13 h 54"/>
                <a:gd name="T56" fmla="*/ 64 w 120"/>
                <a:gd name="T57" fmla="*/ 4 h 54"/>
                <a:gd name="T58" fmla="*/ 77 w 120"/>
                <a:gd name="T59" fmla="*/ 10 h 54"/>
                <a:gd name="T60" fmla="*/ 85 w 120"/>
                <a:gd name="T61" fmla="*/ 2 h 54"/>
                <a:gd name="T62" fmla="*/ 90 w 120"/>
                <a:gd name="T63" fmla="*/ 0 h 54"/>
                <a:gd name="T64" fmla="*/ 103 w 120"/>
                <a:gd name="T65" fmla="*/ 7 h 54"/>
                <a:gd name="T66" fmla="*/ 111 w 120"/>
                <a:gd name="T67" fmla="*/ 6 h 54"/>
                <a:gd name="T68" fmla="*/ 119 w 120"/>
                <a:gd name="T69" fmla="*/ 9 h 54"/>
                <a:gd name="T70" fmla="*/ 118 w 120"/>
                <a:gd name="T71" fmla="*/ 12 h 54"/>
                <a:gd name="T72" fmla="*/ 120 w 120"/>
                <a:gd name="T73" fmla="*/ 1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0" h="54">
                  <a:moveTo>
                    <a:pt x="120" y="19"/>
                  </a:moveTo>
                  <a:lnTo>
                    <a:pt x="119" y="27"/>
                  </a:lnTo>
                  <a:lnTo>
                    <a:pt x="110" y="27"/>
                  </a:lnTo>
                  <a:lnTo>
                    <a:pt x="114" y="32"/>
                  </a:lnTo>
                  <a:lnTo>
                    <a:pt x="109" y="45"/>
                  </a:lnTo>
                  <a:lnTo>
                    <a:pt x="107" y="48"/>
                  </a:lnTo>
                  <a:lnTo>
                    <a:pt x="92" y="49"/>
                  </a:lnTo>
                  <a:lnTo>
                    <a:pt x="85" y="54"/>
                  </a:lnTo>
                  <a:lnTo>
                    <a:pt x="71" y="52"/>
                  </a:lnTo>
                  <a:lnTo>
                    <a:pt x="47" y="47"/>
                  </a:lnTo>
                  <a:lnTo>
                    <a:pt x="43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15" y="44"/>
                  </a:lnTo>
                  <a:lnTo>
                    <a:pt x="7" y="44"/>
                  </a:lnTo>
                  <a:lnTo>
                    <a:pt x="0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6" y="30"/>
                  </a:lnTo>
                  <a:lnTo>
                    <a:pt x="15" y="36"/>
                  </a:lnTo>
                  <a:lnTo>
                    <a:pt x="16" y="30"/>
                  </a:lnTo>
                  <a:lnTo>
                    <a:pt x="31" y="31"/>
                  </a:lnTo>
                  <a:lnTo>
                    <a:pt x="42" y="28"/>
                  </a:lnTo>
                  <a:lnTo>
                    <a:pt x="50" y="28"/>
                  </a:lnTo>
                  <a:lnTo>
                    <a:pt x="55" y="32"/>
                  </a:lnTo>
                  <a:lnTo>
                    <a:pt x="57" y="29"/>
                  </a:lnTo>
                  <a:lnTo>
                    <a:pt x="53" y="16"/>
                  </a:lnTo>
                  <a:lnTo>
                    <a:pt x="59" y="13"/>
                  </a:lnTo>
                  <a:lnTo>
                    <a:pt x="64" y="4"/>
                  </a:lnTo>
                  <a:lnTo>
                    <a:pt x="77" y="10"/>
                  </a:lnTo>
                  <a:lnTo>
                    <a:pt x="85" y="2"/>
                  </a:lnTo>
                  <a:lnTo>
                    <a:pt x="90" y="0"/>
                  </a:lnTo>
                  <a:lnTo>
                    <a:pt x="103" y="7"/>
                  </a:lnTo>
                  <a:lnTo>
                    <a:pt x="111" y="6"/>
                  </a:lnTo>
                  <a:lnTo>
                    <a:pt x="119" y="9"/>
                  </a:lnTo>
                  <a:lnTo>
                    <a:pt x="118" y="12"/>
                  </a:lnTo>
                  <a:lnTo>
                    <a:pt x="120" y="19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232" name="Freeform 15">
              <a:extLst>
                <a:ext uri="{FF2B5EF4-FFF2-40B4-BE49-F238E27FC236}">
                  <a16:creationId xmlns:a16="http://schemas.microsoft.com/office/drawing/2014/main" id="{9219D7AD-21AA-041B-A73A-9241786D5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0352" y="2600325"/>
              <a:ext cx="41275" cy="31750"/>
            </a:xfrm>
            <a:custGeom>
              <a:avLst/>
              <a:gdLst>
                <a:gd name="T0" fmla="*/ 14 w 108"/>
                <a:gd name="T1" fmla="*/ 1 h 85"/>
                <a:gd name="T2" fmla="*/ 38 w 108"/>
                <a:gd name="T3" fmla="*/ 23 h 85"/>
                <a:gd name="T4" fmla="*/ 69 w 108"/>
                <a:gd name="T5" fmla="*/ 23 h 85"/>
                <a:gd name="T6" fmla="*/ 71 w 108"/>
                <a:gd name="T7" fmla="*/ 36 h 85"/>
                <a:gd name="T8" fmla="*/ 108 w 108"/>
                <a:gd name="T9" fmla="*/ 85 h 85"/>
                <a:gd name="T10" fmla="*/ 58 w 108"/>
                <a:gd name="T11" fmla="*/ 74 h 85"/>
                <a:gd name="T12" fmla="*/ 16 w 108"/>
                <a:gd name="T13" fmla="*/ 35 h 85"/>
                <a:gd name="T14" fmla="*/ 0 w 108"/>
                <a:gd name="T15" fmla="*/ 3 h 85"/>
                <a:gd name="T16" fmla="*/ 14 w 108"/>
                <a:gd name="T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8" h="85">
                  <a:moveTo>
                    <a:pt x="14" y="1"/>
                  </a:moveTo>
                  <a:lnTo>
                    <a:pt x="38" y="23"/>
                  </a:lnTo>
                  <a:lnTo>
                    <a:pt x="69" y="23"/>
                  </a:lnTo>
                  <a:lnTo>
                    <a:pt x="71" y="36"/>
                  </a:lnTo>
                  <a:lnTo>
                    <a:pt x="108" y="85"/>
                  </a:lnTo>
                  <a:lnTo>
                    <a:pt x="58" y="74"/>
                  </a:lnTo>
                  <a:lnTo>
                    <a:pt x="16" y="35"/>
                  </a:lnTo>
                  <a:lnTo>
                    <a:pt x="0" y="3"/>
                  </a:lnTo>
                  <a:lnTo>
                    <a:pt x="14" y="0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125C9EAD-B16C-9D38-CDED-458A7107F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5589" y="2530475"/>
              <a:ext cx="150813" cy="117475"/>
            </a:xfrm>
            <a:custGeom>
              <a:avLst/>
              <a:gdLst>
                <a:gd name="T0" fmla="*/ 40 w 95"/>
                <a:gd name="T1" fmla="*/ 13 h 74"/>
                <a:gd name="T2" fmla="*/ 48 w 95"/>
                <a:gd name="T3" fmla="*/ 15 h 74"/>
                <a:gd name="T4" fmla="*/ 50 w 95"/>
                <a:gd name="T5" fmla="*/ 9 h 74"/>
                <a:gd name="T6" fmla="*/ 58 w 95"/>
                <a:gd name="T7" fmla="*/ 1 h 74"/>
                <a:gd name="T8" fmla="*/ 69 w 95"/>
                <a:gd name="T9" fmla="*/ 12 h 74"/>
                <a:gd name="T10" fmla="*/ 81 w 95"/>
                <a:gd name="T11" fmla="*/ 27 h 74"/>
                <a:gd name="T12" fmla="*/ 89 w 95"/>
                <a:gd name="T13" fmla="*/ 28 h 74"/>
                <a:gd name="T14" fmla="*/ 95 w 95"/>
                <a:gd name="T15" fmla="*/ 33 h 74"/>
                <a:gd name="T16" fmla="*/ 82 w 95"/>
                <a:gd name="T17" fmla="*/ 35 h 74"/>
                <a:gd name="T18" fmla="*/ 82 w 95"/>
                <a:gd name="T19" fmla="*/ 51 h 74"/>
                <a:gd name="T20" fmla="*/ 80 w 95"/>
                <a:gd name="T21" fmla="*/ 58 h 74"/>
                <a:gd name="T22" fmla="*/ 75 w 95"/>
                <a:gd name="T23" fmla="*/ 63 h 74"/>
                <a:gd name="T24" fmla="*/ 77 w 95"/>
                <a:gd name="T25" fmla="*/ 73 h 74"/>
                <a:gd name="T26" fmla="*/ 73 w 95"/>
                <a:gd name="T27" fmla="*/ 74 h 74"/>
                <a:gd name="T28" fmla="*/ 61 w 95"/>
                <a:gd name="T29" fmla="*/ 63 h 74"/>
                <a:gd name="T30" fmla="*/ 65 w 95"/>
                <a:gd name="T31" fmla="*/ 53 h 74"/>
                <a:gd name="T32" fmla="*/ 59 w 95"/>
                <a:gd name="T33" fmla="*/ 47 h 74"/>
                <a:gd name="T34" fmla="*/ 52 w 95"/>
                <a:gd name="T35" fmla="*/ 49 h 74"/>
                <a:gd name="T36" fmla="*/ 35 w 95"/>
                <a:gd name="T37" fmla="*/ 64 h 74"/>
                <a:gd name="T38" fmla="*/ 32 w 95"/>
                <a:gd name="T39" fmla="*/ 49 h 74"/>
                <a:gd name="T40" fmla="*/ 24 w 95"/>
                <a:gd name="T41" fmla="*/ 46 h 74"/>
                <a:gd name="T42" fmla="*/ 16 w 95"/>
                <a:gd name="T43" fmla="*/ 40 h 74"/>
                <a:gd name="T44" fmla="*/ 19 w 95"/>
                <a:gd name="T45" fmla="*/ 34 h 74"/>
                <a:gd name="T46" fmla="*/ 9 w 95"/>
                <a:gd name="T47" fmla="*/ 27 h 74"/>
                <a:gd name="T48" fmla="*/ 11 w 95"/>
                <a:gd name="T49" fmla="*/ 22 h 74"/>
                <a:gd name="T50" fmla="*/ 4 w 95"/>
                <a:gd name="T51" fmla="*/ 18 h 74"/>
                <a:gd name="T52" fmla="*/ 0 w 95"/>
                <a:gd name="T53" fmla="*/ 13 h 74"/>
                <a:gd name="T54" fmla="*/ 3 w 95"/>
                <a:gd name="T55" fmla="*/ 9 h 74"/>
                <a:gd name="T56" fmla="*/ 17 w 95"/>
                <a:gd name="T57" fmla="*/ 15 h 74"/>
                <a:gd name="T58" fmla="*/ 26 w 95"/>
                <a:gd name="T59" fmla="*/ 17 h 74"/>
                <a:gd name="T60" fmla="*/ 28 w 95"/>
                <a:gd name="T61" fmla="*/ 14 h 74"/>
                <a:gd name="T62" fmla="*/ 18 w 95"/>
                <a:gd name="T63" fmla="*/ 3 h 74"/>
                <a:gd name="T64" fmla="*/ 21 w 95"/>
                <a:gd name="T65" fmla="*/ 0 h 74"/>
                <a:gd name="T66" fmla="*/ 26 w 95"/>
                <a:gd name="T67" fmla="*/ 1 h 74"/>
                <a:gd name="T68" fmla="*/ 40 w 95"/>
                <a:gd name="T69" fmla="*/ 1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5" h="74">
                  <a:moveTo>
                    <a:pt x="40" y="13"/>
                  </a:moveTo>
                  <a:lnTo>
                    <a:pt x="48" y="15"/>
                  </a:lnTo>
                  <a:lnTo>
                    <a:pt x="50" y="9"/>
                  </a:lnTo>
                  <a:lnTo>
                    <a:pt x="58" y="1"/>
                  </a:lnTo>
                  <a:lnTo>
                    <a:pt x="69" y="12"/>
                  </a:lnTo>
                  <a:lnTo>
                    <a:pt x="81" y="27"/>
                  </a:lnTo>
                  <a:lnTo>
                    <a:pt x="89" y="28"/>
                  </a:lnTo>
                  <a:lnTo>
                    <a:pt x="95" y="33"/>
                  </a:lnTo>
                  <a:lnTo>
                    <a:pt x="82" y="35"/>
                  </a:lnTo>
                  <a:lnTo>
                    <a:pt x="82" y="51"/>
                  </a:lnTo>
                  <a:lnTo>
                    <a:pt x="80" y="58"/>
                  </a:lnTo>
                  <a:lnTo>
                    <a:pt x="75" y="63"/>
                  </a:lnTo>
                  <a:lnTo>
                    <a:pt x="77" y="73"/>
                  </a:lnTo>
                  <a:lnTo>
                    <a:pt x="73" y="74"/>
                  </a:lnTo>
                  <a:lnTo>
                    <a:pt x="61" y="63"/>
                  </a:lnTo>
                  <a:lnTo>
                    <a:pt x="65" y="53"/>
                  </a:lnTo>
                  <a:lnTo>
                    <a:pt x="59" y="47"/>
                  </a:lnTo>
                  <a:lnTo>
                    <a:pt x="52" y="49"/>
                  </a:lnTo>
                  <a:lnTo>
                    <a:pt x="35" y="64"/>
                  </a:lnTo>
                  <a:lnTo>
                    <a:pt x="32" y="49"/>
                  </a:lnTo>
                  <a:lnTo>
                    <a:pt x="24" y="46"/>
                  </a:lnTo>
                  <a:lnTo>
                    <a:pt x="16" y="40"/>
                  </a:lnTo>
                  <a:lnTo>
                    <a:pt x="19" y="34"/>
                  </a:lnTo>
                  <a:lnTo>
                    <a:pt x="9" y="27"/>
                  </a:lnTo>
                  <a:lnTo>
                    <a:pt x="11" y="22"/>
                  </a:lnTo>
                  <a:lnTo>
                    <a:pt x="4" y="18"/>
                  </a:lnTo>
                  <a:lnTo>
                    <a:pt x="0" y="13"/>
                  </a:lnTo>
                  <a:lnTo>
                    <a:pt x="3" y="9"/>
                  </a:lnTo>
                  <a:lnTo>
                    <a:pt x="17" y="15"/>
                  </a:lnTo>
                  <a:lnTo>
                    <a:pt x="26" y="17"/>
                  </a:lnTo>
                  <a:lnTo>
                    <a:pt x="28" y="14"/>
                  </a:lnTo>
                  <a:lnTo>
                    <a:pt x="18" y="3"/>
                  </a:lnTo>
                  <a:lnTo>
                    <a:pt x="21" y="0"/>
                  </a:lnTo>
                  <a:lnTo>
                    <a:pt x="26" y="1"/>
                  </a:lnTo>
                  <a:lnTo>
                    <a:pt x="40" y="1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4" name="Freeform 17">
              <a:extLst>
                <a:ext uri="{FF2B5EF4-FFF2-40B4-BE49-F238E27FC236}">
                  <a16:creationId xmlns:a16="http://schemas.microsoft.com/office/drawing/2014/main" id="{29BFA624-ABE3-6D72-A6CD-F8462F56A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1577" y="3986213"/>
              <a:ext cx="49213" cy="71438"/>
            </a:xfrm>
            <a:custGeom>
              <a:avLst/>
              <a:gdLst>
                <a:gd name="T0" fmla="*/ 5 w 31"/>
                <a:gd name="T1" fmla="*/ 45 h 45"/>
                <a:gd name="T2" fmla="*/ 4 w 31"/>
                <a:gd name="T3" fmla="*/ 20 h 45"/>
                <a:gd name="T4" fmla="*/ 0 w 31"/>
                <a:gd name="T5" fmla="*/ 10 h 45"/>
                <a:gd name="T6" fmla="*/ 11 w 31"/>
                <a:gd name="T7" fmla="*/ 12 h 45"/>
                <a:gd name="T8" fmla="*/ 16 w 31"/>
                <a:gd name="T9" fmla="*/ 0 h 45"/>
                <a:gd name="T10" fmla="*/ 26 w 31"/>
                <a:gd name="T11" fmla="*/ 2 h 45"/>
                <a:gd name="T12" fmla="*/ 27 w 31"/>
                <a:gd name="T13" fmla="*/ 10 h 45"/>
                <a:gd name="T14" fmla="*/ 31 w 31"/>
                <a:gd name="T15" fmla="*/ 14 h 45"/>
                <a:gd name="T16" fmla="*/ 31 w 31"/>
                <a:gd name="T17" fmla="*/ 21 h 45"/>
                <a:gd name="T18" fmla="*/ 27 w 31"/>
                <a:gd name="T19" fmla="*/ 25 h 45"/>
                <a:gd name="T20" fmla="*/ 19 w 31"/>
                <a:gd name="T21" fmla="*/ 36 h 45"/>
                <a:gd name="T22" fmla="*/ 12 w 31"/>
                <a:gd name="T23" fmla="*/ 44 h 45"/>
                <a:gd name="T24" fmla="*/ 5 w 31"/>
                <a:gd name="T2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5">
                  <a:moveTo>
                    <a:pt x="5" y="45"/>
                  </a:moveTo>
                  <a:lnTo>
                    <a:pt x="4" y="20"/>
                  </a:lnTo>
                  <a:lnTo>
                    <a:pt x="0" y="10"/>
                  </a:lnTo>
                  <a:lnTo>
                    <a:pt x="11" y="12"/>
                  </a:lnTo>
                  <a:lnTo>
                    <a:pt x="16" y="0"/>
                  </a:lnTo>
                  <a:lnTo>
                    <a:pt x="26" y="2"/>
                  </a:lnTo>
                  <a:lnTo>
                    <a:pt x="27" y="10"/>
                  </a:lnTo>
                  <a:lnTo>
                    <a:pt x="31" y="14"/>
                  </a:lnTo>
                  <a:lnTo>
                    <a:pt x="31" y="21"/>
                  </a:lnTo>
                  <a:lnTo>
                    <a:pt x="27" y="25"/>
                  </a:lnTo>
                  <a:lnTo>
                    <a:pt x="19" y="36"/>
                  </a:lnTo>
                  <a:lnTo>
                    <a:pt x="12" y="44"/>
                  </a:lnTo>
                  <a:lnTo>
                    <a:pt x="5" y="4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5" name="Freeform 18">
              <a:extLst>
                <a:ext uri="{FF2B5EF4-FFF2-40B4-BE49-F238E27FC236}">
                  <a16:creationId xmlns:a16="http://schemas.microsoft.com/office/drawing/2014/main" id="{944A0C0E-4901-BE4E-276B-0B2D37E38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352" y="2219325"/>
              <a:ext cx="92075" cy="63500"/>
            </a:xfrm>
            <a:custGeom>
              <a:avLst/>
              <a:gdLst>
                <a:gd name="T0" fmla="*/ 13 w 58"/>
                <a:gd name="T1" fmla="*/ 3 h 40"/>
                <a:gd name="T2" fmla="*/ 24 w 58"/>
                <a:gd name="T3" fmla="*/ 4 h 40"/>
                <a:gd name="T4" fmla="*/ 39 w 58"/>
                <a:gd name="T5" fmla="*/ 0 h 40"/>
                <a:gd name="T6" fmla="*/ 49 w 58"/>
                <a:gd name="T7" fmla="*/ 9 h 40"/>
                <a:gd name="T8" fmla="*/ 58 w 58"/>
                <a:gd name="T9" fmla="*/ 14 h 40"/>
                <a:gd name="T10" fmla="*/ 57 w 58"/>
                <a:gd name="T11" fmla="*/ 27 h 40"/>
                <a:gd name="T12" fmla="*/ 53 w 58"/>
                <a:gd name="T13" fmla="*/ 28 h 40"/>
                <a:gd name="T14" fmla="*/ 51 w 58"/>
                <a:gd name="T15" fmla="*/ 40 h 40"/>
                <a:gd name="T16" fmla="*/ 37 w 58"/>
                <a:gd name="T17" fmla="*/ 30 h 40"/>
                <a:gd name="T18" fmla="*/ 29 w 58"/>
                <a:gd name="T19" fmla="*/ 32 h 40"/>
                <a:gd name="T20" fmla="*/ 17 w 58"/>
                <a:gd name="T21" fmla="*/ 22 h 40"/>
                <a:gd name="T22" fmla="*/ 10 w 58"/>
                <a:gd name="T23" fmla="*/ 14 h 40"/>
                <a:gd name="T24" fmla="*/ 3 w 58"/>
                <a:gd name="T25" fmla="*/ 14 h 40"/>
                <a:gd name="T26" fmla="*/ 0 w 58"/>
                <a:gd name="T27" fmla="*/ 7 h 40"/>
                <a:gd name="T28" fmla="*/ 13 w 58"/>
                <a:gd name="T29" fmla="*/ 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" h="40">
                  <a:moveTo>
                    <a:pt x="13" y="3"/>
                  </a:moveTo>
                  <a:lnTo>
                    <a:pt x="24" y="4"/>
                  </a:lnTo>
                  <a:lnTo>
                    <a:pt x="39" y="0"/>
                  </a:lnTo>
                  <a:lnTo>
                    <a:pt x="49" y="9"/>
                  </a:lnTo>
                  <a:lnTo>
                    <a:pt x="58" y="14"/>
                  </a:lnTo>
                  <a:lnTo>
                    <a:pt x="57" y="27"/>
                  </a:lnTo>
                  <a:lnTo>
                    <a:pt x="53" y="28"/>
                  </a:lnTo>
                  <a:lnTo>
                    <a:pt x="51" y="40"/>
                  </a:lnTo>
                  <a:lnTo>
                    <a:pt x="37" y="30"/>
                  </a:lnTo>
                  <a:lnTo>
                    <a:pt x="29" y="32"/>
                  </a:lnTo>
                  <a:lnTo>
                    <a:pt x="17" y="22"/>
                  </a:lnTo>
                  <a:lnTo>
                    <a:pt x="10" y="14"/>
                  </a:lnTo>
                  <a:lnTo>
                    <a:pt x="3" y="14"/>
                  </a:lnTo>
                  <a:lnTo>
                    <a:pt x="0" y="7"/>
                  </a:lnTo>
                  <a:lnTo>
                    <a:pt x="13" y="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6" name="Freeform 19">
              <a:extLst>
                <a:ext uri="{FF2B5EF4-FFF2-40B4-BE49-F238E27FC236}">
                  <a16:creationId xmlns:a16="http://schemas.microsoft.com/office/drawing/2014/main" id="{6F77CC3C-AB45-CCA7-EE65-EAF0D4994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077" y="3505200"/>
              <a:ext cx="88900" cy="201613"/>
            </a:xfrm>
            <a:custGeom>
              <a:avLst/>
              <a:gdLst>
                <a:gd name="T0" fmla="*/ 36 w 56"/>
                <a:gd name="T1" fmla="*/ 124 h 127"/>
                <a:gd name="T2" fmla="*/ 20 w 56"/>
                <a:gd name="T3" fmla="*/ 127 h 127"/>
                <a:gd name="T4" fmla="*/ 16 w 56"/>
                <a:gd name="T5" fmla="*/ 113 h 127"/>
                <a:gd name="T6" fmla="*/ 17 w 56"/>
                <a:gd name="T7" fmla="*/ 65 h 127"/>
                <a:gd name="T8" fmla="*/ 13 w 56"/>
                <a:gd name="T9" fmla="*/ 61 h 127"/>
                <a:gd name="T10" fmla="*/ 12 w 56"/>
                <a:gd name="T11" fmla="*/ 50 h 127"/>
                <a:gd name="T12" fmla="*/ 6 w 56"/>
                <a:gd name="T13" fmla="*/ 43 h 127"/>
                <a:gd name="T14" fmla="*/ 0 w 56"/>
                <a:gd name="T15" fmla="*/ 37 h 127"/>
                <a:gd name="T16" fmla="*/ 3 w 56"/>
                <a:gd name="T17" fmla="*/ 26 h 127"/>
                <a:gd name="T18" fmla="*/ 9 w 56"/>
                <a:gd name="T19" fmla="*/ 23 h 127"/>
                <a:gd name="T20" fmla="*/ 13 w 56"/>
                <a:gd name="T21" fmla="*/ 14 h 127"/>
                <a:gd name="T22" fmla="*/ 22 w 56"/>
                <a:gd name="T23" fmla="*/ 13 h 127"/>
                <a:gd name="T24" fmla="*/ 26 w 56"/>
                <a:gd name="T25" fmla="*/ 6 h 127"/>
                <a:gd name="T26" fmla="*/ 32 w 56"/>
                <a:gd name="T27" fmla="*/ 0 h 127"/>
                <a:gd name="T28" fmla="*/ 38 w 56"/>
                <a:gd name="T29" fmla="*/ 0 h 127"/>
                <a:gd name="T30" fmla="*/ 52 w 56"/>
                <a:gd name="T31" fmla="*/ 12 h 127"/>
                <a:gd name="T32" fmla="*/ 52 w 56"/>
                <a:gd name="T33" fmla="*/ 19 h 127"/>
                <a:gd name="T34" fmla="*/ 56 w 56"/>
                <a:gd name="T35" fmla="*/ 31 h 127"/>
                <a:gd name="T36" fmla="*/ 52 w 56"/>
                <a:gd name="T37" fmla="*/ 40 h 127"/>
                <a:gd name="T38" fmla="*/ 54 w 56"/>
                <a:gd name="T39" fmla="*/ 45 h 127"/>
                <a:gd name="T40" fmla="*/ 45 w 56"/>
                <a:gd name="T41" fmla="*/ 58 h 127"/>
                <a:gd name="T42" fmla="*/ 40 w 56"/>
                <a:gd name="T43" fmla="*/ 64 h 127"/>
                <a:gd name="T44" fmla="*/ 36 w 56"/>
                <a:gd name="T45" fmla="*/ 78 h 127"/>
                <a:gd name="T46" fmla="*/ 37 w 56"/>
                <a:gd name="T47" fmla="*/ 91 h 127"/>
                <a:gd name="T48" fmla="*/ 36 w 56"/>
                <a:gd name="T49" fmla="*/ 124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" h="127">
                  <a:moveTo>
                    <a:pt x="36" y="124"/>
                  </a:moveTo>
                  <a:lnTo>
                    <a:pt x="20" y="127"/>
                  </a:lnTo>
                  <a:lnTo>
                    <a:pt x="16" y="113"/>
                  </a:lnTo>
                  <a:lnTo>
                    <a:pt x="17" y="65"/>
                  </a:lnTo>
                  <a:lnTo>
                    <a:pt x="13" y="61"/>
                  </a:lnTo>
                  <a:lnTo>
                    <a:pt x="12" y="50"/>
                  </a:lnTo>
                  <a:lnTo>
                    <a:pt x="6" y="43"/>
                  </a:lnTo>
                  <a:lnTo>
                    <a:pt x="0" y="37"/>
                  </a:lnTo>
                  <a:lnTo>
                    <a:pt x="3" y="26"/>
                  </a:lnTo>
                  <a:lnTo>
                    <a:pt x="9" y="23"/>
                  </a:lnTo>
                  <a:lnTo>
                    <a:pt x="13" y="14"/>
                  </a:lnTo>
                  <a:lnTo>
                    <a:pt x="22" y="13"/>
                  </a:lnTo>
                  <a:lnTo>
                    <a:pt x="26" y="6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52" y="12"/>
                  </a:lnTo>
                  <a:lnTo>
                    <a:pt x="52" y="19"/>
                  </a:lnTo>
                  <a:lnTo>
                    <a:pt x="56" y="31"/>
                  </a:lnTo>
                  <a:lnTo>
                    <a:pt x="52" y="40"/>
                  </a:lnTo>
                  <a:lnTo>
                    <a:pt x="54" y="45"/>
                  </a:lnTo>
                  <a:lnTo>
                    <a:pt x="45" y="58"/>
                  </a:lnTo>
                  <a:lnTo>
                    <a:pt x="40" y="64"/>
                  </a:lnTo>
                  <a:lnTo>
                    <a:pt x="36" y="78"/>
                  </a:lnTo>
                  <a:lnTo>
                    <a:pt x="37" y="91"/>
                  </a:lnTo>
                  <a:lnTo>
                    <a:pt x="36" y="12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7" name="Freeform 20">
              <a:extLst>
                <a:ext uri="{FF2B5EF4-FFF2-40B4-BE49-F238E27FC236}">
                  <a16:creationId xmlns:a16="http://schemas.microsoft.com/office/drawing/2014/main" id="{8E726CC1-F1A1-666D-AC6E-A052A1BDC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5102" y="3409950"/>
              <a:ext cx="222250" cy="182563"/>
            </a:xfrm>
            <a:custGeom>
              <a:avLst/>
              <a:gdLst>
                <a:gd name="T0" fmla="*/ 49 w 140"/>
                <a:gd name="T1" fmla="*/ 114 h 115"/>
                <a:gd name="T2" fmla="*/ 36 w 140"/>
                <a:gd name="T3" fmla="*/ 109 h 115"/>
                <a:gd name="T4" fmla="*/ 28 w 140"/>
                <a:gd name="T5" fmla="*/ 110 h 115"/>
                <a:gd name="T6" fmla="*/ 21 w 140"/>
                <a:gd name="T7" fmla="*/ 115 h 115"/>
                <a:gd name="T8" fmla="*/ 13 w 140"/>
                <a:gd name="T9" fmla="*/ 110 h 115"/>
                <a:gd name="T10" fmla="*/ 10 w 140"/>
                <a:gd name="T11" fmla="*/ 103 h 115"/>
                <a:gd name="T12" fmla="*/ 1 w 140"/>
                <a:gd name="T13" fmla="*/ 99 h 115"/>
                <a:gd name="T14" fmla="*/ 0 w 140"/>
                <a:gd name="T15" fmla="*/ 87 h 115"/>
                <a:gd name="T16" fmla="*/ 5 w 140"/>
                <a:gd name="T17" fmla="*/ 78 h 115"/>
                <a:gd name="T18" fmla="*/ 5 w 140"/>
                <a:gd name="T19" fmla="*/ 71 h 115"/>
                <a:gd name="T20" fmla="*/ 19 w 140"/>
                <a:gd name="T21" fmla="*/ 54 h 115"/>
                <a:gd name="T22" fmla="*/ 22 w 140"/>
                <a:gd name="T23" fmla="*/ 40 h 115"/>
                <a:gd name="T24" fmla="*/ 27 w 140"/>
                <a:gd name="T25" fmla="*/ 34 h 115"/>
                <a:gd name="T26" fmla="*/ 36 w 140"/>
                <a:gd name="T27" fmla="*/ 37 h 115"/>
                <a:gd name="T28" fmla="*/ 44 w 140"/>
                <a:gd name="T29" fmla="*/ 33 h 115"/>
                <a:gd name="T30" fmla="*/ 46 w 140"/>
                <a:gd name="T31" fmla="*/ 28 h 115"/>
                <a:gd name="T32" fmla="*/ 61 w 140"/>
                <a:gd name="T33" fmla="*/ 18 h 115"/>
                <a:gd name="T34" fmla="*/ 64 w 140"/>
                <a:gd name="T35" fmla="*/ 12 h 115"/>
                <a:gd name="T36" fmla="*/ 81 w 140"/>
                <a:gd name="T37" fmla="*/ 3 h 115"/>
                <a:gd name="T38" fmla="*/ 91 w 140"/>
                <a:gd name="T39" fmla="*/ 0 h 115"/>
                <a:gd name="T40" fmla="*/ 95 w 140"/>
                <a:gd name="T41" fmla="*/ 4 h 115"/>
                <a:gd name="T42" fmla="*/ 107 w 140"/>
                <a:gd name="T43" fmla="*/ 4 h 115"/>
                <a:gd name="T44" fmla="*/ 106 w 140"/>
                <a:gd name="T45" fmla="*/ 14 h 115"/>
                <a:gd name="T46" fmla="*/ 108 w 140"/>
                <a:gd name="T47" fmla="*/ 24 h 115"/>
                <a:gd name="T48" fmla="*/ 118 w 140"/>
                <a:gd name="T49" fmla="*/ 37 h 115"/>
                <a:gd name="T50" fmla="*/ 119 w 140"/>
                <a:gd name="T51" fmla="*/ 47 h 115"/>
                <a:gd name="T52" fmla="*/ 140 w 140"/>
                <a:gd name="T53" fmla="*/ 52 h 115"/>
                <a:gd name="T54" fmla="*/ 140 w 140"/>
                <a:gd name="T55" fmla="*/ 66 h 115"/>
                <a:gd name="T56" fmla="*/ 136 w 140"/>
                <a:gd name="T57" fmla="*/ 73 h 115"/>
                <a:gd name="T58" fmla="*/ 127 w 140"/>
                <a:gd name="T59" fmla="*/ 74 h 115"/>
                <a:gd name="T60" fmla="*/ 123 w 140"/>
                <a:gd name="T61" fmla="*/ 83 h 115"/>
                <a:gd name="T62" fmla="*/ 117 w 140"/>
                <a:gd name="T63" fmla="*/ 86 h 115"/>
                <a:gd name="T64" fmla="*/ 101 w 140"/>
                <a:gd name="T65" fmla="*/ 85 h 115"/>
                <a:gd name="T66" fmla="*/ 92 w 140"/>
                <a:gd name="T67" fmla="*/ 84 h 115"/>
                <a:gd name="T68" fmla="*/ 86 w 140"/>
                <a:gd name="T69" fmla="*/ 87 h 115"/>
                <a:gd name="T70" fmla="*/ 78 w 140"/>
                <a:gd name="T71" fmla="*/ 86 h 115"/>
                <a:gd name="T72" fmla="*/ 47 w 140"/>
                <a:gd name="T73" fmla="*/ 87 h 115"/>
                <a:gd name="T74" fmla="*/ 46 w 140"/>
                <a:gd name="T75" fmla="*/ 98 h 115"/>
                <a:gd name="T76" fmla="*/ 49 w 140"/>
                <a:gd name="T77" fmla="*/ 11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0" h="115">
                  <a:moveTo>
                    <a:pt x="49" y="114"/>
                  </a:moveTo>
                  <a:lnTo>
                    <a:pt x="36" y="109"/>
                  </a:lnTo>
                  <a:lnTo>
                    <a:pt x="28" y="110"/>
                  </a:lnTo>
                  <a:lnTo>
                    <a:pt x="21" y="115"/>
                  </a:lnTo>
                  <a:lnTo>
                    <a:pt x="13" y="110"/>
                  </a:lnTo>
                  <a:lnTo>
                    <a:pt x="10" y="103"/>
                  </a:lnTo>
                  <a:lnTo>
                    <a:pt x="1" y="99"/>
                  </a:lnTo>
                  <a:lnTo>
                    <a:pt x="0" y="87"/>
                  </a:lnTo>
                  <a:lnTo>
                    <a:pt x="5" y="78"/>
                  </a:lnTo>
                  <a:lnTo>
                    <a:pt x="5" y="71"/>
                  </a:lnTo>
                  <a:lnTo>
                    <a:pt x="19" y="54"/>
                  </a:lnTo>
                  <a:lnTo>
                    <a:pt x="22" y="40"/>
                  </a:lnTo>
                  <a:lnTo>
                    <a:pt x="27" y="34"/>
                  </a:lnTo>
                  <a:lnTo>
                    <a:pt x="36" y="37"/>
                  </a:lnTo>
                  <a:lnTo>
                    <a:pt x="44" y="33"/>
                  </a:lnTo>
                  <a:lnTo>
                    <a:pt x="46" y="28"/>
                  </a:lnTo>
                  <a:lnTo>
                    <a:pt x="61" y="18"/>
                  </a:lnTo>
                  <a:lnTo>
                    <a:pt x="64" y="12"/>
                  </a:lnTo>
                  <a:lnTo>
                    <a:pt x="81" y="3"/>
                  </a:lnTo>
                  <a:lnTo>
                    <a:pt x="91" y="0"/>
                  </a:lnTo>
                  <a:lnTo>
                    <a:pt x="95" y="4"/>
                  </a:lnTo>
                  <a:lnTo>
                    <a:pt x="107" y="4"/>
                  </a:lnTo>
                  <a:lnTo>
                    <a:pt x="106" y="14"/>
                  </a:lnTo>
                  <a:lnTo>
                    <a:pt x="108" y="24"/>
                  </a:lnTo>
                  <a:lnTo>
                    <a:pt x="118" y="37"/>
                  </a:lnTo>
                  <a:lnTo>
                    <a:pt x="119" y="47"/>
                  </a:lnTo>
                  <a:lnTo>
                    <a:pt x="140" y="52"/>
                  </a:lnTo>
                  <a:lnTo>
                    <a:pt x="140" y="66"/>
                  </a:lnTo>
                  <a:lnTo>
                    <a:pt x="136" y="73"/>
                  </a:lnTo>
                  <a:lnTo>
                    <a:pt x="127" y="74"/>
                  </a:lnTo>
                  <a:lnTo>
                    <a:pt x="123" y="83"/>
                  </a:lnTo>
                  <a:lnTo>
                    <a:pt x="117" y="86"/>
                  </a:lnTo>
                  <a:lnTo>
                    <a:pt x="101" y="85"/>
                  </a:lnTo>
                  <a:lnTo>
                    <a:pt x="92" y="84"/>
                  </a:lnTo>
                  <a:lnTo>
                    <a:pt x="86" y="87"/>
                  </a:lnTo>
                  <a:lnTo>
                    <a:pt x="78" y="86"/>
                  </a:lnTo>
                  <a:lnTo>
                    <a:pt x="47" y="87"/>
                  </a:lnTo>
                  <a:lnTo>
                    <a:pt x="46" y="98"/>
                  </a:lnTo>
                  <a:lnTo>
                    <a:pt x="49" y="11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8" name="Freeform 21">
              <a:extLst>
                <a:ext uri="{FF2B5EF4-FFF2-40B4-BE49-F238E27FC236}">
                  <a16:creationId xmlns:a16="http://schemas.microsoft.com/office/drawing/2014/main" id="{9D223155-5ABC-19B1-D4BA-6A5799468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9402" y="3036887"/>
              <a:ext cx="153988" cy="190500"/>
            </a:xfrm>
            <a:custGeom>
              <a:avLst/>
              <a:gdLst>
                <a:gd name="T0" fmla="*/ 94 w 97"/>
                <a:gd name="T1" fmla="*/ 92 h 120"/>
                <a:gd name="T2" fmla="*/ 97 w 97"/>
                <a:gd name="T3" fmla="*/ 106 h 120"/>
                <a:gd name="T4" fmla="*/ 90 w 97"/>
                <a:gd name="T5" fmla="*/ 103 h 120"/>
                <a:gd name="T6" fmla="*/ 94 w 97"/>
                <a:gd name="T7" fmla="*/ 120 h 120"/>
                <a:gd name="T8" fmla="*/ 87 w 97"/>
                <a:gd name="T9" fmla="*/ 109 h 120"/>
                <a:gd name="T10" fmla="*/ 84 w 97"/>
                <a:gd name="T11" fmla="*/ 99 h 120"/>
                <a:gd name="T12" fmla="*/ 79 w 97"/>
                <a:gd name="T13" fmla="*/ 89 h 120"/>
                <a:gd name="T14" fmla="*/ 69 w 97"/>
                <a:gd name="T15" fmla="*/ 76 h 120"/>
                <a:gd name="T16" fmla="*/ 53 w 97"/>
                <a:gd name="T17" fmla="*/ 76 h 120"/>
                <a:gd name="T18" fmla="*/ 56 w 97"/>
                <a:gd name="T19" fmla="*/ 84 h 120"/>
                <a:gd name="T20" fmla="*/ 52 w 97"/>
                <a:gd name="T21" fmla="*/ 96 h 120"/>
                <a:gd name="T22" fmla="*/ 44 w 97"/>
                <a:gd name="T23" fmla="*/ 92 h 120"/>
                <a:gd name="T24" fmla="*/ 42 w 97"/>
                <a:gd name="T25" fmla="*/ 95 h 120"/>
                <a:gd name="T26" fmla="*/ 36 w 97"/>
                <a:gd name="T27" fmla="*/ 93 h 120"/>
                <a:gd name="T28" fmla="*/ 29 w 97"/>
                <a:gd name="T29" fmla="*/ 91 h 120"/>
                <a:gd name="T30" fmla="*/ 23 w 97"/>
                <a:gd name="T31" fmla="*/ 74 h 120"/>
                <a:gd name="T32" fmla="*/ 14 w 97"/>
                <a:gd name="T33" fmla="*/ 58 h 120"/>
                <a:gd name="T34" fmla="*/ 15 w 97"/>
                <a:gd name="T35" fmla="*/ 46 h 120"/>
                <a:gd name="T36" fmla="*/ 3 w 97"/>
                <a:gd name="T37" fmla="*/ 40 h 120"/>
                <a:gd name="T38" fmla="*/ 6 w 97"/>
                <a:gd name="T39" fmla="*/ 33 h 120"/>
                <a:gd name="T40" fmla="*/ 16 w 97"/>
                <a:gd name="T41" fmla="*/ 25 h 120"/>
                <a:gd name="T42" fmla="*/ 0 w 97"/>
                <a:gd name="T43" fmla="*/ 14 h 120"/>
                <a:gd name="T44" fmla="*/ 4 w 97"/>
                <a:gd name="T45" fmla="*/ 0 h 120"/>
                <a:gd name="T46" fmla="*/ 20 w 97"/>
                <a:gd name="T47" fmla="*/ 9 h 120"/>
                <a:gd name="T48" fmla="*/ 28 w 97"/>
                <a:gd name="T49" fmla="*/ 10 h 120"/>
                <a:gd name="T50" fmla="*/ 33 w 97"/>
                <a:gd name="T51" fmla="*/ 24 h 120"/>
                <a:gd name="T52" fmla="*/ 50 w 97"/>
                <a:gd name="T53" fmla="*/ 27 h 120"/>
                <a:gd name="T54" fmla="*/ 67 w 97"/>
                <a:gd name="T55" fmla="*/ 27 h 120"/>
                <a:gd name="T56" fmla="*/ 78 w 97"/>
                <a:gd name="T57" fmla="*/ 31 h 120"/>
                <a:gd name="T58" fmla="*/ 73 w 97"/>
                <a:gd name="T59" fmla="*/ 48 h 120"/>
                <a:gd name="T60" fmla="*/ 65 w 97"/>
                <a:gd name="T61" fmla="*/ 49 h 120"/>
                <a:gd name="T62" fmla="*/ 62 w 97"/>
                <a:gd name="T63" fmla="*/ 61 h 120"/>
                <a:gd name="T64" fmla="*/ 74 w 97"/>
                <a:gd name="T65" fmla="*/ 72 h 120"/>
                <a:gd name="T66" fmla="*/ 74 w 97"/>
                <a:gd name="T67" fmla="*/ 59 h 120"/>
                <a:gd name="T68" fmla="*/ 79 w 97"/>
                <a:gd name="T69" fmla="*/ 59 h 120"/>
                <a:gd name="T70" fmla="*/ 94 w 97"/>
                <a:gd name="T71" fmla="*/ 9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7" h="120">
                  <a:moveTo>
                    <a:pt x="94" y="92"/>
                  </a:moveTo>
                  <a:lnTo>
                    <a:pt x="97" y="106"/>
                  </a:lnTo>
                  <a:lnTo>
                    <a:pt x="90" y="103"/>
                  </a:lnTo>
                  <a:lnTo>
                    <a:pt x="94" y="120"/>
                  </a:lnTo>
                  <a:lnTo>
                    <a:pt x="87" y="109"/>
                  </a:lnTo>
                  <a:lnTo>
                    <a:pt x="84" y="99"/>
                  </a:lnTo>
                  <a:lnTo>
                    <a:pt x="79" y="89"/>
                  </a:lnTo>
                  <a:lnTo>
                    <a:pt x="69" y="76"/>
                  </a:lnTo>
                  <a:lnTo>
                    <a:pt x="53" y="76"/>
                  </a:lnTo>
                  <a:lnTo>
                    <a:pt x="56" y="84"/>
                  </a:lnTo>
                  <a:lnTo>
                    <a:pt x="52" y="96"/>
                  </a:lnTo>
                  <a:lnTo>
                    <a:pt x="44" y="92"/>
                  </a:lnTo>
                  <a:lnTo>
                    <a:pt x="42" y="95"/>
                  </a:lnTo>
                  <a:lnTo>
                    <a:pt x="36" y="93"/>
                  </a:lnTo>
                  <a:lnTo>
                    <a:pt x="29" y="91"/>
                  </a:lnTo>
                  <a:lnTo>
                    <a:pt x="23" y="74"/>
                  </a:lnTo>
                  <a:lnTo>
                    <a:pt x="14" y="58"/>
                  </a:lnTo>
                  <a:lnTo>
                    <a:pt x="15" y="46"/>
                  </a:lnTo>
                  <a:lnTo>
                    <a:pt x="3" y="40"/>
                  </a:lnTo>
                  <a:lnTo>
                    <a:pt x="6" y="33"/>
                  </a:lnTo>
                  <a:lnTo>
                    <a:pt x="16" y="25"/>
                  </a:lnTo>
                  <a:lnTo>
                    <a:pt x="0" y="14"/>
                  </a:lnTo>
                  <a:lnTo>
                    <a:pt x="4" y="0"/>
                  </a:lnTo>
                  <a:lnTo>
                    <a:pt x="20" y="9"/>
                  </a:lnTo>
                  <a:lnTo>
                    <a:pt x="28" y="10"/>
                  </a:lnTo>
                  <a:lnTo>
                    <a:pt x="33" y="24"/>
                  </a:lnTo>
                  <a:lnTo>
                    <a:pt x="50" y="27"/>
                  </a:lnTo>
                  <a:lnTo>
                    <a:pt x="67" y="27"/>
                  </a:lnTo>
                  <a:lnTo>
                    <a:pt x="78" y="31"/>
                  </a:lnTo>
                  <a:lnTo>
                    <a:pt x="73" y="48"/>
                  </a:lnTo>
                  <a:lnTo>
                    <a:pt x="65" y="49"/>
                  </a:lnTo>
                  <a:lnTo>
                    <a:pt x="62" y="61"/>
                  </a:lnTo>
                  <a:lnTo>
                    <a:pt x="74" y="72"/>
                  </a:lnTo>
                  <a:lnTo>
                    <a:pt x="74" y="59"/>
                  </a:lnTo>
                  <a:lnTo>
                    <a:pt x="79" y="59"/>
                  </a:lnTo>
                  <a:lnTo>
                    <a:pt x="94" y="9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39" name="Freeform 22">
              <a:extLst>
                <a:ext uri="{FF2B5EF4-FFF2-40B4-BE49-F238E27FC236}">
                  <a16:creationId xmlns:a16="http://schemas.microsoft.com/office/drawing/2014/main" id="{F5596FCA-1B74-2B09-3FD8-B36D96A01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4402" y="2452687"/>
              <a:ext cx="161925" cy="98425"/>
            </a:xfrm>
            <a:custGeom>
              <a:avLst/>
              <a:gdLst>
                <a:gd name="T0" fmla="*/ 3 w 102"/>
                <a:gd name="T1" fmla="*/ 0 h 62"/>
                <a:gd name="T2" fmla="*/ 9 w 102"/>
                <a:gd name="T3" fmla="*/ 9 h 62"/>
                <a:gd name="T4" fmla="*/ 15 w 102"/>
                <a:gd name="T5" fmla="*/ 7 h 62"/>
                <a:gd name="T6" fmla="*/ 28 w 102"/>
                <a:gd name="T7" fmla="*/ 10 h 62"/>
                <a:gd name="T8" fmla="*/ 53 w 102"/>
                <a:gd name="T9" fmla="*/ 12 h 62"/>
                <a:gd name="T10" fmla="*/ 60 w 102"/>
                <a:gd name="T11" fmla="*/ 6 h 62"/>
                <a:gd name="T12" fmla="*/ 80 w 102"/>
                <a:gd name="T13" fmla="*/ 2 h 62"/>
                <a:gd name="T14" fmla="*/ 92 w 102"/>
                <a:gd name="T15" fmla="*/ 9 h 62"/>
                <a:gd name="T16" fmla="*/ 102 w 102"/>
                <a:gd name="T17" fmla="*/ 11 h 62"/>
                <a:gd name="T18" fmla="*/ 95 w 102"/>
                <a:gd name="T19" fmla="*/ 20 h 62"/>
                <a:gd name="T20" fmla="*/ 91 w 102"/>
                <a:gd name="T21" fmla="*/ 34 h 62"/>
                <a:gd name="T22" fmla="*/ 98 w 102"/>
                <a:gd name="T23" fmla="*/ 46 h 62"/>
                <a:gd name="T24" fmla="*/ 83 w 102"/>
                <a:gd name="T25" fmla="*/ 43 h 62"/>
                <a:gd name="T26" fmla="*/ 66 w 102"/>
                <a:gd name="T27" fmla="*/ 50 h 62"/>
                <a:gd name="T28" fmla="*/ 67 w 102"/>
                <a:gd name="T29" fmla="*/ 60 h 62"/>
                <a:gd name="T30" fmla="*/ 52 w 102"/>
                <a:gd name="T31" fmla="*/ 62 h 62"/>
                <a:gd name="T32" fmla="*/ 40 w 102"/>
                <a:gd name="T33" fmla="*/ 55 h 62"/>
                <a:gd name="T34" fmla="*/ 27 w 102"/>
                <a:gd name="T35" fmla="*/ 60 h 62"/>
                <a:gd name="T36" fmla="*/ 14 w 102"/>
                <a:gd name="T37" fmla="*/ 60 h 62"/>
                <a:gd name="T38" fmla="*/ 12 w 102"/>
                <a:gd name="T39" fmla="*/ 46 h 62"/>
                <a:gd name="T40" fmla="*/ 3 w 102"/>
                <a:gd name="T41" fmla="*/ 40 h 62"/>
                <a:gd name="T42" fmla="*/ 5 w 102"/>
                <a:gd name="T43" fmla="*/ 37 h 62"/>
                <a:gd name="T44" fmla="*/ 3 w 102"/>
                <a:gd name="T45" fmla="*/ 34 h 62"/>
                <a:gd name="T46" fmla="*/ 5 w 102"/>
                <a:gd name="T47" fmla="*/ 28 h 62"/>
                <a:gd name="T48" fmla="*/ 11 w 102"/>
                <a:gd name="T49" fmla="*/ 21 h 62"/>
                <a:gd name="T50" fmla="*/ 2 w 102"/>
                <a:gd name="T51" fmla="*/ 13 h 62"/>
                <a:gd name="T52" fmla="*/ 0 w 102"/>
                <a:gd name="T53" fmla="*/ 5 h 62"/>
                <a:gd name="T54" fmla="*/ 3 w 102"/>
                <a:gd name="T5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2" h="62">
                  <a:moveTo>
                    <a:pt x="3" y="0"/>
                  </a:moveTo>
                  <a:lnTo>
                    <a:pt x="9" y="9"/>
                  </a:lnTo>
                  <a:lnTo>
                    <a:pt x="15" y="7"/>
                  </a:lnTo>
                  <a:lnTo>
                    <a:pt x="28" y="10"/>
                  </a:lnTo>
                  <a:lnTo>
                    <a:pt x="53" y="12"/>
                  </a:lnTo>
                  <a:lnTo>
                    <a:pt x="60" y="6"/>
                  </a:lnTo>
                  <a:lnTo>
                    <a:pt x="80" y="2"/>
                  </a:lnTo>
                  <a:lnTo>
                    <a:pt x="92" y="9"/>
                  </a:lnTo>
                  <a:lnTo>
                    <a:pt x="102" y="11"/>
                  </a:lnTo>
                  <a:lnTo>
                    <a:pt x="95" y="20"/>
                  </a:lnTo>
                  <a:lnTo>
                    <a:pt x="91" y="34"/>
                  </a:lnTo>
                  <a:lnTo>
                    <a:pt x="98" y="46"/>
                  </a:lnTo>
                  <a:lnTo>
                    <a:pt x="83" y="43"/>
                  </a:lnTo>
                  <a:lnTo>
                    <a:pt x="66" y="50"/>
                  </a:lnTo>
                  <a:lnTo>
                    <a:pt x="67" y="60"/>
                  </a:lnTo>
                  <a:lnTo>
                    <a:pt x="52" y="62"/>
                  </a:lnTo>
                  <a:lnTo>
                    <a:pt x="40" y="55"/>
                  </a:lnTo>
                  <a:lnTo>
                    <a:pt x="27" y="60"/>
                  </a:lnTo>
                  <a:lnTo>
                    <a:pt x="14" y="60"/>
                  </a:lnTo>
                  <a:lnTo>
                    <a:pt x="12" y="46"/>
                  </a:lnTo>
                  <a:lnTo>
                    <a:pt x="3" y="40"/>
                  </a:lnTo>
                  <a:lnTo>
                    <a:pt x="5" y="37"/>
                  </a:lnTo>
                  <a:lnTo>
                    <a:pt x="3" y="34"/>
                  </a:lnTo>
                  <a:lnTo>
                    <a:pt x="5" y="28"/>
                  </a:lnTo>
                  <a:lnTo>
                    <a:pt x="11" y="21"/>
                  </a:lnTo>
                  <a:lnTo>
                    <a:pt x="2" y="13"/>
                  </a:lnTo>
                  <a:lnTo>
                    <a:pt x="0" y="5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0" name="Freeform 23">
              <a:extLst>
                <a:ext uri="{FF2B5EF4-FFF2-40B4-BE49-F238E27FC236}">
                  <a16:creationId xmlns:a16="http://schemas.microsoft.com/office/drawing/2014/main" id="{E67BE720-B98F-F6F8-DEDE-F96DAC320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764" y="3078162"/>
              <a:ext cx="23813" cy="49213"/>
            </a:xfrm>
            <a:custGeom>
              <a:avLst/>
              <a:gdLst>
                <a:gd name="T0" fmla="*/ 13 w 15"/>
                <a:gd name="T1" fmla="*/ 30 h 31"/>
                <a:gd name="T2" fmla="*/ 8 w 15"/>
                <a:gd name="T3" fmla="*/ 31 h 31"/>
                <a:gd name="T4" fmla="*/ 5 w 15"/>
                <a:gd name="T5" fmla="*/ 19 h 31"/>
                <a:gd name="T6" fmla="*/ 0 w 15"/>
                <a:gd name="T7" fmla="*/ 13 h 31"/>
                <a:gd name="T8" fmla="*/ 6 w 15"/>
                <a:gd name="T9" fmla="*/ 0 h 31"/>
                <a:gd name="T10" fmla="*/ 11 w 15"/>
                <a:gd name="T11" fmla="*/ 0 h 31"/>
                <a:gd name="T12" fmla="*/ 15 w 15"/>
                <a:gd name="T13" fmla="*/ 18 h 31"/>
                <a:gd name="T14" fmla="*/ 13 w 15"/>
                <a:gd name="T1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31">
                  <a:moveTo>
                    <a:pt x="13" y="30"/>
                  </a:moveTo>
                  <a:lnTo>
                    <a:pt x="8" y="31"/>
                  </a:lnTo>
                  <a:lnTo>
                    <a:pt x="5" y="19"/>
                  </a:lnTo>
                  <a:lnTo>
                    <a:pt x="0" y="1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5" y="18"/>
                  </a:lnTo>
                  <a:lnTo>
                    <a:pt x="13" y="3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1" name="Freeform 24">
              <a:extLst>
                <a:ext uri="{FF2B5EF4-FFF2-40B4-BE49-F238E27FC236}">
                  <a16:creationId xmlns:a16="http://schemas.microsoft.com/office/drawing/2014/main" id="{33BDAAC4-DBDE-C44E-ACB7-AF2EA2A28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002" y="3022600"/>
              <a:ext cx="33338" cy="15875"/>
            </a:xfrm>
            <a:custGeom>
              <a:avLst/>
              <a:gdLst>
                <a:gd name="T0" fmla="*/ 20 w 21"/>
                <a:gd name="T1" fmla="*/ 6 h 10"/>
                <a:gd name="T2" fmla="*/ 0 w 21"/>
                <a:gd name="T3" fmla="*/ 10 h 10"/>
                <a:gd name="T4" fmla="*/ 0 w 21"/>
                <a:gd name="T5" fmla="*/ 2 h 10"/>
                <a:gd name="T6" fmla="*/ 9 w 21"/>
                <a:gd name="T7" fmla="*/ 0 h 10"/>
                <a:gd name="T8" fmla="*/ 21 w 21"/>
                <a:gd name="T9" fmla="*/ 1 h 10"/>
                <a:gd name="T10" fmla="*/ 20 w 21"/>
                <a:gd name="T11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0">
                  <a:moveTo>
                    <a:pt x="20" y="6"/>
                  </a:moveTo>
                  <a:lnTo>
                    <a:pt x="0" y="10"/>
                  </a:lnTo>
                  <a:lnTo>
                    <a:pt x="0" y="2"/>
                  </a:lnTo>
                  <a:lnTo>
                    <a:pt x="9" y="0"/>
                  </a:lnTo>
                  <a:lnTo>
                    <a:pt x="21" y="1"/>
                  </a:lnTo>
                  <a:lnTo>
                    <a:pt x="20" y="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2" name="Freeform 25">
              <a:extLst>
                <a:ext uri="{FF2B5EF4-FFF2-40B4-BE49-F238E27FC236}">
                  <a16:creationId xmlns:a16="http://schemas.microsoft.com/office/drawing/2014/main" id="{05787499-0C58-23D9-DD90-F5DCC43FA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927" y="3017837"/>
              <a:ext cx="20638" cy="38100"/>
            </a:xfrm>
            <a:custGeom>
              <a:avLst/>
              <a:gdLst>
                <a:gd name="T0" fmla="*/ 13 w 13"/>
                <a:gd name="T1" fmla="*/ 9 h 24"/>
                <a:gd name="T2" fmla="*/ 7 w 13"/>
                <a:gd name="T3" fmla="*/ 24 h 24"/>
                <a:gd name="T4" fmla="*/ 5 w 13"/>
                <a:gd name="T5" fmla="*/ 21 h 24"/>
                <a:gd name="T6" fmla="*/ 7 w 13"/>
                <a:gd name="T7" fmla="*/ 10 h 24"/>
                <a:gd name="T8" fmla="*/ 0 w 13"/>
                <a:gd name="T9" fmla="*/ 2 h 24"/>
                <a:gd name="T10" fmla="*/ 1 w 13"/>
                <a:gd name="T11" fmla="*/ 0 h 24"/>
                <a:gd name="T12" fmla="*/ 13 w 13"/>
                <a:gd name="T13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4">
                  <a:moveTo>
                    <a:pt x="13" y="9"/>
                  </a:moveTo>
                  <a:lnTo>
                    <a:pt x="7" y="24"/>
                  </a:lnTo>
                  <a:lnTo>
                    <a:pt x="5" y="21"/>
                  </a:lnTo>
                  <a:lnTo>
                    <a:pt x="7" y="10"/>
                  </a:lnTo>
                  <a:lnTo>
                    <a:pt x="0" y="2"/>
                  </a:lnTo>
                  <a:lnTo>
                    <a:pt x="1" y="0"/>
                  </a:lnTo>
                  <a:lnTo>
                    <a:pt x="13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3" name="Freeform 26">
              <a:extLst>
                <a:ext uri="{FF2B5EF4-FFF2-40B4-BE49-F238E27FC236}">
                  <a16:creationId xmlns:a16="http://schemas.microsoft.com/office/drawing/2014/main" id="{145C1784-2621-A288-C90F-C37CB17A1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6602" y="2420937"/>
              <a:ext cx="103188" cy="84138"/>
            </a:xfrm>
            <a:custGeom>
              <a:avLst/>
              <a:gdLst>
                <a:gd name="T0" fmla="*/ 54 w 65"/>
                <a:gd name="T1" fmla="*/ 7 h 53"/>
                <a:gd name="T2" fmla="*/ 60 w 65"/>
                <a:gd name="T3" fmla="*/ 7 h 53"/>
                <a:gd name="T4" fmla="*/ 56 w 65"/>
                <a:gd name="T5" fmla="*/ 16 h 53"/>
                <a:gd name="T6" fmla="*/ 65 w 65"/>
                <a:gd name="T7" fmla="*/ 24 h 53"/>
                <a:gd name="T8" fmla="*/ 64 w 65"/>
                <a:gd name="T9" fmla="*/ 34 h 53"/>
                <a:gd name="T10" fmla="*/ 60 w 65"/>
                <a:gd name="T11" fmla="*/ 35 h 53"/>
                <a:gd name="T12" fmla="*/ 57 w 65"/>
                <a:gd name="T13" fmla="*/ 37 h 53"/>
                <a:gd name="T14" fmla="*/ 52 w 65"/>
                <a:gd name="T15" fmla="*/ 42 h 53"/>
                <a:gd name="T16" fmla="*/ 50 w 65"/>
                <a:gd name="T17" fmla="*/ 53 h 53"/>
                <a:gd name="T18" fmla="*/ 35 w 65"/>
                <a:gd name="T19" fmla="*/ 45 h 53"/>
                <a:gd name="T20" fmla="*/ 28 w 65"/>
                <a:gd name="T21" fmla="*/ 37 h 53"/>
                <a:gd name="T22" fmla="*/ 21 w 65"/>
                <a:gd name="T23" fmla="*/ 32 h 53"/>
                <a:gd name="T24" fmla="*/ 13 w 65"/>
                <a:gd name="T25" fmla="*/ 24 h 53"/>
                <a:gd name="T26" fmla="*/ 9 w 65"/>
                <a:gd name="T27" fmla="*/ 18 h 53"/>
                <a:gd name="T28" fmla="*/ 0 w 65"/>
                <a:gd name="T29" fmla="*/ 8 h 53"/>
                <a:gd name="T30" fmla="*/ 3 w 65"/>
                <a:gd name="T31" fmla="*/ 0 h 53"/>
                <a:gd name="T32" fmla="*/ 9 w 65"/>
                <a:gd name="T33" fmla="*/ 5 h 53"/>
                <a:gd name="T34" fmla="*/ 13 w 65"/>
                <a:gd name="T35" fmla="*/ 0 h 53"/>
                <a:gd name="T36" fmla="*/ 20 w 65"/>
                <a:gd name="T37" fmla="*/ 0 h 53"/>
                <a:gd name="T38" fmla="*/ 35 w 65"/>
                <a:gd name="T39" fmla="*/ 3 h 53"/>
                <a:gd name="T40" fmla="*/ 46 w 65"/>
                <a:gd name="T41" fmla="*/ 3 h 53"/>
                <a:gd name="T42" fmla="*/ 54 w 65"/>
                <a:gd name="T4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5" h="53">
                  <a:moveTo>
                    <a:pt x="54" y="7"/>
                  </a:moveTo>
                  <a:lnTo>
                    <a:pt x="60" y="7"/>
                  </a:lnTo>
                  <a:lnTo>
                    <a:pt x="56" y="16"/>
                  </a:lnTo>
                  <a:lnTo>
                    <a:pt x="65" y="24"/>
                  </a:lnTo>
                  <a:lnTo>
                    <a:pt x="64" y="34"/>
                  </a:lnTo>
                  <a:lnTo>
                    <a:pt x="60" y="35"/>
                  </a:lnTo>
                  <a:lnTo>
                    <a:pt x="57" y="37"/>
                  </a:lnTo>
                  <a:lnTo>
                    <a:pt x="52" y="42"/>
                  </a:lnTo>
                  <a:lnTo>
                    <a:pt x="50" y="53"/>
                  </a:lnTo>
                  <a:lnTo>
                    <a:pt x="35" y="45"/>
                  </a:lnTo>
                  <a:lnTo>
                    <a:pt x="28" y="37"/>
                  </a:lnTo>
                  <a:lnTo>
                    <a:pt x="21" y="32"/>
                  </a:lnTo>
                  <a:lnTo>
                    <a:pt x="13" y="24"/>
                  </a:lnTo>
                  <a:lnTo>
                    <a:pt x="9" y="18"/>
                  </a:lnTo>
                  <a:lnTo>
                    <a:pt x="0" y="8"/>
                  </a:lnTo>
                  <a:lnTo>
                    <a:pt x="3" y="0"/>
                  </a:lnTo>
                  <a:lnTo>
                    <a:pt x="9" y="5"/>
                  </a:lnTo>
                  <a:lnTo>
                    <a:pt x="13" y="0"/>
                  </a:lnTo>
                  <a:lnTo>
                    <a:pt x="20" y="0"/>
                  </a:lnTo>
                  <a:lnTo>
                    <a:pt x="35" y="3"/>
                  </a:lnTo>
                  <a:lnTo>
                    <a:pt x="46" y="3"/>
                  </a:lnTo>
                  <a:lnTo>
                    <a:pt x="54" y="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4" name="Freeform 27">
              <a:extLst>
                <a:ext uri="{FF2B5EF4-FFF2-40B4-BE49-F238E27FC236}">
                  <a16:creationId xmlns:a16="http://schemas.microsoft.com/office/drawing/2014/main" id="{A5362631-70AD-0905-8103-10F0703DB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702" y="2071687"/>
              <a:ext cx="231775" cy="152400"/>
            </a:xfrm>
            <a:custGeom>
              <a:avLst/>
              <a:gdLst>
                <a:gd name="T0" fmla="*/ 1 w 146"/>
                <a:gd name="T1" fmla="*/ 44 h 96"/>
                <a:gd name="T2" fmla="*/ 15 w 146"/>
                <a:gd name="T3" fmla="*/ 44 h 96"/>
                <a:gd name="T4" fmla="*/ 31 w 146"/>
                <a:gd name="T5" fmla="*/ 37 h 96"/>
                <a:gd name="T6" fmla="*/ 33 w 146"/>
                <a:gd name="T7" fmla="*/ 26 h 96"/>
                <a:gd name="T8" fmla="*/ 45 w 146"/>
                <a:gd name="T9" fmla="*/ 20 h 96"/>
                <a:gd name="T10" fmla="*/ 42 w 146"/>
                <a:gd name="T11" fmla="*/ 11 h 96"/>
                <a:gd name="T12" fmla="*/ 50 w 146"/>
                <a:gd name="T13" fmla="*/ 7 h 96"/>
                <a:gd name="T14" fmla="*/ 65 w 146"/>
                <a:gd name="T15" fmla="*/ 0 h 96"/>
                <a:gd name="T16" fmla="*/ 82 w 146"/>
                <a:gd name="T17" fmla="*/ 5 h 96"/>
                <a:gd name="T18" fmla="*/ 85 w 146"/>
                <a:gd name="T19" fmla="*/ 10 h 96"/>
                <a:gd name="T20" fmla="*/ 93 w 146"/>
                <a:gd name="T21" fmla="*/ 7 h 96"/>
                <a:gd name="T22" fmla="*/ 109 w 146"/>
                <a:gd name="T23" fmla="*/ 12 h 96"/>
                <a:gd name="T24" fmla="*/ 112 w 146"/>
                <a:gd name="T25" fmla="*/ 21 h 96"/>
                <a:gd name="T26" fmla="*/ 110 w 146"/>
                <a:gd name="T27" fmla="*/ 27 h 96"/>
                <a:gd name="T28" fmla="*/ 122 w 146"/>
                <a:gd name="T29" fmla="*/ 40 h 96"/>
                <a:gd name="T30" fmla="*/ 129 w 146"/>
                <a:gd name="T31" fmla="*/ 43 h 96"/>
                <a:gd name="T32" fmla="*/ 129 w 146"/>
                <a:gd name="T33" fmla="*/ 47 h 96"/>
                <a:gd name="T34" fmla="*/ 140 w 146"/>
                <a:gd name="T35" fmla="*/ 50 h 96"/>
                <a:gd name="T36" fmla="*/ 146 w 146"/>
                <a:gd name="T37" fmla="*/ 56 h 96"/>
                <a:gd name="T38" fmla="*/ 140 w 146"/>
                <a:gd name="T39" fmla="*/ 60 h 96"/>
                <a:gd name="T40" fmla="*/ 128 w 146"/>
                <a:gd name="T41" fmla="*/ 59 h 96"/>
                <a:gd name="T42" fmla="*/ 125 w 146"/>
                <a:gd name="T43" fmla="*/ 61 h 96"/>
                <a:gd name="T44" fmla="*/ 130 w 146"/>
                <a:gd name="T45" fmla="*/ 68 h 96"/>
                <a:gd name="T46" fmla="*/ 136 w 146"/>
                <a:gd name="T47" fmla="*/ 81 h 96"/>
                <a:gd name="T48" fmla="*/ 123 w 146"/>
                <a:gd name="T49" fmla="*/ 82 h 96"/>
                <a:gd name="T50" fmla="*/ 119 w 146"/>
                <a:gd name="T51" fmla="*/ 86 h 96"/>
                <a:gd name="T52" fmla="*/ 119 w 146"/>
                <a:gd name="T53" fmla="*/ 96 h 96"/>
                <a:gd name="T54" fmla="*/ 113 w 146"/>
                <a:gd name="T55" fmla="*/ 95 h 96"/>
                <a:gd name="T56" fmla="*/ 99 w 146"/>
                <a:gd name="T57" fmla="*/ 95 h 96"/>
                <a:gd name="T58" fmla="*/ 94 w 146"/>
                <a:gd name="T59" fmla="*/ 91 h 96"/>
                <a:gd name="T60" fmla="*/ 88 w 146"/>
                <a:gd name="T61" fmla="*/ 94 h 96"/>
                <a:gd name="T62" fmla="*/ 82 w 146"/>
                <a:gd name="T63" fmla="*/ 91 h 96"/>
                <a:gd name="T64" fmla="*/ 70 w 146"/>
                <a:gd name="T65" fmla="*/ 91 h 96"/>
                <a:gd name="T66" fmla="*/ 51 w 146"/>
                <a:gd name="T67" fmla="*/ 86 h 96"/>
                <a:gd name="T68" fmla="*/ 35 w 146"/>
                <a:gd name="T69" fmla="*/ 84 h 96"/>
                <a:gd name="T70" fmla="*/ 23 w 146"/>
                <a:gd name="T71" fmla="*/ 85 h 96"/>
                <a:gd name="T72" fmla="*/ 15 w 146"/>
                <a:gd name="T73" fmla="*/ 90 h 96"/>
                <a:gd name="T74" fmla="*/ 8 w 146"/>
                <a:gd name="T75" fmla="*/ 91 h 96"/>
                <a:gd name="T76" fmla="*/ 6 w 146"/>
                <a:gd name="T77" fmla="*/ 82 h 96"/>
                <a:gd name="T78" fmla="*/ 0 w 146"/>
                <a:gd name="T79" fmla="*/ 73 h 96"/>
                <a:gd name="T80" fmla="*/ 9 w 146"/>
                <a:gd name="T81" fmla="*/ 69 h 96"/>
                <a:gd name="T82" fmla="*/ 8 w 146"/>
                <a:gd name="T83" fmla="*/ 61 h 96"/>
                <a:gd name="T84" fmla="*/ 3 w 146"/>
                <a:gd name="T85" fmla="*/ 53 h 96"/>
                <a:gd name="T86" fmla="*/ 1 w 146"/>
                <a:gd name="T87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6" h="96">
                  <a:moveTo>
                    <a:pt x="1" y="44"/>
                  </a:moveTo>
                  <a:lnTo>
                    <a:pt x="15" y="44"/>
                  </a:lnTo>
                  <a:lnTo>
                    <a:pt x="31" y="37"/>
                  </a:lnTo>
                  <a:lnTo>
                    <a:pt x="33" y="26"/>
                  </a:lnTo>
                  <a:lnTo>
                    <a:pt x="45" y="20"/>
                  </a:lnTo>
                  <a:lnTo>
                    <a:pt x="42" y="11"/>
                  </a:lnTo>
                  <a:lnTo>
                    <a:pt x="50" y="7"/>
                  </a:lnTo>
                  <a:lnTo>
                    <a:pt x="65" y="0"/>
                  </a:lnTo>
                  <a:lnTo>
                    <a:pt x="82" y="5"/>
                  </a:lnTo>
                  <a:lnTo>
                    <a:pt x="85" y="10"/>
                  </a:lnTo>
                  <a:lnTo>
                    <a:pt x="93" y="7"/>
                  </a:lnTo>
                  <a:lnTo>
                    <a:pt x="109" y="12"/>
                  </a:lnTo>
                  <a:lnTo>
                    <a:pt x="112" y="21"/>
                  </a:lnTo>
                  <a:lnTo>
                    <a:pt x="110" y="27"/>
                  </a:lnTo>
                  <a:lnTo>
                    <a:pt x="122" y="40"/>
                  </a:lnTo>
                  <a:lnTo>
                    <a:pt x="129" y="43"/>
                  </a:lnTo>
                  <a:lnTo>
                    <a:pt x="129" y="47"/>
                  </a:lnTo>
                  <a:lnTo>
                    <a:pt x="140" y="50"/>
                  </a:lnTo>
                  <a:lnTo>
                    <a:pt x="146" y="56"/>
                  </a:lnTo>
                  <a:lnTo>
                    <a:pt x="140" y="60"/>
                  </a:lnTo>
                  <a:lnTo>
                    <a:pt x="128" y="59"/>
                  </a:lnTo>
                  <a:lnTo>
                    <a:pt x="125" y="61"/>
                  </a:lnTo>
                  <a:lnTo>
                    <a:pt x="130" y="68"/>
                  </a:lnTo>
                  <a:lnTo>
                    <a:pt x="136" y="81"/>
                  </a:lnTo>
                  <a:lnTo>
                    <a:pt x="123" y="82"/>
                  </a:lnTo>
                  <a:lnTo>
                    <a:pt x="119" y="86"/>
                  </a:lnTo>
                  <a:lnTo>
                    <a:pt x="119" y="96"/>
                  </a:lnTo>
                  <a:lnTo>
                    <a:pt x="113" y="95"/>
                  </a:lnTo>
                  <a:lnTo>
                    <a:pt x="99" y="95"/>
                  </a:lnTo>
                  <a:lnTo>
                    <a:pt x="94" y="91"/>
                  </a:lnTo>
                  <a:lnTo>
                    <a:pt x="88" y="94"/>
                  </a:lnTo>
                  <a:lnTo>
                    <a:pt x="82" y="91"/>
                  </a:lnTo>
                  <a:lnTo>
                    <a:pt x="70" y="91"/>
                  </a:lnTo>
                  <a:lnTo>
                    <a:pt x="51" y="86"/>
                  </a:lnTo>
                  <a:lnTo>
                    <a:pt x="35" y="84"/>
                  </a:lnTo>
                  <a:lnTo>
                    <a:pt x="23" y="85"/>
                  </a:lnTo>
                  <a:lnTo>
                    <a:pt x="15" y="90"/>
                  </a:lnTo>
                  <a:lnTo>
                    <a:pt x="8" y="91"/>
                  </a:lnTo>
                  <a:lnTo>
                    <a:pt x="6" y="82"/>
                  </a:lnTo>
                  <a:lnTo>
                    <a:pt x="0" y="73"/>
                  </a:lnTo>
                  <a:lnTo>
                    <a:pt x="9" y="69"/>
                  </a:lnTo>
                  <a:lnTo>
                    <a:pt x="8" y="61"/>
                  </a:lnTo>
                  <a:lnTo>
                    <a:pt x="3" y="53"/>
                  </a:lnTo>
                  <a:lnTo>
                    <a:pt x="1" y="4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5" name="Freeform 28">
              <a:extLst>
                <a:ext uri="{FF2B5EF4-FFF2-40B4-BE49-F238E27FC236}">
                  <a16:creationId xmlns:a16="http://schemas.microsoft.com/office/drawing/2014/main" id="{4D316372-DC31-1269-6E5C-F709251E7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514" y="3298825"/>
              <a:ext cx="41275" cy="85725"/>
            </a:xfrm>
            <a:custGeom>
              <a:avLst/>
              <a:gdLst>
                <a:gd name="T0" fmla="*/ 6 w 26"/>
                <a:gd name="T1" fmla="*/ 14 h 54"/>
                <a:gd name="T2" fmla="*/ 6 w 26"/>
                <a:gd name="T3" fmla="*/ 11 h 54"/>
                <a:gd name="T4" fmla="*/ 9 w 26"/>
                <a:gd name="T5" fmla="*/ 11 h 54"/>
                <a:gd name="T6" fmla="*/ 12 w 26"/>
                <a:gd name="T7" fmla="*/ 13 h 54"/>
                <a:gd name="T8" fmla="*/ 20 w 26"/>
                <a:gd name="T9" fmla="*/ 0 h 54"/>
                <a:gd name="T10" fmla="*/ 23 w 26"/>
                <a:gd name="T11" fmla="*/ 0 h 54"/>
                <a:gd name="T12" fmla="*/ 23 w 26"/>
                <a:gd name="T13" fmla="*/ 3 h 54"/>
                <a:gd name="T14" fmla="*/ 26 w 26"/>
                <a:gd name="T15" fmla="*/ 3 h 54"/>
                <a:gd name="T16" fmla="*/ 25 w 26"/>
                <a:gd name="T17" fmla="*/ 9 h 54"/>
                <a:gd name="T18" fmla="*/ 21 w 26"/>
                <a:gd name="T19" fmla="*/ 18 h 54"/>
                <a:gd name="T20" fmla="*/ 22 w 26"/>
                <a:gd name="T21" fmla="*/ 21 h 54"/>
                <a:gd name="T22" fmla="*/ 19 w 26"/>
                <a:gd name="T23" fmla="*/ 29 h 54"/>
                <a:gd name="T24" fmla="*/ 20 w 26"/>
                <a:gd name="T25" fmla="*/ 31 h 54"/>
                <a:gd name="T26" fmla="*/ 17 w 26"/>
                <a:gd name="T27" fmla="*/ 41 h 54"/>
                <a:gd name="T28" fmla="*/ 13 w 26"/>
                <a:gd name="T29" fmla="*/ 46 h 54"/>
                <a:gd name="T30" fmla="*/ 10 w 26"/>
                <a:gd name="T31" fmla="*/ 47 h 54"/>
                <a:gd name="T32" fmla="*/ 5 w 26"/>
                <a:gd name="T33" fmla="*/ 54 h 54"/>
                <a:gd name="T34" fmla="*/ 0 w 26"/>
                <a:gd name="T35" fmla="*/ 54 h 54"/>
                <a:gd name="T36" fmla="*/ 4 w 26"/>
                <a:gd name="T37" fmla="*/ 31 h 54"/>
                <a:gd name="T38" fmla="*/ 6 w 26"/>
                <a:gd name="T39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54">
                  <a:moveTo>
                    <a:pt x="6" y="14"/>
                  </a:moveTo>
                  <a:lnTo>
                    <a:pt x="6" y="11"/>
                  </a:lnTo>
                  <a:lnTo>
                    <a:pt x="9" y="11"/>
                  </a:lnTo>
                  <a:lnTo>
                    <a:pt x="12" y="13"/>
                  </a:lnTo>
                  <a:lnTo>
                    <a:pt x="20" y="0"/>
                  </a:lnTo>
                  <a:lnTo>
                    <a:pt x="23" y="0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25" y="9"/>
                  </a:lnTo>
                  <a:lnTo>
                    <a:pt x="21" y="18"/>
                  </a:lnTo>
                  <a:lnTo>
                    <a:pt x="22" y="21"/>
                  </a:lnTo>
                  <a:lnTo>
                    <a:pt x="19" y="29"/>
                  </a:lnTo>
                  <a:lnTo>
                    <a:pt x="20" y="31"/>
                  </a:lnTo>
                  <a:lnTo>
                    <a:pt x="17" y="41"/>
                  </a:lnTo>
                  <a:lnTo>
                    <a:pt x="13" y="46"/>
                  </a:lnTo>
                  <a:lnTo>
                    <a:pt x="10" y="47"/>
                  </a:lnTo>
                  <a:lnTo>
                    <a:pt x="5" y="54"/>
                  </a:lnTo>
                  <a:lnTo>
                    <a:pt x="0" y="54"/>
                  </a:lnTo>
                  <a:lnTo>
                    <a:pt x="4" y="31"/>
                  </a:lnTo>
                  <a:lnTo>
                    <a:pt x="6" y="1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6" name="Freeform 29">
              <a:extLst>
                <a:ext uri="{FF2B5EF4-FFF2-40B4-BE49-F238E27FC236}">
                  <a16:creationId xmlns:a16="http://schemas.microsoft.com/office/drawing/2014/main" id="{40CE3480-E681-42BC-7D23-5964581F8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6139" y="4230688"/>
              <a:ext cx="365125" cy="433388"/>
            </a:xfrm>
            <a:custGeom>
              <a:avLst/>
              <a:gdLst>
                <a:gd name="T0" fmla="*/ 141 w 230"/>
                <a:gd name="T1" fmla="*/ 255 h 273"/>
                <a:gd name="T2" fmla="*/ 121 w 230"/>
                <a:gd name="T3" fmla="*/ 254 h 273"/>
                <a:gd name="T4" fmla="*/ 116 w 230"/>
                <a:gd name="T5" fmla="*/ 271 h 273"/>
                <a:gd name="T6" fmla="*/ 104 w 230"/>
                <a:gd name="T7" fmla="*/ 256 h 273"/>
                <a:gd name="T8" fmla="*/ 79 w 230"/>
                <a:gd name="T9" fmla="*/ 251 h 273"/>
                <a:gd name="T10" fmla="*/ 67 w 230"/>
                <a:gd name="T11" fmla="*/ 270 h 273"/>
                <a:gd name="T12" fmla="*/ 54 w 230"/>
                <a:gd name="T13" fmla="*/ 273 h 273"/>
                <a:gd name="T14" fmla="*/ 43 w 230"/>
                <a:gd name="T15" fmla="*/ 244 h 273"/>
                <a:gd name="T16" fmla="*/ 31 w 230"/>
                <a:gd name="T17" fmla="*/ 221 h 273"/>
                <a:gd name="T18" fmla="*/ 34 w 230"/>
                <a:gd name="T19" fmla="*/ 201 h 273"/>
                <a:gd name="T20" fmla="*/ 24 w 230"/>
                <a:gd name="T21" fmla="*/ 192 h 273"/>
                <a:gd name="T22" fmla="*/ 20 w 230"/>
                <a:gd name="T23" fmla="*/ 177 h 273"/>
                <a:gd name="T24" fmla="*/ 10 w 230"/>
                <a:gd name="T25" fmla="*/ 163 h 273"/>
                <a:gd name="T26" fmla="*/ 19 w 230"/>
                <a:gd name="T27" fmla="*/ 140 h 273"/>
                <a:gd name="T28" fmla="*/ 10 w 230"/>
                <a:gd name="T29" fmla="*/ 123 h 273"/>
                <a:gd name="T30" fmla="*/ 13 w 230"/>
                <a:gd name="T31" fmla="*/ 116 h 273"/>
                <a:gd name="T32" fmla="*/ 10 w 230"/>
                <a:gd name="T33" fmla="*/ 108 h 273"/>
                <a:gd name="T34" fmla="*/ 16 w 230"/>
                <a:gd name="T35" fmla="*/ 98 h 273"/>
                <a:gd name="T36" fmla="*/ 15 w 230"/>
                <a:gd name="T37" fmla="*/ 80 h 273"/>
                <a:gd name="T38" fmla="*/ 15 w 230"/>
                <a:gd name="T39" fmla="*/ 65 h 273"/>
                <a:gd name="T40" fmla="*/ 18 w 230"/>
                <a:gd name="T41" fmla="*/ 58 h 273"/>
                <a:gd name="T42" fmla="*/ 0 w 230"/>
                <a:gd name="T43" fmla="*/ 25 h 273"/>
                <a:gd name="T44" fmla="*/ 14 w 230"/>
                <a:gd name="T45" fmla="*/ 27 h 273"/>
                <a:gd name="T46" fmla="*/ 23 w 230"/>
                <a:gd name="T47" fmla="*/ 26 h 273"/>
                <a:gd name="T48" fmla="*/ 27 w 230"/>
                <a:gd name="T49" fmla="*/ 20 h 273"/>
                <a:gd name="T50" fmla="*/ 43 w 230"/>
                <a:gd name="T51" fmla="*/ 12 h 273"/>
                <a:gd name="T52" fmla="*/ 52 w 230"/>
                <a:gd name="T53" fmla="*/ 4 h 273"/>
                <a:gd name="T54" fmla="*/ 76 w 230"/>
                <a:gd name="T55" fmla="*/ 0 h 273"/>
                <a:gd name="T56" fmla="*/ 74 w 230"/>
                <a:gd name="T57" fmla="*/ 16 h 273"/>
                <a:gd name="T58" fmla="*/ 77 w 230"/>
                <a:gd name="T59" fmla="*/ 24 h 273"/>
                <a:gd name="T60" fmla="*/ 76 w 230"/>
                <a:gd name="T61" fmla="*/ 38 h 273"/>
                <a:gd name="T62" fmla="*/ 97 w 230"/>
                <a:gd name="T63" fmla="*/ 56 h 273"/>
                <a:gd name="T64" fmla="*/ 118 w 230"/>
                <a:gd name="T65" fmla="*/ 60 h 273"/>
                <a:gd name="T66" fmla="*/ 126 w 230"/>
                <a:gd name="T67" fmla="*/ 68 h 273"/>
                <a:gd name="T68" fmla="*/ 138 w 230"/>
                <a:gd name="T69" fmla="*/ 72 h 273"/>
                <a:gd name="T70" fmla="*/ 146 w 230"/>
                <a:gd name="T71" fmla="*/ 78 h 273"/>
                <a:gd name="T72" fmla="*/ 158 w 230"/>
                <a:gd name="T73" fmla="*/ 77 h 273"/>
                <a:gd name="T74" fmla="*/ 169 w 230"/>
                <a:gd name="T75" fmla="*/ 84 h 273"/>
                <a:gd name="T76" fmla="*/ 170 w 230"/>
                <a:gd name="T77" fmla="*/ 96 h 273"/>
                <a:gd name="T78" fmla="*/ 174 w 230"/>
                <a:gd name="T79" fmla="*/ 102 h 273"/>
                <a:gd name="T80" fmla="*/ 175 w 230"/>
                <a:gd name="T81" fmla="*/ 111 h 273"/>
                <a:gd name="T82" fmla="*/ 170 w 230"/>
                <a:gd name="T83" fmla="*/ 111 h 273"/>
                <a:gd name="T84" fmla="*/ 179 w 230"/>
                <a:gd name="T85" fmla="*/ 135 h 273"/>
                <a:gd name="T86" fmla="*/ 213 w 230"/>
                <a:gd name="T87" fmla="*/ 136 h 273"/>
                <a:gd name="T88" fmla="*/ 212 w 230"/>
                <a:gd name="T89" fmla="*/ 148 h 273"/>
                <a:gd name="T90" fmla="*/ 214 w 230"/>
                <a:gd name="T91" fmla="*/ 156 h 273"/>
                <a:gd name="T92" fmla="*/ 225 w 230"/>
                <a:gd name="T93" fmla="*/ 162 h 273"/>
                <a:gd name="T94" fmla="*/ 230 w 230"/>
                <a:gd name="T95" fmla="*/ 175 h 273"/>
                <a:gd name="T96" fmla="*/ 228 w 230"/>
                <a:gd name="T97" fmla="*/ 191 h 273"/>
                <a:gd name="T98" fmla="*/ 224 w 230"/>
                <a:gd name="T99" fmla="*/ 201 h 273"/>
                <a:gd name="T100" fmla="*/ 227 w 230"/>
                <a:gd name="T101" fmla="*/ 212 h 273"/>
                <a:gd name="T102" fmla="*/ 222 w 230"/>
                <a:gd name="T103" fmla="*/ 217 h 273"/>
                <a:gd name="T104" fmla="*/ 221 w 230"/>
                <a:gd name="T105" fmla="*/ 210 h 273"/>
                <a:gd name="T106" fmla="*/ 203 w 230"/>
                <a:gd name="T107" fmla="*/ 200 h 273"/>
                <a:gd name="T108" fmla="*/ 186 w 230"/>
                <a:gd name="T109" fmla="*/ 199 h 273"/>
                <a:gd name="T110" fmla="*/ 155 w 230"/>
                <a:gd name="T111" fmla="*/ 205 h 273"/>
                <a:gd name="T112" fmla="*/ 148 w 230"/>
                <a:gd name="T113" fmla="*/ 224 h 273"/>
                <a:gd name="T114" fmla="*/ 149 w 230"/>
                <a:gd name="T115" fmla="*/ 235 h 273"/>
                <a:gd name="T116" fmla="*/ 145 w 230"/>
                <a:gd name="T117" fmla="*/ 260 h 273"/>
                <a:gd name="T118" fmla="*/ 141 w 230"/>
                <a:gd name="T119" fmla="*/ 255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30" h="273">
                  <a:moveTo>
                    <a:pt x="141" y="255"/>
                  </a:moveTo>
                  <a:lnTo>
                    <a:pt x="121" y="254"/>
                  </a:lnTo>
                  <a:lnTo>
                    <a:pt x="116" y="271"/>
                  </a:lnTo>
                  <a:lnTo>
                    <a:pt x="104" y="256"/>
                  </a:lnTo>
                  <a:lnTo>
                    <a:pt x="79" y="251"/>
                  </a:lnTo>
                  <a:lnTo>
                    <a:pt x="67" y="270"/>
                  </a:lnTo>
                  <a:lnTo>
                    <a:pt x="54" y="273"/>
                  </a:lnTo>
                  <a:lnTo>
                    <a:pt x="43" y="244"/>
                  </a:lnTo>
                  <a:lnTo>
                    <a:pt x="31" y="221"/>
                  </a:lnTo>
                  <a:lnTo>
                    <a:pt x="34" y="201"/>
                  </a:lnTo>
                  <a:lnTo>
                    <a:pt x="24" y="192"/>
                  </a:lnTo>
                  <a:lnTo>
                    <a:pt x="20" y="177"/>
                  </a:lnTo>
                  <a:lnTo>
                    <a:pt x="10" y="163"/>
                  </a:lnTo>
                  <a:lnTo>
                    <a:pt x="19" y="140"/>
                  </a:lnTo>
                  <a:lnTo>
                    <a:pt x="10" y="123"/>
                  </a:lnTo>
                  <a:lnTo>
                    <a:pt x="13" y="116"/>
                  </a:lnTo>
                  <a:lnTo>
                    <a:pt x="10" y="108"/>
                  </a:lnTo>
                  <a:lnTo>
                    <a:pt x="16" y="98"/>
                  </a:lnTo>
                  <a:lnTo>
                    <a:pt x="15" y="80"/>
                  </a:lnTo>
                  <a:lnTo>
                    <a:pt x="15" y="65"/>
                  </a:lnTo>
                  <a:lnTo>
                    <a:pt x="18" y="58"/>
                  </a:lnTo>
                  <a:lnTo>
                    <a:pt x="0" y="25"/>
                  </a:lnTo>
                  <a:lnTo>
                    <a:pt x="14" y="27"/>
                  </a:lnTo>
                  <a:lnTo>
                    <a:pt x="23" y="26"/>
                  </a:lnTo>
                  <a:lnTo>
                    <a:pt x="27" y="20"/>
                  </a:lnTo>
                  <a:lnTo>
                    <a:pt x="43" y="12"/>
                  </a:lnTo>
                  <a:lnTo>
                    <a:pt x="52" y="4"/>
                  </a:lnTo>
                  <a:lnTo>
                    <a:pt x="76" y="0"/>
                  </a:lnTo>
                  <a:lnTo>
                    <a:pt x="74" y="16"/>
                  </a:lnTo>
                  <a:lnTo>
                    <a:pt x="77" y="24"/>
                  </a:lnTo>
                  <a:lnTo>
                    <a:pt x="76" y="38"/>
                  </a:lnTo>
                  <a:lnTo>
                    <a:pt x="97" y="56"/>
                  </a:lnTo>
                  <a:lnTo>
                    <a:pt x="118" y="60"/>
                  </a:lnTo>
                  <a:lnTo>
                    <a:pt x="126" y="68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8" y="77"/>
                  </a:lnTo>
                  <a:lnTo>
                    <a:pt x="169" y="84"/>
                  </a:lnTo>
                  <a:lnTo>
                    <a:pt x="170" y="96"/>
                  </a:lnTo>
                  <a:lnTo>
                    <a:pt x="174" y="102"/>
                  </a:lnTo>
                  <a:lnTo>
                    <a:pt x="175" y="111"/>
                  </a:lnTo>
                  <a:lnTo>
                    <a:pt x="170" y="111"/>
                  </a:lnTo>
                  <a:lnTo>
                    <a:pt x="179" y="135"/>
                  </a:lnTo>
                  <a:lnTo>
                    <a:pt x="213" y="136"/>
                  </a:lnTo>
                  <a:lnTo>
                    <a:pt x="212" y="148"/>
                  </a:lnTo>
                  <a:lnTo>
                    <a:pt x="214" y="156"/>
                  </a:lnTo>
                  <a:lnTo>
                    <a:pt x="225" y="162"/>
                  </a:lnTo>
                  <a:lnTo>
                    <a:pt x="230" y="175"/>
                  </a:lnTo>
                  <a:lnTo>
                    <a:pt x="228" y="191"/>
                  </a:lnTo>
                  <a:lnTo>
                    <a:pt x="224" y="201"/>
                  </a:lnTo>
                  <a:lnTo>
                    <a:pt x="227" y="212"/>
                  </a:lnTo>
                  <a:lnTo>
                    <a:pt x="222" y="217"/>
                  </a:lnTo>
                  <a:lnTo>
                    <a:pt x="221" y="210"/>
                  </a:lnTo>
                  <a:lnTo>
                    <a:pt x="203" y="200"/>
                  </a:lnTo>
                  <a:lnTo>
                    <a:pt x="186" y="199"/>
                  </a:lnTo>
                  <a:lnTo>
                    <a:pt x="155" y="205"/>
                  </a:lnTo>
                  <a:lnTo>
                    <a:pt x="148" y="224"/>
                  </a:lnTo>
                  <a:lnTo>
                    <a:pt x="149" y="235"/>
                  </a:lnTo>
                  <a:lnTo>
                    <a:pt x="145" y="260"/>
                  </a:lnTo>
                  <a:lnTo>
                    <a:pt x="141" y="25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7" name="Freeform 30">
              <a:extLst>
                <a:ext uri="{FF2B5EF4-FFF2-40B4-BE49-F238E27FC236}">
                  <a16:creationId xmlns:a16="http://schemas.microsoft.com/office/drawing/2014/main" id="{86A83FDB-D3AB-2DE9-0E2F-FA673974D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202" y="3735388"/>
              <a:ext cx="1143000" cy="1287463"/>
            </a:xfrm>
            <a:custGeom>
              <a:avLst/>
              <a:gdLst>
                <a:gd name="T0" fmla="*/ 390 w 720"/>
                <a:gd name="T1" fmla="*/ 680 h 811"/>
                <a:gd name="T2" fmla="*/ 383 w 720"/>
                <a:gd name="T3" fmla="*/ 644 h 811"/>
                <a:gd name="T4" fmla="*/ 378 w 720"/>
                <a:gd name="T5" fmla="*/ 605 h 811"/>
                <a:gd name="T6" fmla="*/ 358 w 720"/>
                <a:gd name="T7" fmla="*/ 580 h 811"/>
                <a:gd name="T8" fmla="*/ 315 w 720"/>
                <a:gd name="T9" fmla="*/ 568 h 811"/>
                <a:gd name="T10" fmla="*/ 309 w 720"/>
                <a:gd name="T11" fmla="*/ 513 h 811"/>
                <a:gd name="T12" fmla="*/ 299 w 720"/>
                <a:gd name="T13" fmla="*/ 468 h 811"/>
                <a:gd name="T14" fmla="*/ 255 w 720"/>
                <a:gd name="T15" fmla="*/ 423 h 811"/>
                <a:gd name="T16" fmla="*/ 254 w 720"/>
                <a:gd name="T17" fmla="*/ 396 h 811"/>
                <a:gd name="T18" fmla="*/ 211 w 720"/>
                <a:gd name="T19" fmla="*/ 380 h 811"/>
                <a:gd name="T20" fmla="*/ 162 w 720"/>
                <a:gd name="T21" fmla="*/ 336 h 811"/>
                <a:gd name="T22" fmla="*/ 128 w 720"/>
                <a:gd name="T23" fmla="*/ 324 h 811"/>
                <a:gd name="T24" fmla="*/ 85 w 720"/>
                <a:gd name="T25" fmla="*/ 337 h 811"/>
                <a:gd name="T26" fmla="*/ 52 w 720"/>
                <a:gd name="T27" fmla="*/ 319 h 811"/>
                <a:gd name="T28" fmla="*/ 19 w 720"/>
                <a:gd name="T29" fmla="*/ 297 h 811"/>
                <a:gd name="T30" fmla="*/ 4 w 720"/>
                <a:gd name="T31" fmla="*/ 253 h 811"/>
                <a:gd name="T32" fmla="*/ 19 w 720"/>
                <a:gd name="T33" fmla="*/ 219 h 811"/>
                <a:gd name="T34" fmla="*/ 73 w 720"/>
                <a:gd name="T35" fmla="*/ 199 h 811"/>
                <a:gd name="T36" fmla="*/ 70 w 720"/>
                <a:gd name="T37" fmla="*/ 113 h 811"/>
                <a:gd name="T38" fmla="*/ 85 w 720"/>
                <a:gd name="T39" fmla="*/ 89 h 811"/>
                <a:gd name="T40" fmla="*/ 116 w 720"/>
                <a:gd name="T41" fmla="*/ 67 h 811"/>
                <a:gd name="T42" fmla="*/ 138 w 720"/>
                <a:gd name="T43" fmla="*/ 94 h 811"/>
                <a:gd name="T44" fmla="*/ 177 w 720"/>
                <a:gd name="T45" fmla="*/ 78 h 811"/>
                <a:gd name="T46" fmla="*/ 176 w 720"/>
                <a:gd name="T47" fmla="*/ 58 h 811"/>
                <a:gd name="T48" fmla="*/ 170 w 720"/>
                <a:gd name="T49" fmla="*/ 23 h 811"/>
                <a:gd name="T50" fmla="*/ 216 w 720"/>
                <a:gd name="T51" fmla="*/ 23 h 811"/>
                <a:gd name="T52" fmla="*/ 251 w 720"/>
                <a:gd name="T53" fmla="*/ 0 h 811"/>
                <a:gd name="T54" fmla="*/ 263 w 720"/>
                <a:gd name="T55" fmla="*/ 27 h 811"/>
                <a:gd name="T56" fmla="*/ 261 w 720"/>
                <a:gd name="T57" fmla="*/ 72 h 811"/>
                <a:gd name="T58" fmla="*/ 289 w 720"/>
                <a:gd name="T59" fmla="*/ 78 h 811"/>
                <a:gd name="T60" fmla="*/ 318 w 720"/>
                <a:gd name="T61" fmla="*/ 70 h 811"/>
                <a:gd name="T62" fmla="*/ 328 w 720"/>
                <a:gd name="T63" fmla="*/ 57 h 811"/>
                <a:gd name="T64" fmla="*/ 363 w 720"/>
                <a:gd name="T65" fmla="*/ 66 h 811"/>
                <a:gd name="T66" fmla="*/ 384 w 720"/>
                <a:gd name="T67" fmla="*/ 65 h 811"/>
                <a:gd name="T68" fmla="*/ 414 w 720"/>
                <a:gd name="T69" fmla="*/ 22 h 811"/>
                <a:gd name="T70" fmla="*/ 439 w 720"/>
                <a:gd name="T71" fmla="*/ 88 h 811"/>
                <a:gd name="T72" fmla="*/ 464 w 720"/>
                <a:gd name="T73" fmla="*/ 135 h 811"/>
                <a:gd name="T74" fmla="*/ 540 w 720"/>
                <a:gd name="T75" fmla="*/ 154 h 811"/>
                <a:gd name="T76" fmla="*/ 622 w 720"/>
                <a:gd name="T77" fmla="*/ 169 h 811"/>
                <a:gd name="T78" fmla="*/ 703 w 720"/>
                <a:gd name="T79" fmla="*/ 216 h 811"/>
                <a:gd name="T80" fmla="*/ 713 w 720"/>
                <a:gd name="T81" fmla="*/ 296 h 811"/>
                <a:gd name="T82" fmla="*/ 656 w 720"/>
                <a:gd name="T83" fmla="*/ 380 h 811"/>
                <a:gd name="T84" fmla="*/ 646 w 720"/>
                <a:gd name="T85" fmla="*/ 467 h 811"/>
                <a:gd name="T86" fmla="*/ 622 w 720"/>
                <a:gd name="T87" fmla="*/ 544 h 811"/>
                <a:gd name="T88" fmla="*/ 584 w 720"/>
                <a:gd name="T89" fmla="*/ 587 h 811"/>
                <a:gd name="T90" fmla="*/ 505 w 720"/>
                <a:gd name="T91" fmla="*/ 626 h 811"/>
                <a:gd name="T92" fmla="*/ 495 w 720"/>
                <a:gd name="T93" fmla="*/ 695 h 811"/>
                <a:gd name="T94" fmla="*/ 453 w 720"/>
                <a:gd name="T95" fmla="*/ 770 h 811"/>
                <a:gd name="T96" fmla="*/ 422 w 720"/>
                <a:gd name="T97" fmla="*/ 799 h 811"/>
                <a:gd name="T98" fmla="*/ 380 w 720"/>
                <a:gd name="T99" fmla="*/ 75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20" h="811">
                  <a:moveTo>
                    <a:pt x="342" y="737"/>
                  </a:moveTo>
                  <a:lnTo>
                    <a:pt x="362" y="709"/>
                  </a:lnTo>
                  <a:lnTo>
                    <a:pt x="379" y="689"/>
                  </a:lnTo>
                  <a:lnTo>
                    <a:pt x="390" y="680"/>
                  </a:lnTo>
                  <a:lnTo>
                    <a:pt x="403" y="669"/>
                  </a:lnTo>
                  <a:lnTo>
                    <a:pt x="401" y="652"/>
                  </a:lnTo>
                  <a:lnTo>
                    <a:pt x="391" y="640"/>
                  </a:lnTo>
                  <a:lnTo>
                    <a:pt x="383" y="644"/>
                  </a:lnTo>
                  <a:lnTo>
                    <a:pt x="385" y="632"/>
                  </a:lnTo>
                  <a:lnTo>
                    <a:pt x="386" y="620"/>
                  </a:lnTo>
                  <a:lnTo>
                    <a:pt x="385" y="608"/>
                  </a:lnTo>
                  <a:lnTo>
                    <a:pt x="378" y="605"/>
                  </a:lnTo>
                  <a:lnTo>
                    <a:pt x="371" y="608"/>
                  </a:lnTo>
                  <a:lnTo>
                    <a:pt x="365" y="607"/>
                  </a:lnTo>
                  <a:lnTo>
                    <a:pt x="362" y="599"/>
                  </a:lnTo>
                  <a:lnTo>
                    <a:pt x="358" y="580"/>
                  </a:lnTo>
                  <a:lnTo>
                    <a:pt x="354" y="574"/>
                  </a:lnTo>
                  <a:lnTo>
                    <a:pt x="341" y="568"/>
                  </a:lnTo>
                  <a:lnTo>
                    <a:pt x="334" y="572"/>
                  </a:lnTo>
                  <a:lnTo>
                    <a:pt x="315" y="568"/>
                  </a:lnTo>
                  <a:lnTo>
                    <a:pt x="313" y="540"/>
                  </a:lnTo>
                  <a:lnTo>
                    <a:pt x="307" y="529"/>
                  </a:lnTo>
                  <a:lnTo>
                    <a:pt x="312" y="524"/>
                  </a:lnTo>
                  <a:lnTo>
                    <a:pt x="309" y="513"/>
                  </a:lnTo>
                  <a:lnTo>
                    <a:pt x="313" y="503"/>
                  </a:lnTo>
                  <a:lnTo>
                    <a:pt x="315" y="487"/>
                  </a:lnTo>
                  <a:lnTo>
                    <a:pt x="310" y="474"/>
                  </a:lnTo>
                  <a:lnTo>
                    <a:pt x="299" y="468"/>
                  </a:lnTo>
                  <a:lnTo>
                    <a:pt x="297" y="460"/>
                  </a:lnTo>
                  <a:lnTo>
                    <a:pt x="298" y="448"/>
                  </a:lnTo>
                  <a:lnTo>
                    <a:pt x="264" y="447"/>
                  </a:lnTo>
                  <a:lnTo>
                    <a:pt x="255" y="423"/>
                  </a:lnTo>
                  <a:lnTo>
                    <a:pt x="260" y="423"/>
                  </a:lnTo>
                  <a:lnTo>
                    <a:pt x="259" y="414"/>
                  </a:lnTo>
                  <a:lnTo>
                    <a:pt x="255" y="408"/>
                  </a:lnTo>
                  <a:lnTo>
                    <a:pt x="254" y="396"/>
                  </a:lnTo>
                  <a:lnTo>
                    <a:pt x="243" y="389"/>
                  </a:lnTo>
                  <a:lnTo>
                    <a:pt x="231" y="390"/>
                  </a:lnTo>
                  <a:lnTo>
                    <a:pt x="223" y="384"/>
                  </a:lnTo>
                  <a:lnTo>
                    <a:pt x="211" y="380"/>
                  </a:lnTo>
                  <a:lnTo>
                    <a:pt x="203" y="372"/>
                  </a:lnTo>
                  <a:lnTo>
                    <a:pt x="182" y="368"/>
                  </a:lnTo>
                  <a:lnTo>
                    <a:pt x="161" y="350"/>
                  </a:lnTo>
                  <a:lnTo>
                    <a:pt x="162" y="336"/>
                  </a:lnTo>
                  <a:lnTo>
                    <a:pt x="159" y="328"/>
                  </a:lnTo>
                  <a:lnTo>
                    <a:pt x="161" y="312"/>
                  </a:lnTo>
                  <a:lnTo>
                    <a:pt x="137" y="316"/>
                  </a:lnTo>
                  <a:lnTo>
                    <a:pt x="128" y="324"/>
                  </a:lnTo>
                  <a:lnTo>
                    <a:pt x="112" y="332"/>
                  </a:lnTo>
                  <a:lnTo>
                    <a:pt x="108" y="338"/>
                  </a:lnTo>
                  <a:lnTo>
                    <a:pt x="99" y="339"/>
                  </a:lnTo>
                  <a:lnTo>
                    <a:pt x="85" y="337"/>
                  </a:lnTo>
                  <a:lnTo>
                    <a:pt x="75" y="341"/>
                  </a:lnTo>
                  <a:lnTo>
                    <a:pt x="67" y="338"/>
                  </a:lnTo>
                  <a:lnTo>
                    <a:pt x="66" y="307"/>
                  </a:lnTo>
                  <a:lnTo>
                    <a:pt x="52" y="319"/>
                  </a:lnTo>
                  <a:lnTo>
                    <a:pt x="36" y="318"/>
                  </a:lnTo>
                  <a:lnTo>
                    <a:pt x="28" y="307"/>
                  </a:lnTo>
                  <a:lnTo>
                    <a:pt x="16" y="306"/>
                  </a:lnTo>
                  <a:lnTo>
                    <a:pt x="19" y="297"/>
                  </a:lnTo>
                  <a:lnTo>
                    <a:pt x="9" y="284"/>
                  </a:lnTo>
                  <a:lnTo>
                    <a:pt x="0" y="266"/>
                  </a:lnTo>
                  <a:lnTo>
                    <a:pt x="5" y="262"/>
                  </a:lnTo>
                  <a:lnTo>
                    <a:pt x="4" y="253"/>
                  </a:lnTo>
                  <a:lnTo>
                    <a:pt x="15" y="247"/>
                  </a:lnTo>
                  <a:lnTo>
                    <a:pt x="13" y="236"/>
                  </a:lnTo>
                  <a:lnTo>
                    <a:pt x="18" y="229"/>
                  </a:lnTo>
                  <a:lnTo>
                    <a:pt x="19" y="219"/>
                  </a:lnTo>
                  <a:lnTo>
                    <a:pt x="39" y="205"/>
                  </a:lnTo>
                  <a:lnTo>
                    <a:pt x="54" y="201"/>
                  </a:lnTo>
                  <a:lnTo>
                    <a:pt x="56" y="198"/>
                  </a:lnTo>
                  <a:lnTo>
                    <a:pt x="73" y="199"/>
                  </a:lnTo>
                  <a:lnTo>
                    <a:pt x="80" y="142"/>
                  </a:lnTo>
                  <a:lnTo>
                    <a:pt x="81" y="133"/>
                  </a:lnTo>
                  <a:lnTo>
                    <a:pt x="78" y="121"/>
                  </a:lnTo>
                  <a:lnTo>
                    <a:pt x="70" y="113"/>
                  </a:lnTo>
                  <a:lnTo>
                    <a:pt x="70" y="98"/>
                  </a:lnTo>
                  <a:lnTo>
                    <a:pt x="80" y="95"/>
                  </a:lnTo>
                  <a:lnTo>
                    <a:pt x="84" y="97"/>
                  </a:lnTo>
                  <a:lnTo>
                    <a:pt x="85" y="89"/>
                  </a:lnTo>
                  <a:lnTo>
                    <a:pt x="74" y="87"/>
                  </a:lnTo>
                  <a:lnTo>
                    <a:pt x="74" y="74"/>
                  </a:lnTo>
                  <a:lnTo>
                    <a:pt x="109" y="74"/>
                  </a:lnTo>
                  <a:lnTo>
                    <a:pt x="116" y="67"/>
                  </a:lnTo>
                  <a:lnTo>
                    <a:pt x="121" y="74"/>
                  </a:lnTo>
                  <a:lnTo>
                    <a:pt x="124" y="86"/>
                  </a:lnTo>
                  <a:lnTo>
                    <a:pt x="128" y="83"/>
                  </a:lnTo>
                  <a:lnTo>
                    <a:pt x="138" y="94"/>
                  </a:lnTo>
                  <a:lnTo>
                    <a:pt x="152" y="93"/>
                  </a:lnTo>
                  <a:lnTo>
                    <a:pt x="156" y="87"/>
                  </a:lnTo>
                  <a:lnTo>
                    <a:pt x="169" y="82"/>
                  </a:lnTo>
                  <a:lnTo>
                    <a:pt x="177" y="78"/>
                  </a:lnTo>
                  <a:lnTo>
                    <a:pt x="179" y="70"/>
                  </a:lnTo>
                  <a:lnTo>
                    <a:pt x="192" y="64"/>
                  </a:lnTo>
                  <a:lnTo>
                    <a:pt x="191" y="59"/>
                  </a:lnTo>
                  <a:lnTo>
                    <a:pt x="176" y="58"/>
                  </a:lnTo>
                  <a:lnTo>
                    <a:pt x="173" y="44"/>
                  </a:lnTo>
                  <a:lnTo>
                    <a:pt x="174" y="30"/>
                  </a:lnTo>
                  <a:lnTo>
                    <a:pt x="166" y="25"/>
                  </a:lnTo>
                  <a:lnTo>
                    <a:pt x="170" y="23"/>
                  </a:lnTo>
                  <a:lnTo>
                    <a:pt x="183" y="26"/>
                  </a:lnTo>
                  <a:lnTo>
                    <a:pt x="198" y="31"/>
                  </a:lnTo>
                  <a:lnTo>
                    <a:pt x="203" y="26"/>
                  </a:lnTo>
                  <a:lnTo>
                    <a:pt x="216" y="23"/>
                  </a:lnTo>
                  <a:lnTo>
                    <a:pt x="237" y="15"/>
                  </a:lnTo>
                  <a:lnTo>
                    <a:pt x="244" y="7"/>
                  </a:lnTo>
                  <a:lnTo>
                    <a:pt x="242" y="1"/>
                  </a:lnTo>
                  <a:lnTo>
                    <a:pt x="251" y="0"/>
                  </a:lnTo>
                  <a:lnTo>
                    <a:pt x="255" y="5"/>
                  </a:lnTo>
                  <a:lnTo>
                    <a:pt x="253" y="14"/>
                  </a:lnTo>
                  <a:lnTo>
                    <a:pt x="259" y="18"/>
                  </a:lnTo>
                  <a:lnTo>
                    <a:pt x="263" y="27"/>
                  </a:lnTo>
                  <a:lnTo>
                    <a:pt x="258" y="34"/>
                  </a:lnTo>
                  <a:lnTo>
                    <a:pt x="255" y="52"/>
                  </a:lnTo>
                  <a:lnTo>
                    <a:pt x="259" y="63"/>
                  </a:lnTo>
                  <a:lnTo>
                    <a:pt x="261" y="72"/>
                  </a:lnTo>
                  <a:lnTo>
                    <a:pt x="272" y="82"/>
                  </a:lnTo>
                  <a:lnTo>
                    <a:pt x="281" y="83"/>
                  </a:lnTo>
                  <a:lnTo>
                    <a:pt x="283" y="79"/>
                  </a:lnTo>
                  <a:lnTo>
                    <a:pt x="289" y="78"/>
                  </a:lnTo>
                  <a:lnTo>
                    <a:pt x="297" y="74"/>
                  </a:lnTo>
                  <a:lnTo>
                    <a:pt x="303" y="69"/>
                  </a:lnTo>
                  <a:lnTo>
                    <a:pt x="313" y="71"/>
                  </a:lnTo>
                  <a:lnTo>
                    <a:pt x="318" y="70"/>
                  </a:lnTo>
                  <a:lnTo>
                    <a:pt x="328" y="72"/>
                  </a:lnTo>
                  <a:lnTo>
                    <a:pt x="329" y="67"/>
                  </a:lnTo>
                  <a:lnTo>
                    <a:pt x="326" y="63"/>
                  </a:lnTo>
                  <a:lnTo>
                    <a:pt x="328" y="57"/>
                  </a:lnTo>
                  <a:lnTo>
                    <a:pt x="336" y="59"/>
                  </a:lnTo>
                  <a:lnTo>
                    <a:pt x="344" y="57"/>
                  </a:lnTo>
                  <a:lnTo>
                    <a:pt x="355" y="61"/>
                  </a:lnTo>
                  <a:lnTo>
                    <a:pt x="363" y="66"/>
                  </a:lnTo>
                  <a:lnTo>
                    <a:pt x="368" y="60"/>
                  </a:lnTo>
                  <a:lnTo>
                    <a:pt x="373" y="61"/>
                  </a:lnTo>
                  <a:lnTo>
                    <a:pt x="375" y="67"/>
                  </a:lnTo>
                  <a:lnTo>
                    <a:pt x="384" y="65"/>
                  </a:lnTo>
                  <a:lnTo>
                    <a:pt x="391" y="57"/>
                  </a:lnTo>
                  <a:lnTo>
                    <a:pt x="397" y="42"/>
                  </a:lnTo>
                  <a:lnTo>
                    <a:pt x="408" y="23"/>
                  </a:lnTo>
                  <a:lnTo>
                    <a:pt x="414" y="22"/>
                  </a:lnTo>
                  <a:lnTo>
                    <a:pt x="419" y="34"/>
                  </a:lnTo>
                  <a:lnTo>
                    <a:pt x="429" y="70"/>
                  </a:lnTo>
                  <a:lnTo>
                    <a:pt x="438" y="73"/>
                  </a:lnTo>
                  <a:lnTo>
                    <a:pt x="439" y="88"/>
                  </a:lnTo>
                  <a:lnTo>
                    <a:pt x="425" y="105"/>
                  </a:lnTo>
                  <a:lnTo>
                    <a:pt x="430" y="111"/>
                  </a:lnTo>
                  <a:lnTo>
                    <a:pt x="463" y="114"/>
                  </a:lnTo>
                  <a:lnTo>
                    <a:pt x="464" y="135"/>
                  </a:lnTo>
                  <a:lnTo>
                    <a:pt x="478" y="121"/>
                  </a:lnTo>
                  <a:lnTo>
                    <a:pt x="501" y="129"/>
                  </a:lnTo>
                  <a:lnTo>
                    <a:pt x="531" y="142"/>
                  </a:lnTo>
                  <a:lnTo>
                    <a:pt x="540" y="154"/>
                  </a:lnTo>
                  <a:lnTo>
                    <a:pt x="537" y="165"/>
                  </a:lnTo>
                  <a:lnTo>
                    <a:pt x="559" y="159"/>
                  </a:lnTo>
                  <a:lnTo>
                    <a:pt x="595" y="170"/>
                  </a:lnTo>
                  <a:lnTo>
                    <a:pt x="622" y="169"/>
                  </a:lnTo>
                  <a:lnTo>
                    <a:pt x="649" y="186"/>
                  </a:lnTo>
                  <a:lnTo>
                    <a:pt x="673" y="210"/>
                  </a:lnTo>
                  <a:lnTo>
                    <a:pt x="687" y="216"/>
                  </a:lnTo>
                  <a:lnTo>
                    <a:pt x="703" y="216"/>
                  </a:lnTo>
                  <a:lnTo>
                    <a:pt x="710" y="223"/>
                  </a:lnTo>
                  <a:lnTo>
                    <a:pt x="716" y="249"/>
                  </a:lnTo>
                  <a:lnTo>
                    <a:pt x="720" y="262"/>
                  </a:lnTo>
                  <a:lnTo>
                    <a:pt x="713" y="296"/>
                  </a:lnTo>
                  <a:lnTo>
                    <a:pt x="704" y="310"/>
                  </a:lnTo>
                  <a:lnTo>
                    <a:pt x="679" y="339"/>
                  </a:lnTo>
                  <a:lnTo>
                    <a:pt x="668" y="362"/>
                  </a:lnTo>
                  <a:lnTo>
                    <a:pt x="656" y="380"/>
                  </a:lnTo>
                  <a:lnTo>
                    <a:pt x="651" y="381"/>
                  </a:lnTo>
                  <a:lnTo>
                    <a:pt x="647" y="396"/>
                  </a:lnTo>
                  <a:lnTo>
                    <a:pt x="649" y="435"/>
                  </a:lnTo>
                  <a:lnTo>
                    <a:pt x="646" y="467"/>
                  </a:lnTo>
                  <a:lnTo>
                    <a:pt x="645" y="481"/>
                  </a:lnTo>
                  <a:lnTo>
                    <a:pt x="640" y="489"/>
                  </a:lnTo>
                  <a:lnTo>
                    <a:pt x="638" y="516"/>
                  </a:lnTo>
                  <a:lnTo>
                    <a:pt x="622" y="544"/>
                  </a:lnTo>
                  <a:lnTo>
                    <a:pt x="620" y="565"/>
                  </a:lnTo>
                  <a:lnTo>
                    <a:pt x="606" y="574"/>
                  </a:lnTo>
                  <a:lnTo>
                    <a:pt x="603" y="587"/>
                  </a:lnTo>
                  <a:lnTo>
                    <a:pt x="584" y="587"/>
                  </a:lnTo>
                  <a:lnTo>
                    <a:pt x="556" y="595"/>
                  </a:lnTo>
                  <a:lnTo>
                    <a:pt x="544" y="604"/>
                  </a:lnTo>
                  <a:lnTo>
                    <a:pt x="525" y="610"/>
                  </a:lnTo>
                  <a:lnTo>
                    <a:pt x="505" y="626"/>
                  </a:lnTo>
                  <a:lnTo>
                    <a:pt x="492" y="647"/>
                  </a:lnTo>
                  <a:lnTo>
                    <a:pt x="491" y="662"/>
                  </a:lnTo>
                  <a:lnTo>
                    <a:pt x="496" y="674"/>
                  </a:lnTo>
                  <a:lnTo>
                    <a:pt x="495" y="695"/>
                  </a:lnTo>
                  <a:lnTo>
                    <a:pt x="492" y="705"/>
                  </a:lnTo>
                  <a:lnTo>
                    <a:pt x="481" y="717"/>
                  </a:lnTo>
                  <a:lnTo>
                    <a:pt x="466" y="753"/>
                  </a:lnTo>
                  <a:lnTo>
                    <a:pt x="453" y="770"/>
                  </a:lnTo>
                  <a:lnTo>
                    <a:pt x="443" y="779"/>
                  </a:lnTo>
                  <a:lnTo>
                    <a:pt x="438" y="799"/>
                  </a:lnTo>
                  <a:lnTo>
                    <a:pt x="429" y="811"/>
                  </a:lnTo>
                  <a:lnTo>
                    <a:pt x="422" y="799"/>
                  </a:lnTo>
                  <a:lnTo>
                    <a:pt x="428" y="789"/>
                  </a:lnTo>
                  <a:lnTo>
                    <a:pt x="416" y="775"/>
                  </a:lnTo>
                  <a:lnTo>
                    <a:pt x="400" y="764"/>
                  </a:lnTo>
                  <a:lnTo>
                    <a:pt x="380" y="750"/>
                  </a:lnTo>
                  <a:lnTo>
                    <a:pt x="374" y="751"/>
                  </a:lnTo>
                  <a:lnTo>
                    <a:pt x="353" y="735"/>
                  </a:lnTo>
                  <a:lnTo>
                    <a:pt x="342" y="73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8" name="Freeform 31">
              <a:extLst>
                <a:ext uri="{FF2B5EF4-FFF2-40B4-BE49-F238E27FC236}">
                  <a16:creationId xmlns:a16="http://schemas.microsoft.com/office/drawing/2014/main" id="{CD6AF067-0C53-F992-DE7F-61545371B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2839" y="3729038"/>
              <a:ext cx="34925" cy="47625"/>
            </a:xfrm>
            <a:custGeom>
              <a:avLst/>
              <a:gdLst>
                <a:gd name="T0" fmla="*/ 0 w 22"/>
                <a:gd name="T1" fmla="*/ 19 h 30"/>
                <a:gd name="T2" fmla="*/ 7 w 22"/>
                <a:gd name="T3" fmla="*/ 12 h 30"/>
                <a:gd name="T4" fmla="*/ 22 w 22"/>
                <a:gd name="T5" fmla="*/ 0 h 30"/>
                <a:gd name="T6" fmla="*/ 22 w 22"/>
                <a:gd name="T7" fmla="*/ 11 h 30"/>
                <a:gd name="T8" fmla="*/ 21 w 22"/>
                <a:gd name="T9" fmla="*/ 24 h 30"/>
                <a:gd name="T10" fmla="*/ 12 w 22"/>
                <a:gd name="T11" fmla="*/ 23 h 30"/>
                <a:gd name="T12" fmla="*/ 9 w 22"/>
                <a:gd name="T13" fmla="*/ 30 h 30"/>
                <a:gd name="T14" fmla="*/ 0 w 22"/>
                <a:gd name="T15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0">
                  <a:moveTo>
                    <a:pt x="0" y="19"/>
                  </a:moveTo>
                  <a:lnTo>
                    <a:pt x="7" y="12"/>
                  </a:lnTo>
                  <a:lnTo>
                    <a:pt x="22" y="0"/>
                  </a:lnTo>
                  <a:lnTo>
                    <a:pt x="22" y="11"/>
                  </a:lnTo>
                  <a:lnTo>
                    <a:pt x="21" y="24"/>
                  </a:lnTo>
                  <a:lnTo>
                    <a:pt x="12" y="23"/>
                  </a:lnTo>
                  <a:lnTo>
                    <a:pt x="9" y="30"/>
                  </a:lnTo>
                  <a:lnTo>
                    <a:pt x="0" y="1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49" name="Freeform 32">
              <a:extLst>
                <a:ext uri="{FF2B5EF4-FFF2-40B4-BE49-F238E27FC236}">
                  <a16:creationId xmlns:a16="http://schemas.microsoft.com/office/drawing/2014/main" id="{ED7DDE46-A178-56F8-44A8-9062F2DFD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7339" y="2976562"/>
              <a:ext cx="93663" cy="50800"/>
            </a:xfrm>
            <a:custGeom>
              <a:avLst/>
              <a:gdLst>
                <a:gd name="T0" fmla="*/ 49 w 59"/>
                <a:gd name="T1" fmla="*/ 11 h 32"/>
                <a:gd name="T2" fmla="*/ 57 w 59"/>
                <a:gd name="T3" fmla="*/ 17 h 32"/>
                <a:gd name="T4" fmla="*/ 59 w 59"/>
                <a:gd name="T5" fmla="*/ 30 h 32"/>
                <a:gd name="T6" fmla="*/ 45 w 59"/>
                <a:gd name="T7" fmla="*/ 31 h 32"/>
                <a:gd name="T8" fmla="*/ 29 w 59"/>
                <a:gd name="T9" fmla="*/ 29 h 32"/>
                <a:gd name="T10" fmla="*/ 19 w 59"/>
                <a:gd name="T11" fmla="*/ 32 h 32"/>
                <a:gd name="T12" fmla="*/ 1 w 59"/>
                <a:gd name="T13" fmla="*/ 24 h 32"/>
                <a:gd name="T14" fmla="*/ 0 w 59"/>
                <a:gd name="T15" fmla="*/ 20 h 32"/>
                <a:gd name="T16" fmla="*/ 8 w 59"/>
                <a:gd name="T17" fmla="*/ 5 h 32"/>
                <a:gd name="T18" fmla="*/ 17 w 59"/>
                <a:gd name="T19" fmla="*/ 0 h 32"/>
                <a:gd name="T20" fmla="*/ 30 w 59"/>
                <a:gd name="T21" fmla="*/ 4 h 32"/>
                <a:gd name="T22" fmla="*/ 40 w 59"/>
                <a:gd name="T23" fmla="*/ 5 h 32"/>
                <a:gd name="T24" fmla="*/ 49 w 59"/>
                <a:gd name="T25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32">
                  <a:moveTo>
                    <a:pt x="49" y="11"/>
                  </a:moveTo>
                  <a:lnTo>
                    <a:pt x="57" y="17"/>
                  </a:lnTo>
                  <a:lnTo>
                    <a:pt x="59" y="30"/>
                  </a:lnTo>
                  <a:lnTo>
                    <a:pt x="45" y="31"/>
                  </a:lnTo>
                  <a:lnTo>
                    <a:pt x="29" y="29"/>
                  </a:lnTo>
                  <a:lnTo>
                    <a:pt x="19" y="32"/>
                  </a:lnTo>
                  <a:lnTo>
                    <a:pt x="1" y="24"/>
                  </a:lnTo>
                  <a:lnTo>
                    <a:pt x="0" y="20"/>
                  </a:lnTo>
                  <a:lnTo>
                    <a:pt x="8" y="5"/>
                  </a:lnTo>
                  <a:lnTo>
                    <a:pt x="17" y="0"/>
                  </a:lnTo>
                  <a:lnTo>
                    <a:pt x="30" y="4"/>
                  </a:lnTo>
                  <a:lnTo>
                    <a:pt x="40" y="5"/>
                  </a:lnTo>
                  <a:lnTo>
                    <a:pt x="49" y="1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0" name="Freeform 33">
              <a:extLst>
                <a:ext uri="{FF2B5EF4-FFF2-40B4-BE49-F238E27FC236}">
                  <a16:creationId xmlns:a16="http://schemas.microsoft.com/office/drawing/2014/main" id="{88EA9C89-6D73-1A22-7BB9-0A4AAC2AB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9002" y="4491038"/>
              <a:ext cx="274638" cy="303213"/>
            </a:xfrm>
            <a:custGeom>
              <a:avLst/>
              <a:gdLst>
                <a:gd name="T0" fmla="*/ 108 w 173"/>
                <a:gd name="T1" fmla="*/ 19 h 191"/>
                <a:gd name="T2" fmla="*/ 112 w 173"/>
                <a:gd name="T3" fmla="*/ 22 h 191"/>
                <a:gd name="T4" fmla="*/ 117 w 173"/>
                <a:gd name="T5" fmla="*/ 34 h 191"/>
                <a:gd name="T6" fmla="*/ 137 w 173"/>
                <a:gd name="T7" fmla="*/ 57 h 191"/>
                <a:gd name="T8" fmla="*/ 144 w 173"/>
                <a:gd name="T9" fmla="*/ 59 h 191"/>
                <a:gd name="T10" fmla="*/ 144 w 173"/>
                <a:gd name="T11" fmla="*/ 67 h 191"/>
                <a:gd name="T12" fmla="*/ 149 w 173"/>
                <a:gd name="T13" fmla="*/ 80 h 191"/>
                <a:gd name="T14" fmla="*/ 162 w 173"/>
                <a:gd name="T15" fmla="*/ 83 h 191"/>
                <a:gd name="T16" fmla="*/ 173 w 173"/>
                <a:gd name="T17" fmla="*/ 92 h 191"/>
                <a:gd name="T18" fmla="*/ 147 w 173"/>
                <a:gd name="T19" fmla="*/ 108 h 191"/>
                <a:gd name="T20" fmla="*/ 130 w 173"/>
                <a:gd name="T21" fmla="*/ 123 h 191"/>
                <a:gd name="T22" fmla="*/ 124 w 173"/>
                <a:gd name="T23" fmla="*/ 137 h 191"/>
                <a:gd name="T24" fmla="*/ 118 w 173"/>
                <a:gd name="T25" fmla="*/ 145 h 191"/>
                <a:gd name="T26" fmla="*/ 108 w 173"/>
                <a:gd name="T27" fmla="*/ 146 h 191"/>
                <a:gd name="T28" fmla="*/ 104 w 173"/>
                <a:gd name="T29" fmla="*/ 156 h 191"/>
                <a:gd name="T30" fmla="*/ 102 w 173"/>
                <a:gd name="T31" fmla="*/ 163 h 191"/>
                <a:gd name="T32" fmla="*/ 90 w 173"/>
                <a:gd name="T33" fmla="*/ 168 h 191"/>
                <a:gd name="T34" fmla="*/ 76 w 173"/>
                <a:gd name="T35" fmla="*/ 167 h 191"/>
                <a:gd name="T36" fmla="*/ 68 w 173"/>
                <a:gd name="T37" fmla="*/ 161 h 191"/>
                <a:gd name="T38" fmla="*/ 60 w 173"/>
                <a:gd name="T39" fmla="*/ 158 h 191"/>
                <a:gd name="T40" fmla="*/ 51 w 173"/>
                <a:gd name="T41" fmla="*/ 163 h 191"/>
                <a:gd name="T42" fmla="*/ 47 w 173"/>
                <a:gd name="T43" fmla="*/ 173 h 191"/>
                <a:gd name="T44" fmla="*/ 38 w 173"/>
                <a:gd name="T45" fmla="*/ 179 h 191"/>
                <a:gd name="T46" fmla="*/ 28 w 173"/>
                <a:gd name="T47" fmla="*/ 189 h 191"/>
                <a:gd name="T48" fmla="*/ 16 w 173"/>
                <a:gd name="T49" fmla="*/ 191 h 191"/>
                <a:gd name="T50" fmla="*/ 12 w 173"/>
                <a:gd name="T51" fmla="*/ 183 h 191"/>
                <a:gd name="T52" fmla="*/ 14 w 173"/>
                <a:gd name="T53" fmla="*/ 171 h 191"/>
                <a:gd name="T54" fmla="*/ 4 w 173"/>
                <a:gd name="T55" fmla="*/ 151 h 191"/>
                <a:gd name="T56" fmla="*/ 0 w 173"/>
                <a:gd name="T57" fmla="*/ 148 h 191"/>
                <a:gd name="T58" fmla="*/ 2 w 173"/>
                <a:gd name="T59" fmla="*/ 87 h 191"/>
                <a:gd name="T60" fmla="*/ 20 w 173"/>
                <a:gd name="T61" fmla="*/ 87 h 191"/>
                <a:gd name="T62" fmla="*/ 23 w 173"/>
                <a:gd name="T63" fmla="*/ 13 h 191"/>
                <a:gd name="T64" fmla="*/ 36 w 173"/>
                <a:gd name="T65" fmla="*/ 12 h 191"/>
                <a:gd name="T66" fmla="*/ 65 w 173"/>
                <a:gd name="T67" fmla="*/ 5 h 191"/>
                <a:gd name="T68" fmla="*/ 71 w 173"/>
                <a:gd name="T69" fmla="*/ 13 h 191"/>
                <a:gd name="T70" fmla="*/ 83 w 173"/>
                <a:gd name="T71" fmla="*/ 5 h 191"/>
                <a:gd name="T72" fmla="*/ 89 w 173"/>
                <a:gd name="T73" fmla="*/ 5 h 191"/>
                <a:gd name="T74" fmla="*/ 99 w 173"/>
                <a:gd name="T75" fmla="*/ 0 h 191"/>
                <a:gd name="T76" fmla="*/ 102 w 173"/>
                <a:gd name="T77" fmla="*/ 2 h 191"/>
                <a:gd name="T78" fmla="*/ 108 w 173"/>
                <a:gd name="T79" fmla="*/ 19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3" h="191">
                  <a:moveTo>
                    <a:pt x="108" y="19"/>
                  </a:moveTo>
                  <a:lnTo>
                    <a:pt x="112" y="22"/>
                  </a:lnTo>
                  <a:lnTo>
                    <a:pt x="117" y="34"/>
                  </a:lnTo>
                  <a:lnTo>
                    <a:pt x="137" y="57"/>
                  </a:lnTo>
                  <a:lnTo>
                    <a:pt x="144" y="59"/>
                  </a:lnTo>
                  <a:lnTo>
                    <a:pt x="144" y="67"/>
                  </a:lnTo>
                  <a:lnTo>
                    <a:pt x="149" y="80"/>
                  </a:lnTo>
                  <a:lnTo>
                    <a:pt x="162" y="83"/>
                  </a:lnTo>
                  <a:lnTo>
                    <a:pt x="173" y="92"/>
                  </a:lnTo>
                  <a:lnTo>
                    <a:pt x="147" y="108"/>
                  </a:lnTo>
                  <a:lnTo>
                    <a:pt x="130" y="123"/>
                  </a:lnTo>
                  <a:lnTo>
                    <a:pt x="124" y="137"/>
                  </a:lnTo>
                  <a:lnTo>
                    <a:pt x="118" y="145"/>
                  </a:lnTo>
                  <a:lnTo>
                    <a:pt x="108" y="146"/>
                  </a:lnTo>
                  <a:lnTo>
                    <a:pt x="104" y="156"/>
                  </a:lnTo>
                  <a:lnTo>
                    <a:pt x="102" y="163"/>
                  </a:lnTo>
                  <a:lnTo>
                    <a:pt x="90" y="168"/>
                  </a:lnTo>
                  <a:lnTo>
                    <a:pt x="76" y="167"/>
                  </a:lnTo>
                  <a:lnTo>
                    <a:pt x="68" y="161"/>
                  </a:lnTo>
                  <a:lnTo>
                    <a:pt x="60" y="158"/>
                  </a:lnTo>
                  <a:lnTo>
                    <a:pt x="51" y="163"/>
                  </a:lnTo>
                  <a:lnTo>
                    <a:pt x="47" y="173"/>
                  </a:lnTo>
                  <a:lnTo>
                    <a:pt x="38" y="179"/>
                  </a:lnTo>
                  <a:lnTo>
                    <a:pt x="28" y="189"/>
                  </a:lnTo>
                  <a:lnTo>
                    <a:pt x="16" y="191"/>
                  </a:lnTo>
                  <a:lnTo>
                    <a:pt x="12" y="183"/>
                  </a:lnTo>
                  <a:lnTo>
                    <a:pt x="14" y="171"/>
                  </a:lnTo>
                  <a:lnTo>
                    <a:pt x="4" y="151"/>
                  </a:lnTo>
                  <a:lnTo>
                    <a:pt x="0" y="148"/>
                  </a:lnTo>
                  <a:lnTo>
                    <a:pt x="2" y="87"/>
                  </a:lnTo>
                  <a:lnTo>
                    <a:pt x="20" y="87"/>
                  </a:lnTo>
                  <a:lnTo>
                    <a:pt x="23" y="13"/>
                  </a:lnTo>
                  <a:lnTo>
                    <a:pt x="36" y="12"/>
                  </a:lnTo>
                  <a:lnTo>
                    <a:pt x="65" y="5"/>
                  </a:lnTo>
                  <a:lnTo>
                    <a:pt x="71" y="13"/>
                  </a:lnTo>
                  <a:lnTo>
                    <a:pt x="83" y="5"/>
                  </a:lnTo>
                  <a:lnTo>
                    <a:pt x="89" y="5"/>
                  </a:lnTo>
                  <a:lnTo>
                    <a:pt x="99" y="0"/>
                  </a:lnTo>
                  <a:lnTo>
                    <a:pt x="102" y="2"/>
                  </a:lnTo>
                  <a:lnTo>
                    <a:pt x="108" y="1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1" name="Freeform 34">
              <a:extLst>
                <a:ext uri="{FF2B5EF4-FFF2-40B4-BE49-F238E27FC236}">
                  <a16:creationId xmlns:a16="http://schemas.microsoft.com/office/drawing/2014/main" id="{2D4B0982-8F7C-5E73-2D77-90A99471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6127" y="3541713"/>
              <a:ext cx="376238" cy="292100"/>
            </a:xfrm>
            <a:custGeom>
              <a:avLst/>
              <a:gdLst>
                <a:gd name="T0" fmla="*/ 14 w 237"/>
                <a:gd name="T1" fmla="*/ 77 h 184"/>
                <a:gd name="T2" fmla="*/ 29 w 237"/>
                <a:gd name="T3" fmla="*/ 76 h 184"/>
                <a:gd name="T4" fmla="*/ 33 w 237"/>
                <a:gd name="T5" fmla="*/ 70 h 184"/>
                <a:gd name="T6" fmla="*/ 36 w 237"/>
                <a:gd name="T7" fmla="*/ 71 h 184"/>
                <a:gd name="T8" fmla="*/ 40 w 237"/>
                <a:gd name="T9" fmla="*/ 75 h 184"/>
                <a:gd name="T10" fmla="*/ 64 w 237"/>
                <a:gd name="T11" fmla="*/ 68 h 184"/>
                <a:gd name="T12" fmla="*/ 71 w 237"/>
                <a:gd name="T13" fmla="*/ 59 h 184"/>
                <a:gd name="T14" fmla="*/ 81 w 237"/>
                <a:gd name="T15" fmla="*/ 52 h 184"/>
                <a:gd name="T16" fmla="*/ 79 w 237"/>
                <a:gd name="T17" fmla="*/ 45 h 184"/>
                <a:gd name="T18" fmla="*/ 84 w 237"/>
                <a:gd name="T19" fmla="*/ 43 h 184"/>
                <a:gd name="T20" fmla="*/ 102 w 237"/>
                <a:gd name="T21" fmla="*/ 44 h 184"/>
                <a:gd name="T22" fmla="*/ 119 w 237"/>
                <a:gd name="T23" fmla="*/ 35 h 184"/>
                <a:gd name="T24" fmla="*/ 132 w 237"/>
                <a:gd name="T25" fmla="*/ 12 h 184"/>
                <a:gd name="T26" fmla="*/ 141 w 237"/>
                <a:gd name="T27" fmla="*/ 3 h 184"/>
                <a:gd name="T28" fmla="*/ 152 w 237"/>
                <a:gd name="T29" fmla="*/ 0 h 184"/>
                <a:gd name="T30" fmla="*/ 155 w 237"/>
                <a:gd name="T31" fmla="*/ 9 h 184"/>
                <a:gd name="T32" fmla="*/ 165 w 237"/>
                <a:gd name="T33" fmla="*/ 22 h 184"/>
                <a:gd name="T34" fmla="*/ 165 w 237"/>
                <a:gd name="T35" fmla="*/ 30 h 184"/>
                <a:gd name="T36" fmla="*/ 163 w 237"/>
                <a:gd name="T37" fmla="*/ 39 h 184"/>
                <a:gd name="T38" fmla="*/ 164 w 237"/>
                <a:gd name="T39" fmla="*/ 45 h 184"/>
                <a:gd name="T40" fmla="*/ 170 w 237"/>
                <a:gd name="T41" fmla="*/ 51 h 184"/>
                <a:gd name="T42" fmla="*/ 185 w 237"/>
                <a:gd name="T43" fmla="*/ 61 h 184"/>
                <a:gd name="T44" fmla="*/ 195 w 237"/>
                <a:gd name="T45" fmla="*/ 69 h 184"/>
                <a:gd name="T46" fmla="*/ 195 w 237"/>
                <a:gd name="T47" fmla="*/ 76 h 184"/>
                <a:gd name="T48" fmla="*/ 207 w 237"/>
                <a:gd name="T49" fmla="*/ 86 h 184"/>
                <a:gd name="T50" fmla="*/ 215 w 237"/>
                <a:gd name="T51" fmla="*/ 95 h 184"/>
                <a:gd name="T52" fmla="*/ 220 w 237"/>
                <a:gd name="T53" fmla="*/ 108 h 184"/>
                <a:gd name="T54" fmla="*/ 234 w 237"/>
                <a:gd name="T55" fmla="*/ 116 h 184"/>
                <a:gd name="T56" fmla="*/ 237 w 237"/>
                <a:gd name="T57" fmla="*/ 123 h 184"/>
                <a:gd name="T58" fmla="*/ 231 w 237"/>
                <a:gd name="T59" fmla="*/ 125 h 184"/>
                <a:gd name="T60" fmla="*/ 219 w 237"/>
                <a:gd name="T61" fmla="*/ 124 h 184"/>
                <a:gd name="T62" fmla="*/ 205 w 237"/>
                <a:gd name="T63" fmla="*/ 122 h 184"/>
                <a:gd name="T64" fmla="*/ 198 w 237"/>
                <a:gd name="T65" fmla="*/ 124 h 184"/>
                <a:gd name="T66" fmla="*/ 196 w 237"/>
                <a:gd name="T67" fmla="*/ 129 h 184"/>
                <a:gd name="T68" fmla="*/ 190 w 237"/>
                <a:gd name="T69" fmla="*/ 130 h 184"/>
                <a:gd name="T70" fmla="*/ 182 w 237"/>
                <a:gd name="T71" fmla="*/ 125 h 184"/>
                <a:gd name="T72" fmla="*/ 162 w 237"/>
                <a:gd name="T73" fmla="*/ 136 h 184"/>
                <a:gd name="T74" fmla="*/ 154 w 237"/>
                <a:gd name="T75" fmla="*/ 133 h 184"/>
                <a:gd name="T76" fmla="*/ 151 w 237"/>
                <a:gd name="T77" fmla="*/ 135 h 184"/>
                <a:gd name="T78" fmla="*/ 146 w 237"/>
                <a:gd name="T79" fmla="*/ 148 h 184"/>
                <a:gd name="T80" fmla="*/ 132 w 237"/>
                <a:gd name="T81" fmla="*/ 144 h 184"/>
                <a:gd name="T82" fmla="*/ 119 w 237"/>
                <a:gd name="T83" fmla="*/ 142 h 184"/>
                <a:gd name="T84" fmla="*/ 107 w 237"/>
                <a:gd name="T85" fmla="*/ 134 h 184"/>
                <a:gd name="T86" fmla="*/ 92 w 237"/>
                <a:gd name="T87" fmla="*/ 127 h 184"/>
                <a:gd name="T88" fmla="*/ 82 w 237"/>
                <a:gd name="T89" fmla="*/ 133 h 184"/>
                <a:gd name="T90" fmla="*/ 75 w 237"/>
                <a:gd name="T91" fmla="*/ 144 h 184"/>
                <a:gd name="T92" fmla="*/ 73 w 237"/>
                <a:gd name="T93" fmla="*/ 159 h 184"/>
                <a:gd name="T94" fmla="*/ 61 w 237"/>
                <a:gd name="T95" fmla="*/ 157 h 184"/>
                <a:gd name="T96" fmla="*/ 49 w 237"/>
                <a:gd name="T97" fmla="*/ 154 h 184"/>
                <a:gd name="T98" fmla="*/ 38 w 237"/>
                <a:gd name="T99" fmla="*/ 165 h 184"/>
                <a:gd name="T100" fmla="*/ 29 w 237"/>
                <a:gd name="T101" fmla="*/ 184 h 184"/>
                <a:gd name="T102" fmla="*/ 27 w 237"/>
                <a:gd name="T103" fmla="*/ 178 h 184"/>
                <a:gd name="T104" fmla="*/ 26 w 237"/>
                <a:gd name="T105" fmla="*/ 169 h 184"/>
                <a:gd name="T106" fmla="*/ 17 w 237"/>
                <a:gd name="T107" fmla="*/ 162 h 184"/>
                <a:gd name="T108" fmla="*/ 10 w 237"/>
                <a:gd name="T109" fmla="*/ 152 h 184"/>
                <a:gd name="T110" fmla="*/ 9 w 237"/>
                <a:gd name="T111" fmla="*/ 144 h 184"/>
                <a:gd name="T112" fmla="*/ 0 w 237"/>
                <a:gd name="T113" fmla="*/ 133 h 184"/>
                <a:gd name="T114" fmla="*/ 2 w 237"/>
                <a:gd name="T115" fmla="*/ 127 h 184"/>
                <a:gd name="T116" fmla="*/ 0 w 237"/>
                <a:gd name="T117" fmla="*/ 118 h 184"/>
                <a:gd name="T118" fmla="*/ 1 w 237"/>
                <a:gd name="T119" fmla="*/ 102 h 184"/>
                <a:gd name="T120" fmla="*/ 5 w 237"/>
                <a:gd name="T121" fmla="*/ 98 h 184"/>
                <a:gd name="T122" fmla="*/ 14 w 237"/>
                <a:gd name="T123" fmla="*/ 7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7" h="184">
                  <a:moveTo>
                    <a:pt x="14" y="77"/>
                  </a:moveTo>
                  <a:lnTo>
                    <a:pt x="29" y="76"/>
                  </a:lnTo>
                  <a:lnTo>
                    <a:pt x="33" y="70"/>
                  </a:lnTo>
                  <a:lnTo>
                    <a:pt x="36" y="71"/>
                  </a:lnTo>
                  <a:lnTo>
                    <a:pt x="40" y="75"/>
                  </a:lnTo>
                  <a:lnTo>
                    <a:pt x="64" y="68"/>
                  </a:lnTo>
                  <a:lnTo>
                    <a:pt x="71" y="59"/>
                  </a:lnTo>
                  <a:lnTo>
                    <a:pt x="81" y="52"/>
                  </a:lnTo>
                  <a:lnTo>
                    <a:pt x="79" y="45"/>
                  </a:lnTo>
                  <a:lnTo>
                    <a:pt x="84" y="43"/>
                  </a:lnTo>
                  <a:lnTo>
                    <a:pt x="102" y="44"/>
                  </a:lnTo>
                  <a:lnTo>
                    <a:pt x="119" y="35"/>
                  </a:lnTo>
                  <a:lnTo>
                    <a:pt x="132" y="12"/>
                  </a:lnTo>
                  <a:lnTo>
                    <a:pt x="141" y="3"/>
                  </a:lnTo>
                  <a:lnTo>
                    <a:pt x="152" y="0"/>
                  </a:lnTo>
                  <a:lnTo>
                    <a:pt x="155" y="9"/>
                  </a:lnTo>
                  <a:lnTo>
                    <a:pt x="165" y="22"/>
                  </a:lnTo>
                  <a:lnTo>
                    <a:pt x="165" y="30"/>
                  </a:lnTo>
                  <a:lnTo>
                    <a:pt x="163" y="39"/>
                  </a:lnTo>
                  <a:lnTo>
                    <a:pt x="164" y="45"/>
                  </a:lnTo>
                  <a:lnTo>
                    <a:pt x="170" y="51"/>
                  </a:lnTo>
                  <a:lnTo>
                    <a:pt x="185" y="61"/>
                  </a:lnTo>
                  <a:lnTo>
                    <a:pt x="195" y="69"/>
                  </a:lnTo>
                  <a:lnTo>
                    <a:pt x="195" y="76"/>
                  </a:lnTo>
                  <a:lnTo>
                    <a:pt x="207" y="86"/>
                  </a:lnTo>
                  <a:lnTo>
                    <a:pt x="215" y="95"/>
                  </a:lnTo>
                  <a:lnTo>
                    <a:pt x="220" y="108"/>
                  </a:lnTo>
                  <a:lnTo>
                    <a:pt x="234" y="116"/>
                  </a:lnTo>
                  <a:lnTo>
                    <a:pt x="237" y="123"/>
                  </a:lnTo>
                  <a:lnTo>
                    <a:pt x="231" y="125"/>
                  </a:lnTo>
                  <a:lnTo>
                    <a:pt x="219" y="124"/>
                  </a:lnTo>
                  <a:lnTo>
                    <a:pt x="205" y="122"/>
                  </a:lnTo>
                  <a:lnTo>
                    <a:pt x="198" y="124"/>
                  </a:lnTo>
                  <a:lnTo>
                    <a:pt x="196" y="129"/>
                  </a:lnTo>
                  <a:lnTo>
                    <a:pt x="190" y="130"/>
                  </a:lnTo>
                  <a:lnTo>
                    <a:pt x="182" y="125"/>
                  </a:lnTo>
                  <a:lnTo>
                    <a:pt x="162" y="136"/>
                  </a:lnTo>
                  <a:lnTo>
                    <a:pt x="154" y="133"/>
                  </a:lnTo>
                  <a:lnTo>
                    <a:pt x="151" y="135"/>
                  </a:lnTo>
                  <a:lnTo>
                    <a:pt x="146" y="148"/>
                  </a:lnTo>
                  <a:lnTo>
                    <a:pt x="132" y="144"/>
                  </a:lnTo>
                  <a:lnTo>
                    <a:pt x="119" y="142"/>
                  </a:lnTo>
                  <a:lnTo>
                    <a:pt x="107" y="134"/>
                  </a:lnTo>
                  <a:lnTo>
                    <a:pt x="92" y="127"/>
                  </a:lnTo>
                  <a:lnTo>
                    <a:pt x="82" y="133"/>
                  </a:lnTo>
                  <a:lnTo>
                    <a:pt x="75" y="144"/>
                  </a:lnTo>
                  <a:lnTo>
                    <a:pt x="73" y="159"/>
                  </a:lnTo>
                  <a:lnTo>
                    <a:pt x="61" y="157"/>
                  </a:lnTo>
                  <a:lnTo>
                    <a:pt x="49" y="154"/>
                  </a:lnTo>
                  <a:lnTo>
                    <a:pt x="38" y="165"/>
                  </a:lnTo>
                  <a:lnTo>
                    <a:pt x="29" y="184"/>
                  </a:lnTo>
                  <a:lnTo>
                    <a:pt x="27" y="178"/>
                  </a:lnTo>
                  <a:lnTo>
                    <a:pt x="26" y="169"/>
                  </a:lnTo>
                  <a:lnTo>
                    <a:pt x="17" y="162"/>
                  </a:lnTo>
                  <a:lnTo>
                    <a:pt x="10" y="152"/>
                  </a:lnTo>
                  <a:lnTo>
                    <a:pt x="9" y="144"/>
                  </a:lnTo>
                  <a:lnTo>
                    <a:pt x="0" y="133"/>
                  </a:lnTo>
                  <a:lnTo>
                    <a:pt x="2" y="127"/>
                  </a:lnTo>
                  <a:lnTo>
                    <a:pt x="0" y="118"/>
                  </a:lnTo>
                  <a:lnTo>
                    <a:pt x="1" y="102"/>
                  </a:lnTo>
                  <a:lnTo>
                    <a:pt x="5" y="98"/>
                  </a:lnTo>
                  <a:lnTo>
                    <a:pt x="14" y="7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2" name="Freeform 35">
              <a:extLst>
                <a:ext uri="{FF2B5EF4-FFF2-40B4-BE49-F238E27FC236}">
                  <a16:creationId xmlns:a16="http://schemas.microsoft.com/office/drawing/2014/main" id="{70DF6D93-71CE-C247-9C05-84AE41EDD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977" y="2362200"/>
              <a:ext cx="58738" cy="34925"/>
            </a:xfrm>
            <a:custGeom>
              <a:avLst/>
              <a:gdLst>
                <a:gd name="T0" fmla="*/ 11 w 37"/>
                <a:gd name="T1" fmla="*/ 10 h 22"/>
                <a:gd name="T2" fmla="*/ 22 w 37"/>
                <a:gd name="T3" fmla="*/ 13 h 22"/>
                <a:gd name="T4" fmla="*/ 37 w 37"/>
                <a:gd name="T5" fmla="*/ 12 h 22"/>
                <a:gd name="T6" fmla="*/ 26 w 37"/>
                <a:gd name="T7" fmla="*/ 21 h 22"/>
                <a:gd name="T8" fmla="*/ 20 w 37"/>
                <a:gd name="T9" fmla="*/ 22 h 22"/>
                <a:gd name="T10" fmla="*/ 2 w 37"/>
                <a:gd name="T11" fmla="*/ 13 h 22"/>
                <a:gd name="T12" fmla="*/ 0 w 37"/>
                <a:gd name="T13" fmla="*/ 6 h 22"/>
                <a:gd name="T14" fmla="*/ 8 w 37"/>
                <a:gd name="T15" fmla="*/ 0 h 22"/>
                <a:gd name="T16" fmla="*/ 11 w 37"/>
                <a:gd name="T17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22">
                  <a:moveTo>
                    <a:pt x="11" y="10"/>
                  </a:moveTo>
                  <a:lnTo>
                    <a:pt x="22" y="13"/>
                  </a:lnTo>
                  <a:lnTo>
                    <a:pt x="37" y="12"/>
                  </a:lnTo>
                  <a:lnTo>
                    <a:pt x="26" y="21"/>
                  </a:lnTo>
                  <a:lnTo>
                    <a:pt x="20" y="22"/>
                  </a:lnTo>
                  <a:lnTo>
                    <a:pt x="2" y="13"/>
                  </a:lnTo>
                  <a:lnTo>
                    <a:pt x="0" y="6"/>
                  </a:lnTo>
                  <a:lnTo>
                    <a:pt x="8" y="0"/>
                  </a:lnTo>
                  <a:lnTo>
                    <a:pt x="11" y="1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3" name="Freeform 36">
              <a:extLst>
                <a:ext uri="{FF2B5EF4-FFF2-40B4-BE49-F238E27FC236}">
                  <a16:creationId xmlns:a16="http://schemas.microsoft.com/office/drawing/2014/main" id="{A020267D-9C11-6565-9861-7413A57CE1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6139" y="1347787"/>
              <a:ext cx="2208213" cy="1189038"/>
            </a:xfrm>
            <a:custGeom>
              <a:avLst/>
              <a:gdLst>
                <a:gd name="T0" fmla="*/ 5030 w 5699"/>
                <a:gd name="T1" fmla="*/ 189 h 3068"/>
                <a:gd name="T2" fmla="*/ 4486 w 5699"/>
                <a:gd name="T3" fmla="*/ 395 h 3068"/>
                <a:gd name="T4" fmla="*/ 4419 w 5699"/>
                <a:gd name="T5" fmla="*/ 225 h 3068"/>
                <a:gd name="T6" fmla="*/ 4392 w 5699"/>
                <a:gd name="T7" fmla="*/ 58 h 3068"/>
                <a:gd name="T8" fmla="*/ 5423 w 5699"/>
                <a:gd name="T9" fmla="*/ 7 h 3068"/>
                <a:gd name="T10" fmla="*/ 4022 w 5699"/>
                <a:gd name="T11" fmla="*/ 136 h 3068"/>
                <a:gd name="T12" fmla="*/ 3430 w 5699"/>
                <a:gd name="T13" fmla="*/ 261 h 3068"/>
                <a:gd name="T14" fmla="*/ 3861 w 5699"/>
                <a:gd name="T15" fmla="*/ 239 h 3068"/>
                <a:gd name="T16" fmla="*/ 3040 w 5699"/>
                <a:gd name="T17" fmla="*/ 281 h 3068"/>
                <a:gd name="T18" fmla="*/ 2702 w 5699"/>
                <a:gd name="T19" fmla="*/ 373 h 3068"/>
                <a:gd name="T20" fmla="*/ 3998 w 5699"/>
                <a:gd name="T21" fmla="*/ 378 h 3068"/>
                <a:gd name="T22" fmla="*/ 4259 w 5699"/>
                <a:gd name="T23" fmla="*/ 497 h 3068"/>
                <a:gd name="T24" fmla="*/ 3108 w 5699"/>
                <a:gd name="T25" fmla="*/ 415 h 3068"/>
                <a:gd name="T26" fmla="*/ 2781 w 5699"/>
                <a:gd name="T27" fmla="*/ 376 h 3068"/>
                <a:gd name="T28" fmla="*/ 3397 w 5699"/>
                <a:gd name="T29" fmla="*/ 466 h 3068"/>
                <a:gd name="T30" fmla="*/ 3741 w 5699"/>
                <a:gd name="T31" fmla="*/ 428 h 3068"/>
                <a:gd name="T32" fmla="*/ 2485 w 5699"/>
                <a:gd name="T33" fmla="*/ 522 h 3068"/>
                <a:gd name="T34" fmla="*/ 3658 w 5699"/>
                <a:gd name="T35" fmla="*/ 525 h 3068"/>
                <a:gd name="T36" fmla="*/ 3220 w 5699"/>
                <a:gd name="T37" fmla="*/ 713 h 3068"/>
                <a:gd name="T38" fmla="*/ 4363 w 5699"/>
                <a:gd name="T39" fmla="*/ 644 h 3068"/>
                <a:gd name="T40" fmla="*/ 4935 w 5699"/>
                <a:gd name="T41" fmla="*/ 1030 h 3068"/>
                <a:gd name="T42" fmla="*/ 4609 w 5699"/>
                <a:gd name="T43" fmla="*/ 1331 h 3068"/>
                <a:gd name="T44" fmla="*/ 3970 w 5699"/>
                <a:gd name="T45" fmla="*/ 1206 h 3068"/>
                <a:gd name="T46" fmla="*/ 4260 w 5699"/>
                <a:gd name="T47" fmla="*/ 820 h 3068"/>
                <a:gd name="T48" fmla="*/ 4081 w 5699"/>
                <a:gd name="T49" fmla="*/ 547 h 3068"/>
                <a:gd name="T50" fmla="*/ 3095 w 5699"/>
                <a:gd name="T51" fmla="*/ 573 h 3068"/>
                <a:gd name="T52" fmla="*/ 2829 w 5699"/>
                <a:gd name="T53" fmla="*/ 664 h 3068"/>
                <a:gd name="T54" fmla="*/ 2787 w 5699"/>
                <a:gd name="T55" fmla="*/ 885 h 3068"/>
                <a:gd name="T56" fmla="*/ 2450 w 5699"/>
                <a:gd name="T57" fmla="*/ 782 h 3068"/>
                <a:gd name="T58" fmla="*/ 3509 w 5699"/>
                <a:gd name="T59" fmla="*/ 917 h 3068"/>
                <a:gd name="T60" fmla="*/ 3972 w 5699"/>
                <a:gd name="T61" fmla="*/ 981 h 3068"/>
                <a:gd name="T62" fmla="*/ 2985 w 5699"/>
                <a:gd name="T63" fmla="*/ 1402 h 3068"/>
                <a:gd name="T64" fmla="*/ 3247 w 5699"/>
                <a:gd name="T65" fmla="*/ 1941 h 3068"/>
                <a:gd name="T66" fmla="*/ 3750 w 5699"/>
                <a:gd name="T67" fmla="*/ 1783 h 3068"/>
                <a:gd name="T68" fmla="*/ 4337 w 5699"/>
                <a:gd name="T69" fmla="*/ 1477 h 3068"/>
                <a:gd name="T70" fmla="*/ 4740 w 5699"/>
                <a:gd name="T71" fmla="*/ 1945 h 3068"/>
                <a:gd name="T72" fmla="*/ 4219 w 5699"/>
                <a:gd name="T73" fmla="*/ 2347 h 3068"/>
                <a:gd name="T74" fmla="*/ 4164 w 5699"/>
                <a:gd name="T75" fmla="*/ 2685 h 3068"/>
                <a:gd name="T76" fmla="*/ 4034 w 5699"/>
                <a:gd name="T77" fmla="*/ 2767 h 3068"/>
                <a:gd name="T78" fmla="*/ 3533 w 5699"/>
                <a:gd name="T79" fmla="*/ 2788 h 3068"/>
                <a:gd name="T80" fmla="*/ 2912 w 5699"/>
                <a:gd name="T81" fmla="*/ 3023 h 3068"/>
                <a:gd name="T82" fmla="*/ 2877 w 5699"/>
                <a:gd name="T83" fmla="*/ 2695 h 3068"/>
                <a:gd name="T84" fmla="*/ 2569 w 5699"/>
                <a:gd name="T85" fmla="*/ 2536 h 3068"/>
                <a:gd name="T86" fmla="*/ 1634 w 5699"/>
                <a:gd name="T87" fmla="*/ 2455 h 3068"/>
                <a:gd name="T88" fmla="*/ 264 w 5699"/>
                <a:gd name="T89" fmla="*/ 2180 h 3068"/>
                <a:gd name="T90" fmla="*/ 224 w 5699"/>
                <a:gd name="T91" fmla="*/ 1603 h 3068"/>
                <a:gd name="T92" fmla="*/ 1272 w 5699"/>
                <a:gd name="T93" fmla="*/ 843 h 3068"/>
                <a:gd name="T94" fmla="*/ 1966 w 5699"/>
                <a:gd name="T95" fmla="*/ 852 h 3068"/>
                <a:gd name="T96" fmla="*/ 2624 w 5699"/>
                <a:gd name="T97" fmla="*/ 901 h 3068"/>
                <a:gd name="T98" fmla="*/ 3256 w 5699"/>
                <a:gd name="T99" fmla="*/ 947 h 3068"/>
                <a:gd name="T100" fmla="*/ 3159 w 5699"/>
                <a:gd name="T101" fmla="*/ 875 h 3068"/>
                <a:gd name="T102" fmla="*/ 4305 w 5699"/>
                <a:gd name="T103" fmla="*/ 930 h 3068"/>
                <a:gd name="T104" fmla="*/ 3839 w 5699"/>
                <a:gd name="T105" fmla="*/ 1271 h 3068"/>
                <a:gd name="T106" fmla="*/ 3588 w 5699"/>
                <a:gd name="T107" fmla="*/ 1392 h 3068"/>
                <a:gd name="T108" fmla="*/ 3812 w 5699"/>
                <a:gd name="T109" fmla="*/ 1392 h 3068"/>
                <a:gd name="T110" fmla="*/ 4766 w 5699"/>
                <a:gd name="T111" fmla="*/ 2387 h 3068"/>
                <a:gd name="T112" fmla="*/ 4866 w 5699"/>
                <a:gd name="T113" fmla="*/ 2637 h 3068"/>
                <a:gd name="T114" fmla="*/ 4753 w 5699"/>
                <a:gd name="T115" fmla="*/ 2312 h 3068"/>
                <a:gd name="T116" fmla="*/ 117 w 5699"/>
                <a:gd name="T117" fmla="*/ 2327 h 3068"/>
                <a:gd name="T118" fmla="*/ 4287 w 5699"/>
                <a:gd name="T119" fmla="*/ 2375 h 3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99" h="3068">
                  <a:moveTo>
                    <a:pt x="5423" y="7"/>
                  </a:moveTo>
                  <a:lnTo>
                    <a:pt x="5539" y="10"/>
                  </a:lnTo>
                  <a:lnTo>
                    <a:pt x="5629" y="17"/>
                  </a:lnTo>
                  <a:lnTo>
                    <a:pt x="5699" y="30"/>
                  </a:lnTo>
                  <a:lnTo>
                    <a:pt x="5686" y="44"/>
                  </a:lnTo>
                  <a:lnTo>
                    <a:pt x="5555" y="66"/>
                  </a:lnTo>
                  <a:lnTo>
                    <a:pt x="5436" y="76"/>
                  </a:lnTo>
                  <a:lnTo>
                    <a:pt x="5383" y="88"/>
                  </a:lnTo>
                  <a:lnTo>
                    <a:pt x="5484" y="87"/>
                  </a:lnTo>
                  <a:lnTo>
                    <a:pt x="5346" y="120"/>
                  </a:lnTo>
                  <a:lnTo>
                    <a:pt x="5257" y="135"/>
                  </a:lnTo>
                  <a:lnTo>
                    <a:pt x="5136" y="180"/>
                  </a:lnTo>
                  <a:lnTo>
                    <a:pt x="5030" y="189"/>
                  </a:lnTo>
                  <a:lnTo>
                    <a:pt x="4989" y="201"/>
                  </a:lnTo>
                  <a:lnTo>
                    <a:pt x="4840" y="207"/>
                  </a:lnTo>
                  <a:lnTo>
                    <a:pt x="4898" y="214"/>
                  </a:lnTo>
                  <a:lnTo>
                    <a:pt x="4856" y="224"/>
                  </a:lnTo>
                  <a:lnTo>
                    <a:pt x="4869" y="253"/>
                  </a:lnTo>
                  <a:lnTo>
                    <a:pt x="4804" y="273"/>
                  </a:lnTo>
                  <a:lnTo>
                    <a:pt x="4714" y="290"/>
                  </a:lnTo>
                  <a:lnTo>
                    <a:pt x="4669" y="313"/>
                  </a:lnTo>
                  <a:lnTo>
                    <a:pt x="4584" y="331"/>
                  </a:lnTo>
                  <a:lnTo>
                    <a:pt x="4578" y="345"/>
                  </a:lnTo>
                  <a:lnTo>
                    <a:pt x="4664" y="343"/>
                  </a:lnTo>
                  <a:lnTo>
                    <a:pt x="4652" y="357"/>
                  </a:lnTo>
                  <a:lnTo>
                    <a:pt x="4486" y="395"/>
                  </a:lnTo>
                  <a:lnTo>
                    <a:pt x="4373" y="377"/>
                  </a:lnTo>
                  <a:lnTo>
                    <a:pt x="4218" y="387"/>
                  </a:lnTo>
                  <a:lnTo>
                    <a:pt x="4152" y="380"/>
                  </a:lnTo>
                  <a:lnTo>
                    <a:pt x="4062" y="376"/>
                  </a:lnTo>
                  <a:lnTo>
                    <a:pt x="4086" y="347"/>
                  </a:lnTo>
                  <a:lnTo>
                    <a:pt x="4191" y="333"/>
                  </a:lnTo>
                  <a:lnTo>
                    <a:pt x="4212" y="290"/>
                  </a:lnTo>
                  <a:lnTo>
                    <a:pt x="4246" y="285"/>
                  </a:lnTo>
                  <a:lnTo>
                    <a:pt x="4349" y="311"/>
                  </a:lnTo>
                  <a:lnTo>
                    <a:pt x="4322" y="273"/>
                  </a:lnTo>
                  <a:lnTo>
                    <a:pt x="4256" y="262"/>
                  </a:lnTo>
                  <a:lnTo>
                    <a:pt x="4319" y="239"/>
                  </a:lnTo>
                  <a:lnTo>
                    <a:pt x="4419" y="225"/>
                  </a:lnTo>
                  <a:lnTo>
                    <a:pt x="4453" y="206"/>
                  </a:lnTo>
                  <a:lnTo>
                    <a:pt x="4411" y="184"/>
                  </a:lnTo>
                  <a:lnTo>
                    <a:pt x="4423" y="155"/>
                  </a:lnTo>
                  <a:lnTo>
                    <a:pt x="4548" y="157"/>
                  </a:lnTo>
                  <a:lnTo>
                    <a:pt x="4578" y="163"/>
                  </a:lnTo>
                  <a:lnTo>
                    <a:pt x="4673" y="143"/>
                  </a:lnTo>
                  <a:lnTo>
                    <a:pt x="4575" y="137"/>
                  </a:lnTo>
                  <a:lnTo>
                    <a:pt x="4408" y="140"/>
                  </a:lnTo>
                  <a:lnTo>
                    <a:pt x="4347" y="122"/>
                  </a:lnTo>
                  <a:lnTo>
                    <a:pt x="4335" y="100"/>
                  </a:lnTo>
                  <a:lnTo>
                    <a:pt x="4300" y="85"/>
                  </a:lnTo>
                  <a:lnTo>
                    <a:pt x="4312" y="67"/>
                  </a:lnTo>
                  <a:lnTo>
                    <a:pt x="4392" y="58"/>
                  </a:lnTo>
                  <a:lnTo>
                    <a:pt x="4447" y="56"/>
                  </a:lnTo>
                  <a:lnTo>
                    <a:pt x="4547" y="48"/>
                  </a:lnTo>
                  <a:lnTo>
                    <a:pt x="4636" y="29"/>
                  </a:lnTo>
                  <a:lnTo>
                    <a:pt x="4688" y="32"/>
                  </a:lnTo>
                  <a:lnTo>
                    <a:pt x="4721" y="46"/>
                  </a:lnTo>
                  <a:lnTo>
                    <a:pt x="4787" y="19"/>
                  </a:lnTo>
                  <a:lnTo>
                    <a:pt x="4855" y="11"/>
                  </a:lnTo>
                  <a:lnTo>
                    <a:pt x="4941" y="5"/>
                  </a:lnTo>
                  <a:lnTo>
                    <a:pt x="5080" y="3"/>
                  </a:lnTo>
                  <a:lnTo>
                    <a:pt x="5098" y="9"/>
                  </a:lnTo>
                  <a:lnTo>
                    <a:pt x="5236" y="0"/>
                  </a:lnTo>
                  <a:lnTo>
                    <a:pt x="5329" y="3"/>
                  </a:lnTo>
                  <a:lnTo>
                    <a:pt x="5423" y="7"/>
                  </a:lnTo>
                  <a:moveTo>
                    <a:pt x="4382" y="188"/>
                  </a:moveTo>
                  <a:lnTo>
                    <a:pt x="4419" y="206"/>
                  </a:lnTo>
                  <a:lnTo>
                    <a:pt x="4335" y="223"/>
                  </a:lnTo>
                  <a:lnTo>
                    <a:pt x="4199" y="267"/>
                  </a:lnTo>
                  <a:lnTo>
                    <a:pt x="4110" y="271"/>
                  </a:lnTo>
                  <a:lnTo>
                    <a:pt x="4018" y="263"/>
                  </a:lnTo>
                  <a:lnTo>
                    <a:pt x="3994" y="240"/>
                  </a:lnTo>
                  <a:lnTo>
                    <a:pt x="4019" y="219"/>
                  </a:lnTo>
                  <a:lnTo>
                    <a:pt x="4074" y="204"/>
                  </a:lnTo>
                  <a:lnTo>
                    <a:pt x="3987" y="204"/>
                  </a:lnTo>
                  <a:lnTo>
                    <a:pt x="3958" y="185"/>
                  </a:lnTo>
                  <a:lnTo>
                    <a:pt x="3959" y="160"/>
                  </a:lnTo>
                  <a:lnTo>
                    <a:pt x="4022" y="136"/>
                  </a:lnTo>
                  <a:lnTo>
                    <a:pt x="4075" y="119"/>
                  </a:lnTo>
                  <a:lnTo>
                    <a:pt x="4127" y="116"/>
                  </a:lnTo>
                  <a:lnTo>
                    <a:pt x="4123" y="103"/>
                  </a:lnTo>
                  <a:lnTo>
                    <a:pt x="4233" y="101"/>
                  </a:lnTo>
                  <a:lnTo>
                    <a:pt x="4257" y="129"/>
                  </a:lnTo>
                  <a:lnTo>
                    <a:pt x="4321" y="141"/>
                  </a:lnTo>
                  <a:lnTo>
                    <a:pt x="4386" y="151"/>
                  </a:lnTo>
                  <a:lnTo>
                    <a:pt x="4382" y="188"/>
                  </a:lnTo>
                  <a:moveTo>
                    <a:pt x="3671" y="265"/>
                  </a:moveTo>
                  <a:lnTo>
                    <a:pt x="3660" y="289"/>
                  </a:lnTo>
                  <a:lnTo>
                    <a:pt x="3589" y="283"/>
                  </a:lnTo>
                  <a:lnTo>
                    <a:pt x="3534" y="263"/>
                  </a:lnTo>
                  <a:lnTo>
                    <a:pt x="3430" y="261"/>
                  </a:lnTo>
                  <a:lnTo>
                    <a:pt x="3498" y="244"/>
                  </a:lnTo>
                  <a:lnTo>
                    <a:pt x="3458" y="230"/>
                  </a:lnTo>
                  <a:lnTo>
                    <a:pt x="3484" y="208"/>
                  </a:lnTo>
                  <a:lnTo>
                    <a:pt x="3567" y="216"/>
                  </a:lnTo>
                  <a:lnTo>
                    <a:pt x="3669" y="237"/>
                  </a:lnTo>
                  <a:lnTo>
                    <a:pt x="3671" y="265"/>
                  </a:lnTo>
                  <a:moveTo>
                    <a:pt x="3857" y="280"/>
                  </a:moveTo>
                  <a:lnTo>
                    <a:pt x="3771" y="293"/>
                  </a:lnTo>
                  <a:lnTo>
                    <a:pt x="3748" y="279"/>
                  </a:lnTo>
                  <a:lnTo>
                    <a:pt x="3753" y="257"/>
                  </a:lnTo>
                  <a:lnTo>
                    <a:pt x="3779" y="233"/>
                  </a:lnTo>
                  <a:lnTo>
                    <a:pt x="3838" y="235"/>
                  </a:lnTo>
                  <a:lnTo>
                    <a:pt x="3861" y="239"/>
                  </a:lnTo>
                  <a:lnTo>
                    <a:pt x="3894" y="259"/>
                  </a:lnTo>
                  <a:lnTo>
                    <a:pt x="3857" y="280"/>
                  </a:lnTo>
                  <a:moveTo>
                    <a:pt x="3231" y="248"/>
                  </a:moveTo>
                  <a:lnTo>
                    <a:pt x="3157" y="260"/>
                  </a:lnTo>
                  <a:lnTo>
                    <a:pt x="3078" y="260"/>
                  </a:lnTo>
                  <a:lnTo>
                    <a:pt x="3090" y="251"/>
                  </a:lnTo>
                  <a:lnTo>
                    <a:pt x="3163" y="234"/>
                  </a:lnTo>
                  <a:lnTo>
                    <a:pt x="3185" y="237"/>
                  </a:lnTo>
                  <a:lnTo>
                    <a:pt x="3231" y="248"/>
                  </a:lnTo>
                  <a:moveTo>
                    <a:pt x="3135" y="302"/>
                  </a:moveTo>
                  <a:lnTo>
                    <a:pt x="3021" y="319"/>
                  </a:lnTo>
                  <a:lnTo>
                    <a:pt x="2975" y="300"/>
                  </a:lnTo>
                  <a:lnTo>
                    <a:pt x="3040" y="281"/>
                  </a:lnTo>
                  <a:lnTo>
                    <a:pt x="3119" y="275"/>
                  </a:lnTo>
                  <a:lnTo>
                    <a:pt x="3175" y="284"/>
                  </a:lnTo>
                  <a:lnTo>
                    <a:pt x="3135" y="302"/>
                  </a:lnTo>
                  <a:moveTo>
                    <a:pt x="3917" y="312"/>
                  </a:moveTo>
                  <a:lnTo>
                    <a:pt x="3893" y="314"/>
                  </a:lnTo>
                  <a:lnTo>
                    <a:pt x="3806" y="310"/>
                  </a:lnTo>
                  <a:lnTo>
                    <a:pt x="3812" y="294"/>
                  </a:lnTo>
                  <a:lnTo>
                    <a:pt x="3909" y="294"/>
                  </a:lnTo>
                  <a:lnTo>
                    <a:pt x="3930" y="305"/>
                  </a:lnTo>
                  <a:lnTo>
                    <a:pt x="3917" y="312"/>
                  </a:lnTo>
                  <a:moveTo>
                    <a:pt x="2839" y="305"/>
                  </a:moveTo>
                  <a:lnTo>
                    <a:pt x="2768" y="351"/>
                  </a:lnTo>
                  <a:lnTo>
                    <a:pt x="2702" y="373"/>
                  </a:lnTo>
                  <a:lnTo>
                    <a:pt x="2651" y="376"/>
                  </a:lnTo>
                  <a:lnTo>
                    <a:pt x="2523" y="402"/>
                  </a:lnTo>
                  <a:lnTo>
                    <a:pt x="2430" y="412"/>
                  </a:lnTo>
                  <a:lnTo>
                    <a:pt x="2382" y="398"/>
                  </a:lnTo>
                  <a:lnTo>
                    <a:pt x="2382" y="398"/>
                  </a:lnTo>
                  <a:lnTo>
                    <a:pt x="2530" y="352"/>
                  </a:lnTo>
                  <a:lnTo>
                    <a:pt x="2686" y="313"/>
                  </a:lnTo>
                  <a:lnTo>
                    <a:pt x="2760" y="314"/>
                  </a:lnTo>
                  <a:lnTo>
                    <a:pt x="2839" y="305"/>
                  </a:lnTo>
                  <a:moveTo>
                    <a:pt x="3847" y="338"/>
                  </a:moveTo>
                  <a:lnTo>
                    <a:pt x="3880" y="358"/>
                  </a:lnTo>
                  <a:lnTo>
                    <a:pt x="3977" y="357"/>
                  </a:lnTo>
                  <a:lnTo>
                    <a:pt x="3998" y="378"/>
                  </a:lnTo>
                  <a:lnTo>
                    <a:pt x="3963" y="401"/>
                  </a:lnTo>
                  <a:lnTo>
                    <a:pt x="4005" y="415"/>
                  </a:lnTo>
                  <a:lnTo>
                    <a:pt x="4022" y="430"/>
                  </a:lnTo>
                  <a:lnTo>
                    <a:pt x="4087" y="433"/>
                  </a:lnTo>
                  <a:lnTo>
                    <a:pt x="4155" y="438"/>
                  </a:lnTo>
                  <a:lnTo>
                    <a:pt x="4247" y="425"/>
                  </a:lnTo>
                  <a:lnTo>
                    <a:pt x="4354" y="419"/>
                  </a:lnTo>
                  <a:lnTo>
                    <a:pt x="4431" y="424"/>
                  </a:lnTo>
                  <a:lnTo>
                    <a:pt x="4463" y="448"/>
                  </a:lnTo>
                  <a:lnTo>
                    <a:pt x="4451" y="474"/>
                  </a:lnTo>
                  <a:lnTo>
                    <a:pt x="4405" y="491"/>
                  </a:lnTo>
                  <a:lnTo>
                    <a:pt x="4317" y="505"/>
                  </a:lnTo>
                  <a:lnTo>
                    <a:pt x="4259" y="497"/>
                  </a:lnTo>
                  <a:lnTo>
                    <a:pt x="4104" y="507"/>
                  </a:lnTo>
                  <a:lnTo>
                    <a:pt x="3998" y="509"/>
                  </a:lnTo>
                  <a:lnTo>
                    <a:pt x="3924" y="501"/>
                  </a:lnTo>
                  <a:lnTo>
                    <a:pt x="3810" y="480"/>
                  </a:lnTo>
                  <a:lnTo>
                    <a:pt x="3828" y="444"/>
                  </a:lnTo>
                  <a:lnTo>
                    <a:pt x="3855" y="413"/>
                  </a:lnTo>
                  <a:lnTo>
                    <a:pt x="3834" y="386"/>
                  </a:lnTo>
                  <a:lnTo>
                    <a:pt x="3740" y="378"/>
                  </a:lnTo>
                  <a:lnTo>
                    <a:pt x="3704" y="359"/>
                  </a:lnTo>
                  <a:lnTo>
                    <a:pt x="3751" y="334"/>
                  </a:lnTo>
                  <a:lnTo>
                    <a:pt x="3847" y="338"/>
                  </a:lnTo>
                  <a:moveTo>
                    <a:pt x="3116" y="393"/>
                  </a:moveTo>
                  <a:lnTo>
                    <a:pt x="3108" y="415"/>
                  </a:lnTo>
                  <a:lnTo>
                    <a:pt x="3165" y="405"/>
                  </a:lnTo>
                  <a:lnTo>
                    <a:pt x="3214" y="408"/>
                  </a:lnTo>
                  <a:lnTo>
                    <a:pt x="3186" y="439"/>
                  </a:lnTo>
                  <a:lnTo>
                    <a:pt x="3120" y="469"/>
                  </a:lnTo>
                  <a:lnTo>
                    <a:pt x="2937" y="479"/>
                  </a:lnTo>
                  <a:lnTo>
                    <a:pt x="2775" y="507"/>
                  </a:lnTo>
                  <a:lnTo>
                    <a:pt x="2696" y="508"/>
                  </a:lnTo>
                  <a:lnTo>
                    <a:pt x="2716" y="487"/>
                  </a:lnTo>
                  <a:lnTo>
                    <a:pt x="2856" y="459"/>
                  </a:lnTo>
                  <a:lnTo>
                    <a:pt x="2618" y="466"/>
                  </a:lnTo>
                  <a:lnTo>
                    <a:pt x="2563" y="455"/>
                  </a:lnTo>
                  <a:lnTo>
                    <a:pt x="2712" y="393"/>
                  </a:lnTo>
                  <a:lnTo>
                    <a:pt x="2781" y="376"/>
                  </a:lnTo>
                  <a:lnTo>
                    <a:pt x="2894" y="397"/>
                  </a:lnTo>
                  <a:lnTo>
                    <a:pt x="2935" y="434"/>
                  </a:lnTo>
                  <a:lnTo>
                    <a:pt x="3017" y="439"/>
                  </a:lnTo>
                  <a:lnTo>
                    <a:pt x="3020" y="379"/>
                  </a:lnTo>
                  <a:lnTo>
                    <a:pt x="3094" y="356"/>
                  </a:lnTo>
                  <a:lnTo>
                    <a:pt x="3136" y="364"/>
                  </a:lnTo>
                  <a:lnTo>
                    <a:pt x="3116" y="393"/>
                  </a:lnTo>
                  <a:moveTo>
                    <a:pt x="3634" y="361"/>
                  </a:moveTo>
                  <a:lnTo>
                    <a:pt x="3639" y="390"/>
                  </a:lnTo>
                  <a:lnTo>
                    <a:pt x="3605" y="422"/>
                  </a:lnTo>
                  <a:lnTo>
                    <a:pt x="3531" y="469"/>
                  </a:lnTo>
                  <a:lnTo>
                    <a:pt x="3440" y="476"/>
                  </a:lnTo>
                  <a:lnTo>
                    <a:pt x="3397" y="466"/>
                  </a:lnTo>
                  <a:lnTo>
                    <a:pt x="3440" y="428"/>
                  </a:lnTo>
                  <a:lnTo>
                    <a:pt x="3353" y="433"/>
                  </a:lnTo>
                  <a:lnTo>
                    <a:pt x="3406" y="385"/>
                  </a:lnTo>
                  <a:lnTo>
                    <a:pt x="3457" y="387"/>
                  </a:lnTo>
                  <a:lnTo>
                    <a:pt x="3555" y="366"/>
                  </a:lnTo>
                  <a:lnTo>
                    <a:pt x="3621" y="369"/>
                  </a:lnTo>
                  <a:lnTo>
                    <a:pt x="3634" y="361"/>
                  </a:lnTo>
                  <a:moveTo>
                    <a:pt x="3759" y="471"/>
                  </a:moveTo>
                  <a:lnTo>
                    <a:pt x="3706" y="496"/>
                  </a:lnTo>
                  <a:lnTo>
                    <a:pt x="3637" y="491"/>
                  </a:lnTo>
                  <a:lnTo>
                    <a:pt x="3593" y="474"/>
                  </a:lnTo>
                  <a:lnTo>
                    <a:pt x="3651" y="445"/>
                  </a:lnTo>
                  <a:lnTo>
                    <a:pt x="3741" y="428"/>
                  </a:lnTo>
                  <a:lnTo>
                    <a:pt x="3762" y="450"/>
                  </a:lnTo>
                  <a:lnTo>
                    <a:pt x="3759" y="471"/>
                  </a:lnTo>
                  <a:moveTo>
                    <a:pt x="2102" y="711"/>
                  </a:moveTo>
                  <a:lnTo>
                    <a:pt x="1922" y="744"/>
                  </a:lnTo>
                  <a:lnTo>
                    <a:pt x="1931" y="714"/>
                  </a:lnTo>
                  <a:lnTo>
                    <a:pt x="1854" y="677"/>
                  </a:lnTo>
                  <a:lnTo>
                    <a:pt x="1914" y="648"/>
                  </a:lnTo>
                  <a:lnTo>
                    <a:pt x="2013" y="599"/>
                  </a:lnTo>
                  <a:lnTo>
                    <a:pt x="2115" y="555"/>
                  </a:lnTo>
                  <a:lnTo>
                    <a:pt x="2118" y="515"/>
                  </a:lnTo>
                  <a:lnTo>
                    <a:pt x="2304" y="505"/>
                  </a:lnTo>
                  <a:lnTo>
                    <a:pt x="2359" y="518"/>
                  </a:lnTo>
                  <a:lnTo>
                    <a:pt x="2485" y="522"/>
                  </a:lnTo>
                  <a:lnTo>
                    <a:pt x="2511" y="541"/>
                  </a:lnTo>
                  <a:lnTo>
                    <a:pt x="2532" y="569"/>
                  </a:lnTo>
                  <a:lnTo>
                    <a:pt x="2446" y="586"/>
                  </a:lnTo>
                  <a:lnTo>
                    <a:pt x="2261" y="633"/>
                  </a:lnTo>
                  <a:lnTo>
                    <a:pt x="2138" y="681"/>
                  </a:lnTo>
                  <a:lnTo>
                    <a:pt x="2102" y="711"/>
                  </a:lnTo>
                  <a:moveTo>
                    <a:pt x="3636" y="616"/>
                  </a:moveTo>
                  <a:lnTo>
                    <a:pt x="3531" y="667"/>
                  </a:lnTo>
                  <a:lnTo>
                    <a:pt x="3474" y="664"/>
                  </a:lnTo>
                  <a:lnTo>
                    <a:pt x="3499" y="605"/>
                  </a:lnTo>
                  <a:lnTo>
                    <a:pt x="3534" y="571"/>
                  </a:lnTo>
                  <a:lnTo>
                    <a:pt x="3589" y="543"/>
                  </a:lnTo>
                  <a:lnTo>
                    <a:pt x="3658" y="525"/>
                  </a:lnTo>
                  <a:lnTo>
                    <a:pt x="3762" y="528"/>
                  </a:lnTo>
                  <a:lnTo>
                    <a:pt x="3844" y="544"/>
                  </a:lnTo>
                  <a:lnTo>
                    <a:pt x="3710" y="603"/>
                  </a:lnTo>
                  <a:lnTo>
                    <a:pt x="3636" y="616"/>
                  </a:lnTo>
                  <a:moveTo>
                    <a:pt x="3338" y="545"/>
                  </a:moveTo>
                  <a:lnTo>
                    <a:pt x="3385" y="558"/>
                  </a:lnTo>
                  <a:lnTo>
                    <a:pt x="3485" y="550"/>
                  </a:lnTo>
                  <a:lnTo>
                    <a:pt x="3479" y="569"/>
                  </a:lnTo>
                  <a:lnTo>
                    <a:pt x="3398" y="601"/>
                  </a:lnTo>
                  <a:lnTo>
                    <a:pt x="3448" y="630"/>
                  </a:lnTo>
                  <a:lnTo>
                    <a:pt x="3378" y="692"/>
                  </a:lnTo>
                  <a:lnTo>
                    <a:pt x="3265" y="718"/>
                  </a:lnTo>
                  <a:lnTo>
                    <a:pt x="3220" y="713"/>
                  </a:lnTo>
                  <a:lnTo>
                    <a:pt x="3210" y="686"/>
                  </a:lnTo>
                  <a:lnTo>
                    <a:pt x="3133" y="634"/>
                  </a:lnTo>
                  <a:lnTo>
                    <a:pt x="3157" y="612"/>
                  </a:lnTo>
                  <a:lnTo>
                    <a:pt x="3254" y="620"/>
                  </a:lnTo>
                  <a:lnTo>
                    <a:pt x="3243" y="577"/>
                  </a:lnTo>
                  <a:lnTo>
                    <a:pt x="3338" y="545"/>
                  </a:lnTo>
                  <a:moveTo>
                    <a:pt x="4004" y="590"/>
                  </a:moveTo>
                  <a:lnTo>
                    <a:pt x="4008" y="632"/>
                  </a:lnTo>
                  <a:lnTo>
                    <a:pt x="4104" y="578"/>
                  </a:lnTo>
                  <a:lnTo>
                    <a:pt x="4258" y="551"/>
                  </a:lnTo>
                  <a:lnTo>
                    <a:pt x="4288" y="620"/>
                  </a:lnTo>
                  <a:lnTo>
                    <a:pt x="4244" y="664"/>
                  </a:lnTo>
                  <a:lnTo>
                    <a:pt x="4363" y="644"/>
                  </a:lnTo>
                  <a:lnTo>
                    <a:pt x="4434" y="618"/>
                  </a:lnTo>
                  <a:lnTo>
                    <a:pt x="4523" y="652"/>
                  </a:lnTo>
                  <a:lnTo>
                    <a:pt x="4571" y="684"/>
                  </a:lnTo>
                  <a:lnTo>
                    <a:pt x="4556" y="714"/>
                  </a:lnTo>
                  <a:lnTo>
                    <a:pt x="4665" y="699"/>
                  </a:lnTo>
                  <a:lnTo>
                    <a:pt x="4689" y="743"/>
                  </a:lnTo>
                  <a:lnTo>
                    <a:pt x="4799" y="771"/>
                  </a:lnTo>
                  <a:lnTo>
                    <a:pt x="4828" y="799"/>
                  </a:lnTo>
                  <a:lnTo>
                    <a:pt x="4836" y="866"/>
                  </a:lnTo>
                  <a:lnTo>
                    <a:pt x="4715" y="899"/>
                  </a:lnTo>
                  <a:lnTo>
                    <a:pt x="4815" y="946"/>
                  </a:lnTo>
                  <a:lnTo>
                    <a:pt x="4893" y="962"/>
                  </a:lnTo>
                  <a:lnTo>
                    <a:pt x="4935" y="1030"/>
                  </a:lnTo>
                  <a:lnTo>
                    <a:pt x="5020" y="1035"/>
                  </a:lnTo>
                  <a:lnTo>
                    <a:pt x="4975" y="1087"/>
                  </a:lnTo>
                  <a:lnTo>
                    <a:pt x="4828" y="1174"/>
                  </a:lnTo>
                  <a:lnTo>
                    <a:pt x="4776" y="1142"/>
                  </a:lnTo>
                  <a:lnTo>
                    <a:pt x="4727" y="1070"/>
                  </a:lnTo>
                  <a:lnTo>
                    <a:pt x="4649" y="1079"/>
                  </a:lnTo>
                  <a:lnTo>
                    <a:pt x="4617" y="1122"/>
                  </a:lnTo>
                  <a:lnTo>
                    <a:pt x="4652" y="1166"/>
                  </a:lnTo>
                  <a:lnTo>
                    <a:pt x="4710" y="1201"/>
                  </a:lnTo>
                  <a:lnTo>
                    <a:pt x="4723" y="1221"/>
                  </a:lnTo>
                  <a:lnTo>
                    <a:pt x="4721" y="1296"/>
                  </a:lnTo>
                  <a:lnTo>
                    <a:pt x="4672" y="1352"/>
                  </a:lnTo>
                  <a:lnTo>
                    <a:pt x="4609" y="1331"/>
                  </a:lnTo>
                  <a:lnTo>
                    <a:pt x="4496" y="1269"/>
                  </a:lnTo>
                  <a:lnTo>
                    <a:pt x="4542" y="1335"/>
                  </a:lnTo>
                  <a:lnTo>
                    <a:pt x="4579" y="1382"/>
                  </a:lnTo>
                  <a:lnTo>
                    <a:pt x="4575" y="1409"/>
                  </a:lnTo>
                  <a:lnTo>
                    <a:pt x="4431" y="1378"/>
                  </a:lnTo>
                  <a:lnTo>
                    <a:pt x="4330" y="1333"/>
                  </a:lnTo>
                  <a:lnTo>
                    <a:pt x="4281" y="1296"/>
                  </a:lnTo>
                  <a:lnTo>
                    <a:pt x="4313" y="1274"/>
                  </a:lnTo>
                  <a:lnTo>
                    <a:pt x="4250" y="1235"/>
                  </a:lnTo>
                  <a:lnTo>
                    <a:pt x="4189" y="1198"/>
                  </a:lnTo>
                  <a:lnTo>
                    <a:pt x="4176" y="1220"/>
                  </a:lnTo>
                  <a:lnTo>
                    <a:pt x="4002" y="1232"/>
                  </a:lnTo>
                  <a:lnTo>
                    <a:pt x="3970" y="1206"/>
                  </a:lnTo>
                  <a:lnTo>
                    <a:pt x="4044" y="1151"/>
                  </a:lnTo>
                  <a:lnTo>
                    <a:pt x="4152" y="1149"/>
                  </a:lnTo>
                  <a:lnTo>
                    <a:pt x="4275" y="1140"/>
                  </a:lnTo>
                  <a:lnTo>
                    <a:pt x="4273" y="1113"/>
                  </a:lnTo>
                  <a:lnTo>
                    <a:pt x="4317" y="1076"/>
                  </a:lnTo>
                  <a:lnTo>
                    <a:pt x="4435" y="1004"/>
                  </a:lnTo>
                  <a:lnTo>
                    <a:pt x="4441" y="971"/>
                  </a:lnTo>
                  <a:lnTo>
                    <a:pt x="4436" y="946"/>
                  </a:lnTo>
                  <a:lnTo>
                    <a:pt x="4376" y="911"/>
                  </a:lnTo>
                  <a:lnTo>
                    <a:pt x="4282" y="887"/>
                  </a:lnTo>
                  <a:lnTo>
                    <a:pt x="4330" y="868"/>
                  </a:lnTo>
                  <a:lnTo>
                    <a:pt x="4305" y="824"/>
                  </a:lnTo>
                  <a:lnTo>
                    <a:pt x="4260" y="820"/>
                  </a:lnTo>
                  <a:lnTo>
                    <a:pt x="4235" y="796"/>
                  </a:lnTo>
                  <a:lnTo>
                    <a:pt x="4191" y="817"/>
                  </a:lnTo>
                  <a:lnTo>
                    <a:pt x="4086" y="826"/>
                  </a:lnTo>
                  <a:lnTo>
                    <a:pt x="3902" y="810"/>
                  </a:lnTo>
                  <a:lnTo>
                    <a:pt x="3805" y="789"/>
                  </a:lnTo>
                  <a:lnTo>
                    <a:pt x="3727" y="779"/>
                  </a:lnTo>
                  <a:lnTo>
                    <a:pt x="3704" y="754"/>
                  </a:lnTo>
                  <a:lnTo>
                    <a:pt x="3787" y="722"/>
                  </a:lnTo>
                  <a:lnTo>
                    <a:pt x="3712" y="722"/>
                  </a:lnTo>
                  <a:lnTo>
                    <a:pt x="3758" y="652"/>
                  </a:lnTo>
                  <a:lnTo>
                    <a:pt x="3854" y="592"/>
                  </a:lnTo>
                  <a:lnTo>
                    <a:pt x="3932" y="565"/>
                  </a:lnTo>
                  <a:lnTo>
                    <a:pt x="4081" y="547"/>
                  </a:lnTo>
                  <a:lnTo>
                    <a:pt x="4004" y="590"/>
                  </a:lnTo>
                  <a:moveTo>
                    <a:pt x="4530" y="594"/>
                  </a:moveTo>
                  <a:lnTo>
                    <a:pt x="4520" y="612"/>
                  </a:lnTo>
                  <a:lnTo>
                    <a:pt x="4467" y="610"/>
                  </a:lnTo>
                  <a:lnTo>
                    <a:pt x="4412" y="609"/>
                  </a:lnTo>
                  <a:lnTo>
                    <a:pt x="4347" y="618"/>
                  </a:lnTo>
                  <a:lnTo>
                    <a:pt x="4336" y="614"/>
                  </a:lnTo>
                  <a:lnTo>
                    <a:pt x="4308" y="578"/>
                  </a:lnTo>
                  <a:lnTo>
                    <a:pt x="4331" y="554"/>
                  </a:lnTo>
                  <a:lnTo>
                    <a:pt x="4359" y="550"/>
                  </a:lnTo>
                  <a:lnTo>
                    <a:pt x="4471" y="557"/>
                  </a:lnTo>
                  <a:lnTo>
                    <a:pt x="4530" y="594"/>
                  </a:lnTo>
                  <a:moveTo>
                    <a:pt x="3095" y="573"/>
                  </a:moveTo>
                  <a:lnTo>
                    <a:pt x="3001" y="617"/>
                  </a:lnTo>
                  <a:lnTo>
                    <a:pt x="2972" y="570"/>
                  </a:lnTo>
                  <a:lnTo>
                    <a:pt x="3000" y="561"/>
                  </a:lnTo>
                  <a:lnTo>
                    <a:pt x="3072" y="558"/>
                  </a:lnTo>
                  <a:lnTo>
                    <a:pt x="3095" y="573"/>
                  </a:lnTo>
                  <a:moveTo>
                    <a:pt x="2573" y="593"/>
                  </a:moveTo>
                  <a:lnTo>
                    <a:pt x="2509" y="624"/>
                  </a:lnTo>
                  <a:lnTo>
                    <a:pt x="2649" y="604"/>
                  </a:lnTo>
                  <a:lnTo>
                    <a:pt x="2682" y="638"/>
                  </a:lnTo>
                  <a:lnTo>
                    <a:pt x="2780" y="603"/>
                  </a:lnTo>
                  <a:lnTo>
                    <a:pt x="2803" y="625"/>
                  </a:lnTo>
                  <a:lnTo>
                    <a:pt x="2772" y="692"/>
                  </a:lnTo>
                  <a:lnTo>
                    <a:pt x="2829" y="664"/>
                  </a:lnTo>
                  <a:lnTo>
                    <a:pt x="2869" y="595"/>
                  </a:lnTo>
                  <a:lnTo>
                    <a:pt x="2926" y="585"/>
                  </a:lnTo>
                  <a:lnTo>
                    <a:pt x="2965" y="596"/>
                  </a:lnTo>
                  <a:lnTo>
                    <a:pt x="2994" y="623"/>
                  </a:lnTo>
                  <a:lnTo>
                    <a:pt x="2956" y="689"/>
                  </a:lnTo>
                  <a:lnTo>
                    <a:pt x="2922" y="738"/>
                  </a:lnTo>
                  <a:lnTo>
                    <a:pt x="2976" y="773"/>
                  </a:lnTo>
                  <a:lnTo>
                    <a:pt x="3041" y="806"/>
                  </a:lnTo>
                  <a:lnTo>
                    <a:pt x="3005" y="837"/>
                  </a:lnTo>
                  <a:lnTo>
                    <a:pt x="2910" y="843"/>
                  </a:lnTo>
                  <a:lnTo>
                    <a:pt x="2919" y="870"/>
                  </a:lnTo>
                  <a:lnTo>
                    <a:pt x="2875" y="897"/>
                  </a:lnTo>
                  <a:lnTo>
                    <a:pt x="2787" y="885"/>
                  </a:lnTo>
                  <a:lnTo>
                    <a:pt x="2712" y="866"/>
                  </a:lnTo>
                  <a:lnTo>
                    <a:pt x="2644" y="870"/>
                  </a:lnTo>
                  <a:lnTo>
                    <a:pt x="2517" y="895"/>
                  </a:lnTo>
                  <a:lnTo>
                    <a:pt x="2367" y="906"/>
                  </a:lnTo>
                  <a:lnTo>
                    <a:pt x="2263" y="912"/>
                  </a:lnTo>
                  <a:lnTo>
                    <a:pt x="2269" y="878"/>
                  </a:lnTo>
                  <a:lnTo>
                    <a:pt x="2215" y="859"/>
                  </a:lnTo>
                  <a:lnTo>
                    <a:pt x="2158" y="867"/>
                  </a:lnTo>
                  <a:lnTo>
                    <a:pt x="2154" y="810"/>
                  </a:lnTo>
                  <a:lnTo>
                    <a:pt x="2198" y="803"/>
                  </a:lnTo>
                  <a:lnTo>
                    <a:pt x="2294" y="791"/>
                  </a:lnTo>
                  <a:lnTo>
                    <a:pt x="2367" y="794"/>
                  </a:lnTo>
                  <a:lnTo>
                    <a:pt x="2450" y="782"/>
                  </a:lnTo>
                  <a:lnTo>
                    <a:pt x="2365" y="765"/>
                  </a:lnTo>
                  <a:lnTo>
                    <a:pt x="2244" y="771"/>
                  </a:lnTo>
                  <a:lnTo>
                    <a:pt x="2170" y="770"/>
                  </a:lnTo>
                  <a:lnTo>
                    <a:pt x="2171" y="744"/>
                  </a:lnTo>
                  <a:lnTo>
                    <a:pt x="2326" y="716"/>
                  </a:lnTo>
                  <a:lnTo>
                    <a:pt x="2244" y="717"/>
                  </a:lnTo>
                  <a:lnTo>
                    <a:pt x="2172" y="699"/>
                  </a:lnTo>
                  <a:lnTo>
                    <a:pt x="2278" y="647"/>
                  </a:lnTo>
                  <a:lnTo>
                    <a:pt x="2347" y="620"/>
                  </a:lnTo>
                  <a:lnTo>
                    <a:pt x="2535" y="580"/>
                  </a:lnTo>
                  <a:lnTo>
                    <a:pt x="2573" y="593"/>
                  </a:lnTo>
                  <a:moveTo>
                    <a:pt x="3571" y="843"/>
                  </a:moveTo>
                  <a:lnTo>
                    <a:pt x="3509" y="917"/>
                  </a:lnTo>
                  <a:lnTo>
                    <a:pt x="3629" y="860"/>
                  </a:lnTo>
                  <a:lnTo>
                    <a:pt x="3656" y="907"/>
                  </a:lnTo>
                  <a:lnTo>
                    <a:pt x="3596" y="961"/>
                  </a:lnTo>
                  <a:lnTo>
                    <a:pt x="3611" y="1010"/>
                  </a:lnTo>
                  <a:lnTo>
                    <a:pt x="3711" y="957"/>
                  </a:lnTo>
                  <a:lnTo>
                    <a:pt x="3800" y="894"/>
                  </a:lnTo>
                  <a:lnTo>
                    <a:pt x="3866" y="816"/>
                  </a:lnTo>
                  <a:lnTo>
                    <a:pt x="3938" y="821"/>
                  </a:lnTo>
                  <a:lnTo>
                    <a:pt x="4010" y="832"/>
                  </a:lnTo>
                  <a:lnTo>
                    <a:pt x="4055" y="867"/>
                  </a:lnTo>
                  <a:lnTo>
                    <a:pt x="4032" y="903"/>
                  </a:lnTo>
                  <a:lnTo>
                    <a:pt x="3962" y="942"/>
                  </a:lnTo>
                  <a:lnTo>
                    <a:pt x="3972" y="981"/>
                  </a:lnTo>
                  <a:lnTo>
                    <a:pt x="3939" y="1016"/>
                  </a:lnTo>
                  <a:lnTo>
                    <a:pt x="3792" y="1068"/>
                  </a:lnTo>
                  <a:lnTo>
                    <a:pt x="3706" y="1080"/>
                  </a:lnTo>
                  <a:lnTo>
                    <a:pt x="3664" y="1057"/>
                  </a:lnTo>
                  <a:lnTo>
                    <a:pt x="3619" y="1095"/>
                  </a:lnTo>
                  <a:lnTo>
                    <a:pt x="3518" y="1158"/>
                  </a:lnTo>
                  <a:lnTo>
                    <a:pt x="3477" y="1191"/>
                  </a:lnTo>
                  <a:lnTo>
                    <a:pt x="3373" y="1242"/>
                  </a:lnTo>
                  <a:lnTo>
                    <a:pt x="3287" y="1247"/>
                  </a:lnTo>
                  <a:lnTo>
                    <a:pt x="3218" y="1280"/>
                  </a:lnTo>
                  <a:lnTo>
                    <a:pt x="3178" y="1330"/>
                  </a:lnTo>
                  <a:lnTo>
                    <a:pt x="3103" y="1339"/>
                  </a:lnTo>
                  <a:lnTo>
                    <a:pt x="2985" y="1402"/>
                  </a:lnTo>
                  <a:lnTo>
                    <a:pt x="2858" y="1490"/>
                  </a:lnTo>
                  <a:lnTo>
                    <a:pt x="2792" y="1552"/>
                  </a:lnTo>
                  <a:lnTo>
                    <a:pt x="2726" y="1644"/>
                  </a:lnTo>
                  <a:lnTo>
                    <a:pt x="2806" y="1657"/>
                  </a:lnTo>
                  <a:lnTo>
                    <a:pt x="2785" y="1732"/>
                  </a:lnTo>
                  <a:lnTo>
                    <a:pt x="2776" y="1793"/>
                  </a:lnTo>
                  <a:lnTo>
                    <a:pt x="2872" y="1777"/>
                  </a:lnTo>
                  <a:lnTo>
                    <a:pt x="2966" y="1812"/>
                  </a:lnTo>
                  <a:lnTo>
                    <a:pt x="3010" y="1842"/>
                  </a:lnTo>
                  <a:lnTo>
                    <a:pt x="3032" y="1880"/>
                  </a:lnTo>
                  <a:lnTo>
                    <a:pt x="3098" y="1903"/>
                  </a:lnTo>
                  <a:lnTo>
                    <a:pt x="3146" y="1937"/>
                  </a:lnTo>
                  <a:lnTo>
                    <a:pt x="3247" y="1941"/>
                  </a:lnTo>
                  <a:lnTo>
                    <a:pt x="3311" y="1949"/>
                  </a:lnTo>
                  <a:lnTo>
                    <a:pt x="3264" y="2020"/>
                  </a:lnTo>
                  <a:lnTo>
                    <a:pt x="3242" y="2102"/>
                  </a:lnTo>
                  <a:lnTo>
                    <a:pt x="3244" y="2194"/>
                  </a:lnTo>
                  <a:lnTo>
                    <a:pt x="3304" y="2272"/>
                  </a:lnTo>
                  <a:lnTo>
                    <a:pt x="3366" y="2245"/>
                  </a:lnTo>
                  <a:lnTo>
                    <a:pt x="3439" y="2160"/>
                  </a:lnTo>
                  <a:lnTo>
                    <a:pt x="3468" y="2031"/>
                  </a:lnTo>
                  <a:lnTo>
                    <a:pt x="3445" y="1988"/>
                  </a:lnTo>
                  <a:lnTo>
                    <a:pt x="3565" y="1950"/>
                  </a:lnTo>
                  <a:lnTo>
                    <a:pt x="3664" y="1893"/>
                  </a:lnTo>
                  <a:lnTo>
                    <a:pt x="3727" y="1837"/>
                  </a:lnTo>
                  <a:lnTo>
                    <a:pt x="3750" y="1783"/>
                  </a:lnTo>
                  <a:lnTo>
                    <a:pt x="3744" y="1715"/>
                  </a:lnTo>
                  <a:lnTo>
                    <a:pt x="3702" y="1655"/>
                  </a:lnTo>
                  <a:lnTo>
                    <a:pt x="3820" y="1572"/>
                  </a:lnTo>
                  <a:lnTo>
                    <a:pt x="3835" y="1501"/>
                  </a:lnTo>
                  <a:lnTo>
                    <a:pt x="3888" y="1379"/>
                  </a:lnTo>
                  <a:lnTo>
                    <a:pt x="3939" y="1361"/>
                  </a:lnTo>
                  <a:lnTo>
                    <a:pt x="4028" y="1382"/>
                  </a:lnTo>
                  <a:lnTo>
                    <a:pt x="4084" y="1390"/>
                  </a:lnTo>
                  <a:lnTo>
                    <a:pt x="4144" y="1370"/>
                  </a:lnTo>
                  <a:lnTo>
                    <a:pt x="4184" y="1396"/>
                  </a:lnTo>
                  <a:lnTo>
                    <a:pt x="4232" y="1441"/>
                  </a:lnTo>
                  <a:lnTo>
                    <a:pt x="4233" y="1471"/>
                  </a:lnTo>
                  <a:lnTo>
                    <a:pt x="4337" y="1477"/>
                  </a:lnTo>
                  <a:lnTo>
                    <a:pt x="4301" y="1543"/>
                  </a:lnTo>
                  <a:lnTo>
                    <a:pt x="4270" y="1643"/>
                  </a:lnTo>
                  <a:lnTo>
                    <a:pt x="4320" y="1656"/>
                  </a:lnTo>
                  <a:lnTo>
                    <a:pt x="4342" y="1702"/>
                  </a:lnTo>
                  <a:lnTo>
                    <a:pt x="4451" y="1658"/>
                  </a:lnTo>
                  <a:lnTo>
                    <a:pt x="4550" y="1571"/>
                  </a:lnTo>
                  <a:lnTo>
                    <a:pt x="4608" y="1534"/>
                  </a:lnTo>
                  <a:lnTo>
                    <a:pt x="4621" y="1605"/>
                  </a:lnTo>
                  <a:lnTo>
                    <a:pt x="4655" y="1706"/>
                  </a:lnTo>
                  <a:lnTo>
                    <a:pt x="4683" y="1802"/>
                  </a:lnTo>
                  <a:lnTo>
                    <a:pt x="4637" y="1853"/>
                  </a:lnTo>
                  <a:lnTo>
                    <a:pt x="4702" y="1898"/>
                  </a:lnTo>
                  <a:lnTo>
                    <a:pt x="4740" y="1945"/>
                  </a:lnTo>
                  <a:lnTo>
                    <a:pt x="4833" y="1966"/>
                  </a:lnTo>
                  <a:lnTo>
                    <a:pt x="4864" y="1992"/>
                  </a:lnTo>
                  <a:lnTo>
                    <a:pt x="4864" y="2061"/>
                  </a:lnTo>
                  <a:lnTo>
                    <a:pt x="4910" y="2072"/>
                  </a:lnTo>
                  <a:lnTo>
                    <a:pt x="4925" y="2102"/>
                  </a:lnTo>
                  <a:lnTo>
                    <a:pt x="4899" y="2195"/>
                  </a:lnTo>
                  <a:lnTo>
                    <a:pt x="4842" y="2226"/>
                  </a:lnTo>
                  <a:lnTo>
                    <a:pt x="4786" y="2254"/>
                  </a:lnTo>
                  <a:lnTo>
                    <a:pt x="4670" y="2284"/>
                  </a:lnTo>
                  <a:lnTo>
                    <a:pt x="4565" y="2352"/>
                  </a:lnTo>
                  <a:lnTo>
                    <a:pt x="4450" y="2365"/>
                  </a:lnTo>
                  <a:lnTo>
                    <a:pt x="4317" y="2348"/>
                  </a:lnTo>
                  <a:lnTo>
                    <a:pt x="4219" y="2347"/>
                  </a:lnTo>
                  <a:lnTo>
                    <a:pt x="4149" y="2353"/>
                  </a:lnTo>
                  <a:lnTo>
                    <a:pt x="4073" y="2412"/>
                  </a:lnTo>
                  <a:lnTo>
                    <a:pt x="3976" y="2449"/>
                  </a:lnTo>
                  <a:lnTo>
                    <a:pt x="3840" y="2559"/>
                  </a:lnTo>
                  <a:lnTo>
                    <a:pt x="3736" y="2636"/>
                  </a:lnTo>
                  <a:lnTo>
                    <a:pt x="3798" y="2622"/>
                  </a:lnTo>
                  <a:lnTo>
                    <a:pt x="3943" y="2513"/>
                  </a:lnTo>
                  <a:lnTo>
                    <a:pt x="4107" y="2444"/>
                  </a:lnTo>
                  <a:lnTo>
                    <a:pt x="4208" y="2435"/>
                  </a:lnTo>
                  <a:lnTo>
                    <a:pt x="4252" y="2476"/>
                  </a:lnTo>
                  <a:lnTo>
                    <a:pt x="4171" y="2532"/>
                  </a:lnTo>
                  <a:lnTo>
                    <a:pt x="4162" y="2622"/>
                  </a:lnTo>
                  <a:lnTo>
                    <a:pt x="4164" y="2685"/>
                  </a:lnTo>
                  <a:lnTo>
                    <a:pt x="4238" y="2727"/>
                  </a:lnTo>
                  <a:lnTo>
                    <a:pt x="4353" y="2715"/>
                  </a:lnTo>
                  <a:lnTo>
                    <a:pt x="4448" y="2621"/>
                  </a:lnTo>
                  <a:lnTo>
                    <a:pt x="4434" y="2681"/>
                  </a:lnTo>
                  <a:lnTo>
                    <a:pt x="4469" y="2712"/>
                  </a:lnTo>
                  <a:lnTo>
                    <a:pt x="4370" y="2766"/>
                  </a:lnTo>
                  <a:lnTo>
                    <a:pt x="4206" y="2816"/>
                  </a:lnTo>
                  <a:lnTo>
                    <a:pt x="4129" y="2850"/>
                  </a:lnTo>
                  <a:lnTo>
                    <a:pt x="4035" y="2911"/>
                  </a:lnTo>
                  <a:lnTo>
                    <a:pt x="3985" y="2905"/>
                  </a:lnTo>
                  <a:lnTo>
                    <a:pt x="4004" y="2834"/>
                  </a:lnTo>
                  <a:lnTo>
                    <a:pt x="4142" y="2764"/>
                  </a:lnTo>
                  <a:lnTo>
                    <a:pt x="4034" y="2767"/>
                  </a:lnTo>
                  <a:lnTo>
                    <a:pt x="3955" y="2777"/>
                  </a:lnTo>
                  <a:lnTo>
                    <a:pt x="3927" y="2730"/>
                  </a:lnTo>
                  <a:lnTo>
                    <a:pt x="3965" y="2616"/>
                  </a:lnTo>
                  <a:lnTo>
                    <a:pt x="3943" y="2592"/>
                  </a:lnTo>
                  <a:lnTo>
                    <a:pt x="3894" y="2606"/>
                  </a:lnTo>
                  <a:lnTo>
                    <a:pt x="3879" y="2584"/>
                  </a:lnTo>
                  <a:lnTo>
                    <a:pt x="3806" y="2647"/>
                  </a:lnTo>
                  <a:lnTo>
                    <a:pt x="3764" y="2712"/>
                  </a:lnTo>
                  <a:lnTo>
                    <a:pt x="3727" y="2750"/>
                  </a:lnTo>
                  <a:lnTo>
                    <a:pt x="3694" y="2763"/>
                  </a:lnTo>
                  <a:lnTo>
                    <a:pt x="3671" y="2767"/>
                  </a:lnTo>
                  <a:lnTo>
                    <a:pt x="3657" y="2788"/>
                  </a:lnTo>
                  <a:lnTo>
                    <a:pt x="3533" y="2788"/>
                  </a:lnTo>
                  <a:lnTo>
                    <a:pt x="3430" y="2789"/>
                  </a:lnTo>
                  <a:lnTo>
                    <a:pt x="3394" y="2804"/>
                  </a:lnTo>
                  <a:lnTo>
                    <a:pt x="3301" y="2864"/>
                  </a:lnTo>
                  <a:lnTo>
                    <a:pt x="3291" y="2871"/>
                  </a:lnTo>
                  <a:lnTo>
                    <a:pt x="3258" y="2904"/>
                  </a:lnTo>
                  <a:lnTo>
                    <a:pt x="3195" y="2904"/>
                  </a:lnTo>
                  <a:lnTo>
                    <a:pt x="3128" y="2904"/>
                  </a:lnTo>
                  <a:lnTo>
                    <a:pt x="3093" y="2917"/>
                  </a:lnTo>
                  <a:lnTo>
                    <a:pt x="3098" y="2934"/>
                  </a:lnTo>
                  <a:lnTo>
                    <a:pt x="3095" y="2960"/>
                  </a:lnTo>
                  <a:lnTo>
                    <a:pt x="3091" y="2968"/>
                  </a:lnTo>
                  <a:lnTo>
                    <a:pt x="2987" y="3010"/>
                  </a:lnTo>
                  <a:lnTo>
                    <a:pt x="2912" y="3023"/>
                  </a:lnTo>
                  <a:lnTo>
                    <a:pt x="2816" y="3068"/>
                  </a:lnTo>
                  <a:lnTo>
                    <a:pt x="2799" y="3068"/>
                  </a:lnTo>
                  <a:lnTo>
                    <a:pt x="2780" y="3055"/>
                  </a:lnTo>
                  <a:lnTo>
                    <a:pt x="2777" y="3043"/>
                  </a:lnTo>
                  <a:lnTo>
                    <a:pt x="2782" y="3034"/>
                  </a:lnTo>
                  <a:lnTo>
                    <a:pt x="2807" y="3005"/>
                  </a:lnTo>
                  <a:lnTo>
                    <a:pt x="2856" y="2958"/>
                  </a:lnTo>
                  <a:lnTo>
                    <a:pt x="2894" y="2909"/>
                  </a:lnTo>
                  <a:lnTo>
                    <a:pt x="2908" y="2836"/>
                  </a:lnTo>
                  <a:lnTo>
                    <a:pt x="2923" y="2760"/>
                  </a:lnTo>
                  <a:lnTo>
                    <a:pt x="2868" y="2720"/>
                  </a:lnTo>
                  <a:lnTo>
                    <a:pt x="2882" y="2705"/>
                  </a:lnTo>
                  <a:lnTo>
                    <a:pt x="2877" y="2695"/>
                  </a:lnTo>
                  <a:lnTo>
                    <a:pt x="2858" y="2695"/>
                  </a:lnTo>
                  <a:lnTo>
                    <a:pt x="2850" y="2682"/>
                  </a:lnTo>
                  <a:lnTo>
                    <a:pt x="2855" y="2662"/>
                  </a:lnTo>
                  <a:lnTo>
                    <a:pt x="2838" y="2671"/>
                  </a:lnTo>
                  <a:lnTo>
                    <a:pt x="2822" y="2668"/>
                  </a:lnTo>
                  <a:lnTo>
                    <a:pt x="2829" y="2660"/>
                  </a:lnTo>
                  <a:lnTo>
                    <a:pt x="2817" y="2652"/>
                  </a:lnTo>
                  <a:lnTo>
                    <a:pt x="2820" y="2630"/>
                  </a:lnTo>
                  <a:lnTo>
                    <a:pt x="2779" y="2603"/>
                  </a:lnTo>
                  <a:lnTo>
                    <a:pt x="2738" y="2575"/>
                  </a:lnTo>
                  <a:lnTo>
                    <a:pt x="2687" y="2543"/>
                  </a:lnTo>
                  <a:lnTo>
                    <a:pt x="2639" y="2513"/>
                  </a:lnTo>
                  <a:lnTo>
                    <a:pt x="2569" y="2536"/>
                  </a:lnTo>
                  <a:lnTo>
                    <a:pt x="2547" y="2537"/>
                  </a:lnTo>
                  <a:lnTo>
                    <a:pt x="2475" y="2515"/>
                  </a:lnTo>
                  <a:lnTo>
                    <a:pt x="2416" y="2526"/>
                  </a:lnTo>
                  <a:lnTo>
                    <a:pt x="2365" y="2500"/>
                  </a:lnTo>
                  <a:lnTo>
                    <a:pt x="2304" y="2487"/>
                  </a:lnTo>
                  <a:lnTo>
                    <a:pt x="2260" y="2482"/>
                  </a:lnTo>
                  <a:lnTo>
                    <a:pt x="2247" y="2468"/>
                  </a:lnTo>
                  <a:lnTo>
                    <a:pt x="2258" y="2422"/>
                  </a:lnTo>
                  <a:lnTo>
                    <a:pt x="2236" y="2423"/>
                  </a:lnTo>
                  <a:lnTo>
                    <a:pt x="2219" y="2455"/>
                  </a:lnTo>
                  <a:lnTo>
                    <a:pt x="2083" y="2455"/>
                  </a:lnTo>
                  <a:lnTo>
                    <a:pt x="1858" y="2455"/>
                  </a:lnTo>
                  <a:lnTo>
                    <a:pt x="1634" y="2455"/>
                  </a:lnTo>
                  <a:lnTo>
                    <a:pt x="1436" y="2455"/>
                  </a:lnTo>
                  <a:lnTo>
                    <a:pt x="1239" y="2455"/>
                  </a:lnTo>
                  <a:lnTo>
                    <a:pt x="1045" y="2455"/>
                  </a:lnTo>
                  <a:lnTo>
                    <a:pt x="844" y="2455"/>
                  </a:lnTo>
                  <a:lnTo>
                    <a:pt x="779" y="2455"/>
                  </a:lnTo>
                  <a:lnTo>
                    <a:pt x="584" y="2455"/>
                  </a:lnTo>
                  <a:lnTo>
                    <a:pt x="397" y="2455"/>
                  </a:lnTo>
                  <a:lnTo>
                    <a:pt x="388" y="2455"/>
                  </a:lnTo>
                  <a:lnTo>
                    <a:pt x="316" y="2373"/>
                  </a:lnTo>
                  <a:lnTo>
                    <a:pt x="294" y="2337"/>
                  </a:lnTo>
                  <a:lnTo>
                    <a:pt x="200" y="2303"/>
                  </a:lnTo>
                  <a:lnTo>
                    <a:pt x="217" y="2230"/>
                  </a:lnTo>
                  <a:lnTo>
                    <a:pt x="264" y="2180"/>
                  </a:lnTo>
                  <a:lnTo>
                    <a:pt x="209" y="2145"/>
                  </a:lnTo>
                  <a:lnTo>
                    <a:pt x="249" y="2079"/>
                  </a:lnTo>
                  <a:lnTo>
                    <a:pt x="220" y="2019"/>
                  </a:lnTo>
                  <a:lnTo>
                    <a:pt x="253" y="1977"/>
                  </a:lnTo>
                  <a:lnTo>
                    <a:pt x="320" y="1938"/>
                  </a:lnTo>
                  <a:lnTo>
                    <a:pt x="362" y="1887"/>
                  </a:lnTo>
                  <a:lnTo>
                    <a:pt x="300" y="1836"/>
                  </a:lnTo>
                  <a:lnTo>
                    <a:pt x="319" y="1744"/>
                  </a:lnTo>
                  <a:lnTo>
                    <a:pt x="333" y="1687"/>
                  </a:lnTo>
                  <a:lnTo>
                    <a:pt x="311" y="1651"/>
                  </a:lnTo>
                  <a:lnTo>
                    <a:pt x="302" y="1618"/>
                  </a:lnTo>
                  <a:lnTo>
                    <a:pt x="309" y="1577"/>
                  </a:lnTo>
                  <a:lnTo>
                    <a:pt x="224" y="1603"/>
                  </a:lnTo>
                  <a:lnTo>
                    <a:pt x="121" y="1647"/>
                  </a:lnTo>
                  <a:lnTo>
                    <a:pt x="119" y="1595"/>
                  </a:lnTo>
                  <a:lnTo>
                    <a:pt x="111" y="1561"/>
                  </a:lnTo>
                  <a:lnTo>
                    <a:pt x="75" y="1539"/>
                  </a:lnTo>
                  <a:lnTo>
                    <a:pt x="18" y="1536"/>
                  </a:lnTo>
                  <a:lnTo>
                    <a:pt x="510" y="1099"/>
                  </a:lnTo>
                  <a:lnTo>
                    <a:pt x="854" y="828"/>
                  </a:lnTo>
                  <a:lnTo>
                    <a:pt x="933" y="845"/>
                  </a:lnTo>
                  <a:lnTo>
                    <a:pt x="974" y="880"/>
                  </a:lnTo>
                  <a:lnTo>
                    <a:pt x="1022" y="886"/>
                  </a:lnTo>
                  <a:lnTo>
                    <a:pt x="1108" y="856"/>
                  </a:lnTo>
                  <a:lnTo>
                    <a:pt x="1202" y="834"/>
                  </a:lnTo>
                  <a:lnTo>
                    <a:pt x="1272" y="843"/>
                  </a:lnTo>
                  <a:lnTo>
                    <a:pt x="1392" y="812"/>
                  </a:lnTo>
                  <a:lnTo>
                    <a:pt x="1502" y="794"/>
                  </a:lnTo>
                  <a:lnTo>
                    <a:pt x="1503" y="823"/>
                  </a:lnTo>
                  <a:lnTo>
                    <a:pt x="1564" y="807"/>
                  </a:lnTo>
                  <a:lnTo>
                    <a:pt x="1617" y="774"/>
                  </a:lnTo>
                  <a:lnTo>
                    <a:pt x="1644" y="781"/>
                  </a:lnTo>
                  <a:lnTo>
                    <a:pt x="1659" y="845"/>
                  </a:lnTo>
                  <a:lnTo>
                    <a:pt x="1788" y="796"/>
                  </a:lnTo>
                  <a:lnTo>
                    <a:pt x="1732" y="850"/>
                  </a:lnTo>
                  <a:lnTo>
                    <a:pt x="1812" y="839"/>
                  </a:lnTo>
                  <a:lnTo>
                    <a:pt x="1857" y="818"/>
                  </a:lnTo>
                  <a:lnTo>
                    <a:pt x="1917" y="822"/>
                  </a:lnTo>
                  <a:lnTo>
                    <a:pt x="1966" y="852"/>
                  </a:lnTo>
                  <a:lnTo>
                    <a:pt x="2065" y="878"/>
                  </a:lnTo>
                  <a:lnTo>
                    <a:pt x="2127" y="890"/>
                  </a:lnTo>
                  <a:lnTo>
                    <a:pt x="2185" y="886"/>
                  </a:lnTo>
                  <a:lnTo>
                    <a:pt x="2220" y="922"/>
                  </a:lnTo>
                  <a:lnTo>
                    <a:pt x="2105" y="958"/>
                  </a:lnTo>
                  <a:lnTo>
                    <a:pt x="2189" y="974"/>
                  </a:lnTo>
                  <a:lnTo>
                    <a:pt x="2347" y="965"/>
                  </a:lnTo>
                  <a:lnTo>
                    <a:pt x="2407" y="953"/>
                  </a:lnTo>
                  <a:lnTo>
                    <a:pt x="2423" y="997"/>
                  </a:lnTo>
                  <a:lnTo>
                    <a:pt x="2520" y="960"/>
                  </a:lnTo>
                  <a:lnTo>
                    <a:pt x="2494" y="929"/>
                  </a:lnTo>
                  <a:lnTo>
                    <a:pt x="2554" y="904"/>
                  </a:lnTo>
                  <a:lnTo>
                    <a:pt x="2624" y="901"/>
                  </a:lnTo>
                  <a:lnTo>
                    <a:pt x="2675" y="893"/>
                  </a:lnTo>
                  <a:lnTo>
                    <a:pt x="2702" y="911"/>
                  </a:lnTo>
                  <a:lnTo>
                    <a:pt x="2720" y="950"/>
                  </a:lnTo>
                  <a:lnTo>
                    <a:pt x="2787" y="944"/>
                  </a:lnTo>
                  <a:lnTo>
                    <a:pt x="2854" y="977"/>
                  </a:lnTo>
                  <a:lnTo>
                    <a:pt x="2951" y="965"/>
                  </a:lnTo>
                  <a:lnTo>
                    <a:pt x="3030" y="967"/>
                  </a:lnTo>
                  <a:lnTo>
                    <a:pt x="3064" y="922"/>
                  </a:lnTo>
                  <a:lnTo>
                    <a:pt x="3124" y="909"/>
                  </a:lnTo>
                  <a:lnTo>
                    <a:pt x="3188" y="934"/>
                  </a:lnTo>
                  <a:lnTo>
                    <a:pt x="3128" y="1003"/>
                  </a:lnTo>
                  <a:lnTo>
                    <a:pt x="3213" y="945"/>
                  </a:lnTo>
                  <a:lnTo>
                    <a:pt x="3256" y="947"/>
                  </a:lnTo>
                  <a:lnTo>
                    <a:pt x="3344" y="874"/>
                  </a:lnTo>
                  <a:lnTo>
                    <a:pt x="3325" y="830"/>
                  </a:lnTo>
                  <a:lnTo>
                    <a:pt x="3288" y="801"/>
                  </a:lnTo>
                  <a:lnTo>
                    <a:pt x="3365" y="724"/>
                  </a:lnTo>
                  <a:lnTo>
                    <a:pt x="3475" y="674"/>
                  </a:lnTo>
                  <a:lnTo>
                    <a:pt x="3534" y="685"/>
                  </a:lnTo>
                  <a:lnTo>
                    <a:pt x="3559" y="715"/>
                  </a:lnTo>
                  <a:lnTo>
                    <a:pt x="3561" y="794"/>
                  </a:lnTo>
                  <a:lnTo>
                    <a:pt x="3483" y="829"/>
                  </a:lnTo>
                  <a:lnTo>
                    <a:pt x="3571" y="843"/>
                  </a:lnTo>
                  <a:moveTo>
                    <a:pt x="3269" y="871"/>
                  </a:moveTo>
                  <a:lnTo>
                    <a:pt x="3213" y="896"/>
                  </a:lnTo>
                  <a:lnTo>
                    <a:pt x="3159" y="875"/>
                  </a:lnTo>
                  <a:lnTo>
                    <a:pt x="3107" y="882"/>
                  </a:lnTo>
                  <a:lnTo>
                    <a:pt x="3062" y="850"/>
                  </a:lnTo>
                  <a:lnTo>
                    <a:pt x="3131" y="828"/>
                  </a:lnTo>
                  <a:lnTo>
                    <a:pt x="3197" y="797"/>
                  </a:lnTo>
                  <a:lnTo>
                    <a:pt x="3236" y="818"/>
                  </a:lnTo>
                  <a:lnTo>
                    <a:pt x="3257" y="830"/>
                  </a:lnTo>
                  <a:lnTo>
                    <a:pt x="3261" y="844"/>
                  </a:lnTo>
                  <a:lnTo>
                    <a:pt x="3269" y="871"/>
                  </a:lnTo>
                  <a:moveTo>
                    <a:pt x="4250" y="1014"/>
                  </a:moveTo>
                  <a:lnTo>
                    <a:pt x="4184" y="1017"/>
                  </a:lnTo>
                  <a:lnTo>
                    <a:pt x="4195" y="981"/>
                  </a:lnTo>
                  <a:lnTo>
                    <a:pt x="4247" y="940"/>
                  </a:lnTo>
                  <a:lnTo>
                    <a:pt x="4305" y="930"/>
                  </a:lnTo>
                  <a:lnTo>
                    <a:pt x="4334" y="951"/>
                  </a:lnTo>
                  <a:lnTo>
                    <a:pt x="4313" y="982"/>
                  </a:lnTo>
                  <a:lnTo>
                    <a:pt x="4300" y="992"/>
                  </a:lnTo>
                  <a:lnTo>
                    <a:pt x="4250" y="1014"/>
                  </a:lnTo>
                  <a:moveTo>
                    <a:pt x="3649" y="1125"/>
                  </a:moveTo>
                  <a:lnTo>
                    <a:pt x="3636" y="1158"/>
                  </a:lnTo>
                  <a:lnTo>
                    <a:pt x="3673" y="1146"/>
                  </a:lnTo>
                  <a:lnTo>
                    <a:pt x="3692" y="1166"/>
                  </a:lnTo>
                  <a:lnTo>
                    <a:pt x="3737" y="1192"/>
                  </a:lnTo>
                  <a:lnTo>
                    <a:pt x="3787" y="1215"/>
                  </a:lnTo>
                  <a:lnTo>
                    <a:pt x="3768" y="1251"/>
                  </a:lnTo>
                  <a:lnTo>
                    <a:pt x="3814" y="1246"/>
                  </a:lnTo>
                  <a:lnTo>
                    <a:pt x="3839" y="1271"/>
                  </a:lnTo>
                  <a:lnTo>
                    <a:pt x="3772" y="1295"/>
                  </a:lnTo>
                  <a:lnTo>
                    <a:pt x="3693" y="1277"/>
                  </a:lnTo>
                  <a:lnTo>
                    <a:pt x="3684" y="1242"/>
                  </a:lnTo>
                  <a:lnTo>
                    <a:pt x="3599" y="1283"/>
                  </a:lnTo>
                  <a:lnTo>
                    <a:pt x="3489" y="1323"/>
                  </a:lnTo>
                  <a:lnTo>
                    <a:pt x="3500" y="1278"/>
                  </a:lnTo>
                  <a:lnTo>
                    <a:pt x="3416" y="1285"/>
                  </a:lnTo>
                  <a:lnTo>
                    <a:pt x="3493" y="1247"/>
                  </a:lnTo>
                  <a:lnTo>
                    <a:pt x="3543" y="1187"/>
                  </a:lnTo>
                  <a:lnTo>
                    <a:pt x="3612" y="1118"/>
                  </a:lnTo>
                  <a:lnTo>
                    <a:pt x="3649" y="1125"/>
                  </a:lnTo>
                  <a:moveTo>
                    <a:pt x="3684" y="1349"/>
                  </a:moveTo>
                  <a:lnTo>
                    <a:pt x="3588" y="1392"/>
                  </a:lnTo>
                  <a:lnTo>
                    <a:pt x="3547" y="1390"/>
                  </a:lnTo>
                  <a:lnTo>
                    <a:pt x="3548" y="1369"/>
                  </a:lnTo>
                  <a:lnTo>
                    <a:pt x="3615" y="1333"/>
                  </a:lnTo>
                  <a:lnTo>
                    <a:pt x="3695" y="1334"/>
                  </a:lnTo>
                  <a:lnTo>
                    <a:pt x="3684" y="1349"/>
                  </a:lnTo>
                  <a:moveTo>
                    <a:pt x="3812" y="1392"/>
                  </a:moveTo>
                  <a:lnTo>
                    <a:pt x="3764" y="1432"/>
                  </a:lnTo>
                  <a:lnTo>
                    <a:pt x="3741" y="1426"/>
                  </a:lnTo>
                  <a:lnTo>
                    <a:pt x="3740" y="1403"/>
                  </a:lnTo>
                  <a:lnTo>
                    <a:pt x="3746" y="1397"/>
                  </a:lnTo>
                  <a:lnTo>
                    <a:pt x="3783" y="1374"/>
                  </a:lnTo>
                  <a:lnTo>
                    <a:pt x="3807" y="1376"/>
                  </a:lnTo>
                  <a:lnTo>
                    <a:pt x="3812" y="1392"/>
                  </a:lnTo>
                  <a:moveTo>
                    <a:pt x="43" y="2029"/>
                  </a:moveTo>
                  <a:lnTo>
                    <a:pt x="64" y="2040"/>
                  </a:lnTo>
                  <a:lnTo>
                    <a:pt x="130" y="2033"/>
                  </a:lnTo>
                  <a:lnTo>
                    <a:pt x="37" y="2126"/>
                  </a:lnTo>
                  <a:lnTo>
                    <a:pt x="41" y="2192"/>
                  </a:lnTo>
                  <a:lnTo>
                    <a:pt x="15" y="2192"/>
                  </a:lnTo>
                  <a:lnTo>
                    <a:pt x="6" y="2154"/>
                  </a:lnTo>
                  <a:lnTo>
                    <a:pt x="12" y="2116"/>
                  </a:lnTo>
                  <a:lnTo>
                    <a:pt x="0" y="2091"/>
                  </a:lnTo>
                  <a:lnTo>
                    <a:pt x="18" y="2055"/>
                  </a:lnTo>
                  <a:lnTo>
                    <a:pt x="43" y="2029"/>
                  </a:lnTo>
                  <a:moveTo>
                    <a:pt x="4831" y="2315"/>
                  </a:moveTo>
                  <a:lnTo>
                    <a:pt x="4766" y="2387"/>
                  </a:lnTo>
                  <a:lnTo>
                    <a:pt x="4817" y="2359"/>
                  </a:lnTo>
                  <a:lnTo>
                    <a:pt x="4855" y="2377"/>
                  </a:lnTo>
                  <a:lnTo>
                    <a:pt x="4824" y="2406"/>
                  </a:lnTo>
                  <a:lnTo>
                    <a:pt x="4875" y="2429"/>
                  </a:lnTo>
                  <a:lnTo>
                    <a:pt x="4911" y="2409"/>
                  </a:lnTo>
                  <a:lnTo>
                    <a:pt x="4969" y="2434"/>
                  </a:lnTo>
                  <a:lnTo>
                    <a:pt x="4932" y="2495"/>
                  </a:lnTo>
                  <a:lnTo>
                    <a:pt x="4982" y="2481"/>
                  </a:lnTo>
                  <a:lnTo>
                    <a:pt x="4978" y="2525"/>
                  </a:lnTo>
                  <a:lnTo>
                    <a:pt x="4985" y="2577"/>
                  </a:lnTo>
                  <a:lnTo>
                    <a:pt x="4937" y="2650"/>
                  </a:lnTo>
                  <a:lnTo>
                    <a:pt x="4906" y="2653"/>
                  </a:lnTo>
                  <a:lnTo>
                    <a:pt x="4866" y="2637"/>
                  </a:lnTo>
                  <a:lnTo>
                    <a:pt x="4899" y="2569"/>
                  </a:lnTo>
                  <a:lnTo>
                    <a:pt x="4884" y="2559"/>
                  </a:lnTo>
                  <a:lnTo>
                    <a:pt x="4786" y="2631"/>
                  </a:lnTo>
                  <a:lnTo>
                    <a:pt x="4747" y="2628"/>
                  </a:lnTo>
                  <a:lnTo>
                    <a:pt x="4805" y="2589"/>
                  </a:lnTo>
                  <a:lnTo>
                    <a:pt x="4747" y="2569"/>
                  </a:lnTo>
                  <a:lnTo>
                    <a:pt x="4675" y="2574"/>
                  </a:lnTo>
                  <a:lnTo>
                    <a:pt x="4546" y="2571"/>
                  </a:lnTo>
                  <a:lnTo>
                    <a:pt x="4544" y="2546"/>
                  </a:lnTo>
                  <a:lnTo>
                    <a:pt x="4594" y="2517"/>
                  </a:lnTo>
                  <a:lnTo>
                    <a:pt x="4572" y="2494"/>
                  </a:lnTo>
                  <a:lnTo>
                    <a:pt x="4643" y="2444"/>
                  </a:lnTo>
                  <a:lnTo>
                    <a:pt x="4753" y="2312"/>
                  </a:lnTo>
                  <a:lnTo>
                    <a:pt x="4808" y="2265"/>
                  </a:lnTo>
                  <a:lnTo>
                    <a:pt x="4873" y="2237"/>
                  </a:lnTo>
                  <a:lnTo>
                    <a:pt x="4902" y="2241"/>
                  </a:lnTo>
                  <a:lnTo>
                    <a:pt x="4883" y="2263"/>
                  </a:lnTo>
                  <a:lnTo>
                    <a:pt x="4831" y="2315"/>
                  </a:lnTo>
                  <a:moveTo>
                    <a:pt x="326" y="2496"/>
                  </a:moveTo>
                  <a:lnTo>
                    <a:pt x="285" y="2507"/>
                  </a:lnTo>
                  <a:lnTo>
                    <a:pt x="202" y="2469"/>
                  </a:lnTo>
                  <a:lnTo>
                    <a:pt x="202" y="2440"/>
                  </a:lnTo>
                  <a:lnTo>
                    <a:pt x="163" y="2411"/>
                  </a:lnTo>
                  <a:lnTo>
                    <a:pt x="167" y="2387"/>
                  </a:lnTo>
                  <a:lnTo>
                    <a:pt x="110" y="2372"/>
                  </a:lnTo>
                  <a:lnTo>
                    <a:pt x="117" y="2327"/>
                  </a:lnTo>
                  <a:lnTo>
                    <a:pt x="137" y="2308"/>
                  </a:lnTo>
                  <a:lnTo>
                    <a:pt x="192" y="2326"/>
                  </a:lnTo>
                  <a:lnTo>
                    <a:pt x="223" y="2339"/>
                  </a:lnTo>
                  <a:lnTo>
                    <a:pt x="278" y="2347"/>
                  </a:lnTo>
                  <a:lnTo>
                    <a:pt x="281" y="2376"/>
                  </a:lnTo>
                  <a:lnTo>
                    <a:pt x="286" y="2415"/>
                  </a:lnTo>
                  <a:lnTo>
                    <a:pt x="329" y="2450"/>
                  </a:lnTo>
                  <a:lnTo>
                    <a:pt x="326" y="2496"/>
                  </a:lnTo>
                  <a:moveTo>
                    <a:pt x="4418" y="2446"/>
                  </a:moveTo>
                  <a:lnTo>
                    <a:pt x="4385" y="2448"/>
                  </a:lnTo>
                  <a:lnTo>
                    <a:pt x="4309" y="2422"/>
                  </a:lnTo>
                  <a:lnTo>
                    <a:pt x="4262" y="2382"/>
                  </a:lnTo>
                  <a:lnTo>
                    <a:pt x="4287" y="2375"/>
                  </a:lnTo>
                  <a:lnTo>
                    <a:pt x="4366" y="2396"/>
                  </a:lnTo>
                  <a:lnTo>
                    <a:pt x="4421" y="2431"/>
                  </a:lnTo>
                  <a:lnTo>
                    <a:pt x="4418" y="2446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4" name="Freeform 37">
              <a:extLst>
                <a:ext uri="{FF2B5EF4-FFF2-40B4-BE49-F238E27FC236}">
                  <a16:creationId xmlns:a16="http://schemas.microsoft.com/office/drawing/2014/main" id="{BB29B34C-D0C3-A7EE-C9B1-0A8D8F7FF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1014" y="2336800"/>
              <a:ext cx="112713" cy="66675"/>
            </a:xfrm>
            <a:custGeom>
              <a:avLst/>
              <a:gdLst>
                <a:gd name="T0" fmla="*/ 57 w 71"/>
                <a:gd name="T1" fmla="*/ 6 h 42"/>
                <a:gd name="T2" fmla="*/ 58 w 71"/>
                <a:gd name="T3" fmla="*/ 10 h 42"/>
                <a:gd name="T4" fmla="*/ 56 w 71"/>
                <a:gd name="T5" fmla="*/ 15 h 42"/>
                <a:gd name="T6" fmla="*/ 63 w 71"/>
                <a:gd name="T7" fmla="*/ 19 h 42"/>
                <a:gd name="T8" fmla="*/ 71 w 71"/>
                <a:gd name="T9" fmla="*/ 19 h 42"/>
                <a:gd name="T10" fmla="*/ 71 w 71"/>
                <a:gd name="T11" fmla="*/ 27 h 42"/>
                <a:gd name="T12" fmla="*/ 64 w 71"/>
                <a:gd name="T13" fmla="*/ 31 h 42"/>
                <a:gd name="T14" fmla="*/ 51 w 71"/>
                <a:gd name="T15" fmla="*/ 28 h 42"/>
                <a:gd name="T16" fmla="*/ 48 w 71"/>
                <a:gd name="T17" fmla="*/ 37 h 42"/>
                <a:gd name="T18" fmla="*/ 40 w 71"/>
                <a:gd name="T19" fmla="*/ 37 h 42"/>
                <a:gd name="T20" fmla="*/ 38 w 71"/>
                <a:gd name="T21" fmla="*/ 34 h 42"/>
                <a:gd name="T22" fmla="*/ 29 w 71"/>
                <a:gd name="T23" fmla="*/ 41 h 42"/>
                <a:gd name="T24" fmla="*/ 21 w 71"/>
                <a:gd name="T25" fmla="*/ 42 h 42"/>
                <a:gd name="T26" fmla="*/ 13 w 71"/>
                <a:gd name="T27" fmla="*/ 38 h 42"/>
                <a:gd name="T28" fmla="*/ 8 w 71"/>
                <a:gd name="T29" fmla="*/ 29 h 42"/>
                <a:gd name="T30" fmla="*/ 0 w 71"/>
                <a:gd name="T31" fmla="*/ 32 h 42"/>
                <a:gd name="T32" fmla="*/ 0 w 71"/>
                <a:gd name="T33" fmla="*/ 22 h 42"/>
                <a:gd name="T34" fmla="*/ 11 w 71"/>
                <a:gd name="T35" fmla="*/ 11 h 42"/>
                <a:gd name="T36" fmla="*/ 11 w 71"/>
                <a:gd name="T37" fmla="*/ 6 h 42"/>
                <a:gd name="T38" fmla="*/ 18 w 71"/>
                <a:gd name="T39" fmla="*/ 8 h 42"/>
                <a:gd name="T40" fmla="*/ 22 w 71"/>
                <a:gd name="T41" fmla="*/ 4 h 42"/>
                <a:gd name="T42" fmla="*/ 36 w 71"/>
                <a:gd name="T43" fmla="*/ 4 h 42"/>
                <a:gd name="T44" fmla="*/ 40 w 71"/>
                <a:gd name="T45" fmla="*/ 0 h 42"/>
                <a:gd name="T46" fmla="*/ 57 w 71"/>
                <a:gd name="T47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" h="42">
                  <a:moveTo>
                    <a:pt x="57" y="6"/>
                  </a:moveTo>
                  <a:lnTo>
                    <a:pt x="58" y="10"/>
                  </a:lnTo>
                  <a:lnTo>
                    <a:pt x="56" y="15"/>
                  </a:lnTo>
                  <a:lnTo>
                    <a:pt x="63" y="19"/>
                  </a:lnTo>
                  <a:lnTo>
                    <a:pt x="71" y="19"/>
                  </a:lnTo>
                  <a:lnTo>
                    <a:pt x="71" y="27"/>
                  </a:lnTo>
                  <a:lnTo>
                    <a:pt x="64" y="31"/>
                  </a:lnTo>
                  <a:lnTo>
                    <a:pt x="51" y="28"/>
                  </a:lnTo>
                  <a:lnTo>
                    <a:pt x="48" y="37"/>
                  </a:lnTo>
                  <a:lnTo>
                    <a:pt x="40" y="37"/>
                  </a:lnTo>
                  <a:lnTo>
                    <a:pt x="38" y="34"/>
                  </a:lnTo>
                  <a:lnTo>
                    <a:pt x="29" y="41"/>
                  </a:lnTo>
                  <a:lnTo>
                    <a:pt x="21" y="42"/>
                  </a:lnTo>
                  <a:lnTo>
                    <a:pt x="13" y="38"/>
                  </a:lnTo>
                  <a:lnTo>
                    <a:pt x="8" y="29"/>
                  </a:lnTo>
                  <a:lnTo>
                    <a:pt x="0" y="32"/>
                  </a:lnTo>
                  <a:lnTo>
                    <a:pt x="0" y="22"/>
                  </a:lnTo>
                  <a:lnTo>
                    <a:pt x="11" y="11"/>
                  </a:lnTo>
                  <a:lnTo>
                    <a:pt x="11" y="6"/>
                  </a:lnTo>
                  <a:lnTo>
                    <a:pt x="18" y="8"/>
                  </a:lnTo>
                  <a:lnTo>
                    <a:pt x="22" y="4"/>
                  </a:lnTo>
                  <a:lnTo>
                    <a:pt x="36" y="4"/>
                  </a:lnTo>
                  <a:lnTo>
                    <a:pt x="40" y="0"/>
                  </a:lnTo>
                  <a:lnTo>
                    <a:pt x="57" y="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5" name="Freeform 38">
              <a:extLst>
                <a:ext uri="{FF2B5EF4-FFF2-40B4-BE49-F238E27FC236}">
                  <a16:creationId xmlns:a16="http://schemas.microsoft.com/office/drawing/2014/main" id="{4C39EF87-DD23-D1CA-7DDA-25F7B9CAA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1377" y="4489450"/>
              <a:ext cx="387350" cy="1239838"/>
            </a:xfrm>
            <a:custGeom>
              <a:avLst/>
              <a:gdLst>
                <a:gd name="T0" fmla="*/ 233 w 999"/>
                <a:gd name="T1" fmla="*/ 450 h 3202"/>
                <a:gd name="T2" fmla="*/ 296 w 999"/>
                <a:gd name="T3" fmla="*/ 460 h 3202"/>
                <a:gd name="T4" fmla="*/ 208 w 999"/>
                <a:gd name="T5" fmla="*/ 590 h 3202"/>
                <a:gd name="T6" fmla="*/ 221 w 999"/>
                <a:gd name="T7" fmla="*/ 759 h 3202"/>
                <a:gd name="T8" fmla="*/ 205 w 999"/>
                <a:gd name="T9" fmla="*/ 846 h 3202"/>
                <a:gd name="T10" fmla="*/ 159 w 999"/>
                <a:gd name="T11" fmla="*/ 1003 h 3202"/>
                <a:gd name="T12" fmla="*/ 154 w 999"/>
                <a:gd name="T13" fmla="*/ 1173 h 3202"/>
                <a:gd name="T14" fmla="*/ 239 w 999"/>
                <a:gd name="T15" fmla="*/ 1335 h 3202"/>
                <a:gd name="T16" fmla="*/ 234 w 999"/>
                <a:gd name="T17" fmla="*/ 1496 h 3202"/>
                <a:gd name="T18" fmla="*/ 212 w 999"/>
                <a:gd name="T19" fmla="*/ 1622 h 3202"/>
                <a:gd name="T20" fmla="*/ 275 w 999"/>
                <a:gd name="T21" fmla="*/ 1782 h 3202"/>
                <a:gd name="T22" fmla="*/ 244 w 999"/>
                <a:gd name="T23" fmla="*/ 1888 h 3202"/>
                <a:gd name="T24" fmla="*/ 295 w 999"/>
                <a:gd name="T25" fmla="*/ 2078 h 3202"/>
                <a:gd name="T26" fmla="*/ 319 w 999"/>
                <a:gd name="T27" fmla="*/ 2192 h 3202"/>
                <a:gd name="T28" fmla="*/ 349 w 999"/>
                <a:gd name="T29" fmla="*/ 2259 h 3202"/>
                <a:gd name="T30" fmla="*/ 404 w 999"/>
                <a:gd name="T31" fmla="*/ 2307 h 3202"/>
                <a:gd name="T32" fmla="*/ 404 w 999"/>
                <a:gd name="T33" fmla="*/ 2372 h 3202"/>
                <a:gd name="T34" fmla="*/ 409 w 999"/>
                <a:gd name="T35" fmla="*/ 2554 h 3202"/>
                <a:gd name="T36" fmla="*/ 431 w 999"/>
                <a:gd name="T37" fmla="*/ 2649 h 3202"/>
                <a:gd name="T38" fmla="*/ 436 w 999"/>
                <a:gd name="T39" fmla="*/ 2774 h 3202"/>
                <a:gd name="T40" fmla="*/ 513 w 999"/>
                <a:gd name="T41" fmla="*/ 2798 h 3202"/>
                <a:gd name="T42" fmla="*/ 583 w 999"/>
                <a:gd name="T43" fmla="*/ 2908 h 3202"/>
                <a:gd name="T44" fmla="*/ 808 w 999"/>
                <a:gd name="T45" fmla="*/ 2932 h 3202"/>
                <a:gd name="T46" fmla="*/ 728 w 999"/>
                <a:gd name="T47" fmla="*/ 2952 h 3202"/>
                <a:gd name="T48" fmla="*/ 706 w 999"/>
                <a:gd name="T49" fmla="*/ 3058 h 3202"/>
                <a:gd name="T50" fmla="*/ 596 w 999"/>
                <a:gd name="T51" fmla="*/ 3033 h 3202"/>
                <a:gd name="T52" fmla="*/ 498 w 999"/>
                <a:gd name="T53" fmla="*/ 2976 h 3202"/>
                <a:gd name="T54" fmla="*/ 354 w 999"/>
                <a:gd name="T55" fmla="*/ 2877 h 3202"/>
                <a:gd name="T56" fmla="*/ 296 w 999"/>
                <a:gd name="T57" fmla="*/ 2774 h 3202"/>
                <a:gd name="T58" fmla="*/ 226 w 999"/>
                <a:gd name="T59" fmla="*/ 2552 h 3202"/>
                <a:gd name="T60" fmla="*/ 162 w 999"/>
                <a:gd name="T61" fmla="*/ 2463 h 3202"/>
                <a:gd name="T62" fmla="*/ 173 w 999"/>
                <a:gd name="T63" fmla="*/ 2250 h 3202"/>
                <a:gd name="T64" fmla="*/ 237 w 999"/>
                <a:gd name="T65" fmla="*/ 2105 h 3202"/>
                <a:gd name="T66" fmla="*/ 196 w 999"/>
                <a:gd name="T67" fmla="*/ 2188 h 3202"/>
                <a:gd name="T68" fmla="*/ 132 w 999"/>
                <a:gd name="T69" fmla="*/ 2056 h 3202"/>
                <a:gd name="T70" fmla="*/ 124 w 999"/>
                <a:gd name="T71" fmla="*/ 1842 h 3202"/>
                <a:gd name="T72" fmla="*/ 50 w 999"/>
                <a:gd name="T73" fmla="*/ 1664 h 3202"/>
                <a:gd name="T74" fmla="*/ 88 w 999"/>
                <a:gd name="T75" fmla="*/ 1524 h 3202"/>
                <a:gd name="T76" fmla="*/ 107 w 999"/>
                <a:gd name="T77" fmla="*/ 1262 h 3202"/>
                <a:gd name="T78" fmla="*/ 72 w 999"/>
                <a:gd name="T79" fmla="*/ 1065 h 3202"/>
                <a:gd name="T80" fmla="*/ 68 w 999"/>
                <a:gd name="T81" fmla="*/ 856 h 3202"/>
                <a:gd name="T82" fmla="*/ 52 w 999"/>
                <a:gd name="T83" fmla="*/ 515 h 3202"/>
                <a:gd name="T84" fmla="*/ 28 w 999"/>
                <a:gd name="T85" fmla="*/ 185 h 3202"/>
                <a:gd name="T86" fmla="*/ 36 w 999"/>
                <a:gd name="T87" fmla="*/ 43 h 3202"/>
                <a:gd name="T88" fmla="*/ 93 w 999"/>
                <a:gd name="T89" fmla="*/ 57 h 3202"/>
                <a:gd name="T90" fmla="*/ 152 w 999"/>
                <a:gd name="T91" fmla="*/ 155 h 3202"/>
                <a:gd name="T92" fmla="*/ 189 w 999"/>
                <a:gd name="T93" fmla="*/ 333 h 3202"/>
                <a:gd name="T94" fmla="*/ 893 w 999"/>
                <a:gd name="T95" fmla="*/ 3142 h 3202"/>
                <a:gd name="T96" fmla="*/ 999 w 999"/>
                <a:gd name="T97" fmla="*/ 3144 h 3202"/>
                <a:gd name="T98" fmla="*/ 950 w 999"/>
                <a:gd name="T99" fmla="*/ 3202 h 3202"/>
                <a:gd name="T100" fmla="*/ 878 w 999"/>
                <a:gd name="T101" fmla="*/ 3193 h 3202"/>
                <a:gd name="T102" fmla="*/ 750 w 999"/>
                <a:gd name="T103" fmla="*/ 3157 h 3202"/>
                <a:gd name="T104" fmla="*/ 565 w 999"/>
                <a:gd name="T105" fmla="*/ 3068 h 3202"/>
                <a:gd name="T106" fmla="*/ 497 w 999"/>
                <a:gd name="T107" fmla="*/ 2993 h 3202"/>
                <a:gd name="T108" fmla="*/ 708 w 999"/>
                <a:gd name="T109" fmla="*/ 3077 h 3202"/>
                <a:gd name="T110" fmla="*/ 721 w 999"/>
                <a:gd name="T111" fmla="*/ 2984 h 3202"/>
                <a:gd name="T112" fmla="*/ 816 w 999"/>
                <a:gd name="T113" fmla="*/ 2960 h 3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99" h="3202">
                  <a:moveTo>
                    <a:pt x="189" y="333"/>
                  </a:moveTo>
                  <a:lnTo>
                    <a:pt x="233" y="450"/>
                  </a:lnTo>
                  <a:lnTo>
                    <a:pt x="284" y="439"/>
                  </a:lnTo>
                  <a:lnTo>
                    <a:pt x="296" y="460"/>
                  </a:lnTo>
                  <a:lnTo>
                    <a:pt x="282" y="548"/>
                  </a:lnTo>
                  <a:lnTo>
                    <a:pt x="208" y="590"/>
                  </a:lnTo>
                  <a:lnTo>
                    <a:pt x="231" y="732"/>
                  </a:lnTo>
                  <a:lnTo>
                    <a:pt x="221" y="759"/>
                  </a:lnTo>
                  <a:lnTo>
                    <a:pt x="248" y="793"/>
                  </a:lnTo>
                  <a:lnTo>
                    <a:pt x="205" y="846"/>
                  </a:lnTo>
                  <a:lnTo>
                    <a:pt x="171" y="926"/>
                  </a:lnTo>
                  <a:lnTo>
                    <a:pt x="159" y="1003"/>
                  </a:lnTo>
                  <a:lnTo>
                    <a:pt x="181" y="1085"/>
                  </a:lnTo>
                  <a:lnTo>
                    <a:pt x="154" y="1173"/>
                  </a:lnTo>
                  <a:lnTo>
                    <a:pt x="217" y="1319"/>
                  </a:lnTo>
                  <a:lnTo>
                    <a:pt x="239" y="1335"/>
                  </a:lnTo>
                  <a:lnTo>
                    <a:pt x="256" y="1413"/>
                  </a:lnTo>
                  <a:lnTo>
                    <a:pt x="234" y="1496"/>
                  </a:lnTo>
                  <a:lnTo>
                    <a:pt x="252" y="1566"/>
                  </a:lnTo>
                  <a:lnTo>
                    <a:pt x="212" y="1622"/>
                  </a:lnTo>
                  <a:lnTo>
                    <a:pt x="232" y="1700"/>
                  </a:lnTo>
                  <a:lnTo>
                    <a:pt x="275" y="1782"/>
                  </a:lnTo>
                  <a:lnTo>
                    <a:pt x="242" y="1813"/>
                  </a:lnTo>
                  <a:lnTo>
                    <a:pt x="244" y="1888"/>
                  </a:lnTo>
                  <a:lnTo>
                    <a:pt x="253" y="1975"/>
                  </a:lnTo>
                  <a:lnTo>
                    <a:pt x="295" y="2078"/>
                  </a:lnTo>
                  <a:lnTo>
                    <a:pt x="273" y="2095"/>
                  </a:lnTo>
                  <a:lnTo>
                    <a:pt x="319" y="2192"/>
                  </a:lnTo>
                  <a:lnTo>
                    <a:pt x="360" y="2224"/>
                  </a:lnTo>
                  <a:lnTo>
                    <a:pt x="349" y="2259"/>
                  </a:lnTo>
                  <a:lnTo>
                    <a:pt x="386" y="2276"/>
                  </a:lnTo>
                  <a:lnTo>
                    <a:pt x="404" y="2307"/>
                  </a:lnTo>
                  <a:lnTo>
                    <a:pt x="380" y="2323"/>
                  </a:lnTo>
                  <a:lnTo>
                    <a:pt x="404" y="2372"/>
                  </a:lnTo>
                  <a:lnTo>
                    <a:pt x="418" y="2483"/>
                  </a:lnTo>
                  <a:lnTo>
                    <a:pt x="409" y="2554"/>
                  </a:lnTo>
                  <a:lnTo>
                    <a:pt x="432" y="2596"/>
                  </a:lnTo>
                  <a:lnTo>
                    <a:pt x="431" y="2649"/>
                  </a:lnTo>
                  <a:lnTo>
                    <a:pt x="395" y="2686"/>
                  </a:lnTo>
                  <a:lnTo>
                    <a:pt x="436" y="2774"/>
                  </a:lnTo>
                  <a:lnTo>
                    <a:pt x="471" y="2804"/>
                  </a:lnTo>
                  <a:lnTo>
                    <a:pt x="513" y="2798"/>
                  </a:lnTo>
                  <a:lnTo>
                    <a:pt x="537" y="2860"/>
                  </a:lnTo>
                  <a:lnTo>
                    <a:pt x="583" y="2908"/>
                  </a:lnTo>
                  <a:lnTo>
                    <a:pt x="744" y="2919"/>
                  </a:lnTo>
                  <a:lnTo>
                    <a:pt x="808" y="2932"/>
                  </a:lnTo>
                  <a:lnTo>
                    <a:pt x="751" y="2931"/>
                  </a:lnTo>
                  <a:lnTo>
                    <a:pt x="728" y="2952"/>
                  </a:lnTo>
                  <a:lnTo>
                    <a:pt x="683" y="2981"/>
                  </a:lnTo>
                  <a:lnTo>
                    <a:pt x="706" y="3058"/>
                  </a:lnTo>
                  <a:lnTo>
                    <a:pt x="680" y="3060"/>
                  </a:lnTo>
                  <a:lnTo>
                    <a:pt x="596" y="3033"/>
                  </a:lnTo>
                  <a:lnTo>
                    <a:pt x="498" y="2976"/>
                  </a:lnTo>
                  <a:lnTo>
                    <a:pt x="498" y="2976"/>
                  </a:lnTo>
                  <a:lnTo>
                    <a:pt x="397" y="2929"/>
                  </a:lnTo>
                  <a:lnTo>
                    <a:pt x="354" y="2877"/>
                  </a:lnTo>
                  <a:lnTo>
                    <a:pt x="352" y="2829"/>
                  </a:lnTo>
                  <a:lnTo>
                    <a:pt x="296" y="2774"/>
                  </a:lnTo>
                  <a:lnTo>
                    <a:pt x="230" y="2632"/>
                  </a:lnTo>
                  <a:lnTo>
                    <a:pt x="226" y="2552"/>
                  </a:lnTo>
                  <a:lnTo>
                    <a:pt x="272" y="2488"/>
                  </a:lnTo>
                  <a:lnTo>
                    <a:pt x="162" y="2463"/>
                  </a:lnTo>
                  <a:lnTo>
                    <a:pt x="199" y="2389"/>
                  </a:lnTo>
                  <a:lnTo>
                    <a:pt x="173" y="2250"/>
                  </a:lnTo>
                  <a:lnTo>
                    <a:pt x="258" y="2280"/>
                  </a:lnTo>
                  <a:lnTo>
                    <a:pt x="237" y="2105"/>
                  </a:lnTo>
                  <a:lnTo>
                    <a:pt x="184" y="2083"/>
                  </a:lnTo>
                  <a:lnTo>
                    <a:pt x="196" y="2188"/>
                  </a:lnTo>
                  <a:lnTo>
                    <a:pt x="150" y="2176"/>
                  </a:lnTo>
                  <a:lnTo>
                    <a:pt x="132" y="2056"/>
                  </a:lnTo>
                  <a:lnTo>
                    <a:pt x="109" y="1900"/>
                  </a:lnTo>
                  <a:lnTo>
                    <a:pt x="124" y="1842"/>
                  </a:lnTo>
                  <a:lnTo>
                    <a:pt x="81" y="1759"/>
                  </a:lnTo>
                  <a:lnTo>
                    <a:pt x="50" y="1664"/>
                  </a:lnTo>
                  <a:lnTo>
                    <a:pt x="79" y="1661"/>
                  </a:lnTo>
                  <a:lnTo>
                    <a:pt x="88" y="1524"/>
                  </a:lnTo>
                  <a:lnTo>
                    <a:pt x="105" y="1389"/>
                  </a:lnTo>
                  <a:lnTo>
                    <a:pt x="107" y="1262"/>
                  </a:lnTo>
                  <a:lnTo>
                    <a:pt x="65" y="1135"/>
                  </a:lnTo>
                  <a:lnTo>
                    <a:pt x="72" y="1065"/>
                  </a:lnTo>
                  <a:lnTo>
                    <a:pt x="44" y="960"/>
                  </a:lnTo>
                  <a:lnTo>
                    <a:pt x="68" y="856"/>
                  </a:lnTo>
                  <a:lnTo>
                    <a:pt x="55" y="691"/>
                  </a:lnTo>
                  <a:lnTo>
                    <a:pt x="52" y="515"/>
                  </a:lnTo>
                  <a:lnTo>
                    <a:pt x="50" y="324"/>
                  </a:lnTo>
                  <a:lnTo>
                    <a:pt x="28" y="185"/>
                  </a:lnTo>
                  <a:lnTo>
                    <a:pt x="0" y="65"/>
                  </a:lnTo>
                  <a:lnTo>
                    <a:pt x="36" y="43"/>
                  </a:lnTo>
                  <a:lnTo>
                    <a:pt x="51" y="0"/>
                  </a:lnTo>
                  <a:lnTo>
                    <a:pt x="93" y="57"/>
                  </a:lnTo>
                  <a:lnTo>
                    <a:pt x="110" y="119"/>
                  </a:lnTo>
                  <a:lnTo>
                    <a:pt x="152" y="155"/>
                  </a:lnTo>
                  <a:lnTo>
                    <a:pt x="138" y="237"/>
                  </a:lnTo>
                  <a:lnTo>
                    <a:pt x="189" y="333"/>
                  </a:lnTo>
                  <a:moveTo>
                    <a:pt x="816" y="2960"/>
                  </a:moveTo>
                  <a:lnTo>
                    <a:pt x="893" y="3142"/>
                  </a:lnTo>
                  <a:lnTo>
                    <a:pt x="960" y="3142"/>
                  </a:lnTo>
                  <a:lnTo>
                    <a:pt x="999" y="3144"/>
                  </a:lnTo>
                  <a:lnTo>
                    <a:pt x="992" y="3177"/>
                  </a:lnTo>
                  <a:lnTo>
                    <a:pt x="950" y="3202"/>
                  </a:lnTo>
                  <a:lnTo>
                    <a:pt x="918" y="3200"/>
                  </a:lnTo>
                  <a:lnTo>
                    <a:pt x="878" y="3193"/>
                  </a:lnTo>
                  <a:lnTo>
                    <a:pt x="821" y="3169"/>
                  </a:lnTo>
                  <a:lnTo>
                    <a:pt x="750" y="3157"/>
                  </a:lnTo>
                  <a:lnTo>
                    <a:pt x="650" y="3112"/>
                  </a:lnTo>
                  <a:lnTo>
                    <a:pt x="565" y="3068"/>
                  </a:lnTo>
                  <a:lnTo>
                    <a:pt x="436" y="2976"/>
                  </a:lnTo>
                  <a:lnTo>
                    <a:pt x="497" y="2993"/>
                  </a:lnTo>
                  <a:lnTo>
                    <a:pt x="611" y="3048"/>
                  </a:lnTo>
                  <a:lnTo>
                    <a:pt x="708" y="3077"/>
                  </a:lnTo>
                  <a:lnTo>
                    <a:pt x="724" y="3040"/>
                  </a:lnTo>
                  <a:lnTo>
                    <a:pt x="721" y="2984"/>
                  </a:lnTo>
                  <a:lnTo>
                    <a:pt x="766" y="2950"/>
                  </a:lnTo>
                  <a:lnTo>
                    <a:pt x="816" y="2960"/>
                  </a:ln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256" name="Freeform 39">
              <a:extLst>
                <a:ext uri="{FF2B5EF4-FFF2-40B4-BE49-F238E27FC236}">
                  <a16:creationId xmlns:a16="http://schemas.microsoft.com/office/drawing/2014/main" id="{5CF4326C-9298-E2AA-DA57-30E71638C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1702" y="3246437"/>
              <a:ext cx="65088" cy="61913"/>
            </a:xfrm>
            <a:custGeom>
              <a:avLst/>
              <a:gdLst>
                <a:gd name="T0" fmla="*/ 33 w 41"/>
                <a:gd name="T1" fmla="*/ 29 h 39"/>
                <a:gd name="T2" fmla="*/ 19 w 41"/>
                <a:gd name="T3" fmla="*/ 39 h 39"/>
                <a:gd name="T4" fmla="*/ 3 w 41"/>
                <a:gd name="T5" fmla="*/ 33 h 39"/>
                <a:gd name="T6" fmla="*/ 0 w 41"/>
                <a:gd name="T7" fmla="*/ 15 h 39"/>
                <a:gd name="T8" fmla="*/ 7 w 41"/>
                <a:gd name="T9" fmla="*/ 6 h 39"/>
                <a:gd name="T10" fmla="*/ 25 w 41"/>
                <a:gd name="T11" fmla="*/ 0 h 39"/>
                <a:gd name="T12" fmla="*/ 36 w 41"/>
                <a:gd name="T13" fmla="*/ 0 h 39"/>
                <a:gd name="T14" fmla="*/ 41 w 41"/>
                <a:gd name="T15" fmla="*/ 8 h 39"/>
                <a:gd name="T16" fmla="*/ 35 w 41"/>
                <a:gd name="T17" fmla="*/ 17 h 39"/>
                <a:gd name="T18" fmla="*/ 33 w 41"/>
                <a:gd name="T19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9">
                  <a:moveTo>
                    <a:pt x="33" y="29"/>
                  </a:moveTo>
                  <a:lnTo>
                    <a:pt x="19" y="39"/>
                  </a:lnTo>
                  <a:lnTo>
                    <a:pt x="3" y="33"/>
                  </a:lnTo>
                  <a:lnTo>
                    <a:pt x="0" y="15"/>
                  </a:lnTo>
                  <a:lnTo>
                    <a:pt x="7" y="6"/>
                  </a:lnTo>
                  <a:lnTo>
                    <a:pt x="25" y="0"/>
                  </a:lnTo>
                  <a:lnTo>
                    <a:pt x="36" y="0"/>
                  </a:lnTo>
                  <a:lnTo>
                    <a:pt x="41" y="8"/>
                  </a:lnTo>
                  <a:lnTo>
                    <a:pt x="35" y="17"/>
                  </a:lnTo>
                  <a:lnTo>
                    <a:pt x="33" y="2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7" name="Freeform 40">
              <a:extLst>
                <a:ext uri="{FF2B5EF4-FFF2-40B4-BE49-F238E27FC236}">
                  <a16:creationId xmlns:a16="http://schemas.microsoft.com/office/drawing/2014/main" id="{4A3FE499-CDD9-B3D3-428D-BB2FA5750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814" y="2157412"/>
              <a:ext cx="1493838" cy="1082675"/>
            </a:xfrm>
            <a:custGeom>
              <a:avLst/>
              <a:gdLst>
                <a:gd name="T0" fmla="*/ 872 w 941"/>
                <a:gd name="T1" fmla="*/ 114 h 682"/>
                <a:gd name="T2" fmla="*/ 932 w 941"/>
                <a:gd name="T3" fmla="*/ 118 h 682"/>
                <a:gd name="T4" fmla="*/ 919 w 941"/>
                <a:gd name="T5" fmla="*/ 164 h 682"/>
                <a:gd name="T6" fmla="*/ 928 w 941"/>
                <a:gd name="T7" fmla="*/ 214 h 682"/>
                <a:gd name="T8" fmla="*/ 895 w 941"/>
                <a:gd name="T9" fmla="*/ 232 h 682"/>
                <a:gd name="T10" fmla="*/ 873 w 941"/>
                <a:gd name="T11" fmla="*/ 251 h 682"/>
                <a:gd name="T12" fmla="*/ 825 w 941"/>
                <a:gd name="T13" fmla="*/ 291 h 682"/>
                <a:gd name="T14" fmla="*/ 813 w 941"/>
                <a:gd name="T15" fmla="*/ 265 h 682"/>
                <a:gd name="T16" fmla="*/ 771 w 941"/>
                <a:gd name="T17" fmla="*/ 289 h 682"/>
                <a:gd name="T18" fmla="*/ 781 w 941"/>
                <a:gd name="T19" fmla="*/ 317 h 682"/>
                <a:gd name="T20" fmla="*/ 833 w 941"/>
                <a:gd name="T21" fmla="*/ 325 h 682"/>
                <a:gd name="T22" fmla="*/ 827 w 941"/>
                <a:gd name="T23" fmla="*/ 354 h 682"/>
                <a:gd name="T24" fmla="*/ 849 w 941"/>
                <a:gd name="T25" fmla="*/ 410 h 682"/>
                <a:gd name="T26" fmla="*/ 880 w 941"/>
                <a:gd name="T27" fmla="*/ 466 h 682"/>
                <a:gd name="T28" fmla="*/ 903 w 941"/>
                <a:gd name="T29" fmla="*/ 517 h 682"/>
                <a:gd name="T30" fmla="*/ 871 w 941"/>
                <a:gd name="T31" fmla="*/ 593 h 682"/>
                <a:gd name="T32" fmla="*/ 801 w 941"/>
                <a:gd name="T33" fmla="*/ 642 h 682"/>
                <a:gd name="T34" fmla="*/ 744 w 941"/>
                <a:gd name="T35" fmla="*/ 659 h 682"/>
                <a:gd name="T36" fmla="*/ 727 w 941"/>
                <a:gd name="T37" fmla="*/ 659 h 682"/>
                <a:gd name="T38" fmla="*/ 664 w 941"/>
                <a:gd name="T39" fmla="*/ 642 h 682"/>
                <a:gd name="T40" fmla="*/ 624 w 941"/>
                <a:gd name="T41" fmla="*/ 629 h 682"/>
                <a:gd name="T42" fmla="*/ 576 w 941"/>
                <a:gd name="T43" fmla="*/ 640 h 682"/>
                <a:gd name="T44" fmla="*/ 569 w 941"/>
                <a:gd name="T45" fmla="*/ 649 h 682"/>
                <a:gd name="T46" fmla="*/ 535 w 941"/>
                <a:gd name="T47" fmla="*/ 627 h 682"/>
                <a:gd name="T48" fmla="*/ 494 w 941"/>
                <a:gd name="T49" fmla="*/ 582 h 682"/>
                <a:gd name="T50" fmla="*/ 491 w 941"/>
                <a:gd name="T51" fmla="*/ 527 h 682"/>
                <a:gd name="T52" fmla="*/ 456 w 941"/>
                <a:gd name="T53" fmla="*/ 505 h 682"/>
                <a:gd name="T54" fmla="*/ 401 w 941"/>
                <a:gd name="T55" fmla="*/ 508 h 682"/>
                <a:gd name="T56" fmla="*/ 356 w 941"/>
                <a:gd name="T57" fmla="*/ 520 h 682"/>
                <a:gd name="T58" fmla="*/ 321 w 941"/>
                <a:gd name="T59" fmla="*/ 520 h 682"/>
                <a:gd name="T60" fmla="*/ 253 w 941"/>
                <a:gd name="T61" fmla="*/ 508 h 682"/>
                <a:gd name="T62" fmla="*/ 199 w 941"/>
                <a:gd name="T63" fmla="*/ 478 h 682"/>
                <a:gd name="T64" fmla="*/ 129 w 941"/>
                <a:gd name="T65" fmla="*/ 449 h 682"/>
                <a:gd name="T66" fmla="*/ 120 w 941"/>
                <a:gd name="T67" fmla="*/ 408 h 682"/>
                <a:gd name="T68" fmla="*/ 54 w 941"/>
                <a:gd name="T69" fmla="*/ 342 h 682"/>
                <a:gd name="T70" fmla="*/ 26 w 941"/>
                <a:gd name="T71" fmla="*/ 307 h 682"/>
                <a:gd name="T72" fmla="*/ 3 w 941"/>
                <a:gd name="T73" fmla="*/ 280 h 682"/>
                <a:gd name="T74" fmla="*/ 42 w 941"/>
                <a:gd name="T75" fmla="*/ 264 h 682"/>
                <a:gd name="T76" fmla="*/ 91 w 941"/>
                <a:gd name="T77" fmla="*/ 230 h 682"/>
                <a:gd name="T78" fmla="*/ 68 w 941"/>
                <a:gd name="T79" fmla="*/ 172 h 682"/>
                <a:gd name="T80" fmla="*/ 136 w 941"/>
                <a:gd name="T81" fmla="*/ 130 h 682"/>
                <a:gd name="T82" fmla="*/ 151 w 941"/>
                <a:gd name="T83" fmla="*/ 85 h 682"/>
                <a:gd name="T84" fmla="*/ 213 w 941"/>
                <a:gd name="T85" fmla="*/ 116 h 682"/>
                <a:gd name="T86" fmla="*/ 267 w 941"/>
                <a:gd name="T87" fmla="*/ 168 h 682"/>
                <a:gd name="T88" fmla="*/ 343 w 941"/>
                <a:gd name="T89" fmla="*/ 205 h 682"/>
                <a:gd name="T90" fmla="*/ 433 w 941"/>
                <a:gd name="T91" fmla="*/ 219 h 682"/>
                <a:gd name="T92" fmla="*/ 512 w 941"/>
                <a:gd name="T93" fmla="*/ 241 h 682"/>
                <a:gd name="T94" fmla="*/ 591 w 941"/>
                <a:gd name="T95" fmla="*/ 214 h 682"/>
                <a:gd name="T96" fmla="*/ 590 w 941"/>
                <a:gd name="T97" fmla="*/ 182 h 682"/>
                <a:gd name="T98" fmla="*/ 632 w 941"/>
                <a:gd name="T99" fmla="*/ 164 h 682"/>
                <a:gd name="T100" fmla="*/ 687 w 941"/>
                <a:gd name="T101" fmla="*/ 134 h 682"/>
                <a:gd name="T102" fmla="*/ 659 w 941"/>
                <a:gd name="T103" fmla="*/ 108 h 682"/>
                <a:gd name="T104" fmla="*/ 616 w 941"/>
                <a:gd name="T105" fmla="*/ 107 h 682"/>
                <a:gd name="T106" fmla="*/ 652 w 941"/>
                <a:gd name="T107" fmla="*/ 66 h 682"/>
                <a:gd name="T108" fmla="*/ 642 w 941"/>
                <a:gd name="T109" fmla="*/ 18 h 682"/>
                <a:gd name="T110" fmla="*/ 672 w 941"/>
                <a:gd name="T111" fmla="*/ 0 h 682"/>
                <a:gd name="T112" fmla="*/ 757 w 941"/>
                <a:gd name="T113" fmla="*/ 42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41" h="682">
                  <a:moveTo>
                    <a:pt x="791" y="74"/>
                  </a:moveTo>
                  <a:lnTo>
                    <a:pt x="823" y="80"/>
                  </a:lnTo>
                  <a:lnTo>
                    <a:pt x="852" y="95"/>
                  </a:lnTo>
                  <a:lnTo>
                    <a:pt x="872" y="114"/>
                  </a:lnTo>
                  <a:lnTo>
                    <a:pt x="896" y="114"/>
                  </a:lnTo>
                  <a:lnTo>
                    <a:pt x="905" y="106"/>
                  </a:lnTo>
                  <a:lnTo>
                    <a:pt x="927" y="100"/>
                  </a:lnTo>
                  <a:lnTo>
                    <a:pt x="932" y="118"/>
                  </a:lnTo>
                  <a:lnTo>
                    <a:pt x="930" y="126"/>
                  </a:lnTo>
                  <a:lnTo>
                    <a:pt x="940" y="148"/>
                  </a:lnTo>
                  <a:lnTo>
                    <a:pt x="941" y="168"/>
                  </a:lnTo>
                  <a:lnTo>
                    <a:pt x="919" y="164"/>
                  </a:lnTo>
                  <a:lnTo>
                    <a:pt x="909" y="171"/>
                  </a:lnTo>
                  <a:lnTo>
                    <a:pt x="924" y="189"/>
                  </a:lnTo>
                  <a:lnTo>
                    <a:pt x="936" y="213"/>
                  </a:lnTo>
                  <a:lnTo>
                    <a:pt x="928" y="214"/>
                  </a:lnTo>
                  <a:lnTo>
                    <a:pt x="934" y="224"/>
                  </a:lnTo>
                  <a:lnTo>
                    <a:pt x="916" y="212"/>
                  </a:lnTo>
                  <a:lnTo>
                    <a:pt x="916" y="223"/>
                  </a:lnTo>
                  <a:lnTo>
                    <a:pt x="895" y="232"/>
                  </a:lnTo>
                  <a:lnTo>
                    <a:pt x="904" y="243"/>
                  </a:lnTo>
                  <a:lnTo>
                    <a:pt x="889" y="243"/>
                  </a:lnTo>
                  <a:lnTo>
                    <a:pt x="877" y="236"/>
                  </a:lnTo>
                  <a:lnTo>
                    <a:pt x="873" y="251"/>
                  </a:lnTo>
                  <a:lnTo>
                    <a:pt x="861" y="262"/>
                  </a:lnTo>
                  <a:lnTo>
                    <a:pt x="853" y="275"/>
                  </a:lnTo>
                  <a:lnTo>
                    <a:pt x="833" y="281"/>
                  </a:lnTo>
                  <a:lnTo>
                    <a:pt x="825" y="291"/>
                  </a:lnTo>
                  <a:lnTo>
                    <a:pt x="809" y="296"/>
                  </a:lnTo>
                  <a:lnTo>
                    <a:pt x="814" y="287"/>
                  </a:lnTo>
                  <a:lnTo>
                    <a:pt x="806" y="279"/>
                  </a:lnTo>
                  <a:lnTo>
                    <a:pt x="813" y="265"/>
                  </a:lnTo>
                  <a:lnTo>
                    <a:pt x="799" y="254"/>
                  </a:lnTo>
                  <a:lnTo>
                    <a:pt x="788" y="261"/>
                  </a:lnTo>
                  <a:lnTo>
                    <a:pt x="776" y="275"/>
                  </a:lnTo>
                  <a:lnTo>
                    <a:pt x="771" y="289"/>
                  </a:lnTo>
                  <a:lnTo>
                    <a:pt x="755" y="290"/>
                  </a:lnTo>
                  <a:lnTo>
                    <a:pt x="751" y="299"/>
                  </a:lnTo>
                  <a:lnTo>
                    <a:pt x="766" y="313"/>
                  </a:lnTo>
                  <a:lnTo>
                    <a:pt x="781" y="317"/>
                  </a:lnTo>
                  <a:lnTo>
                    <a:pt x="786" y="326"/>
                  </a:lnTo>
                  <a:lnTo>
                    <a:pt x="802" y="332"/>
                  </a:lnTo>
                  <a:lnTo>
                    <a:pt x="815" y="317"/>
                  </a:lnTo>
                  <a:lnTo>
                    <a:pt x="833" y="325"/>
                  </a:lnTo>
                  <a:lnTo>
                    <a:pt x="845" y="326"/>
                  </a:lnTo>
                  <a:lnTo>
                    <a:pt x="852" y="337"/>
                  </a:lnTo>
                  <a:lnTo>
                    <a:pt x="830" y="343"/>
                  </a:lnTo>
                  <a:lnTo>
                    <a:pt x="827" y="354"/>
                  </a:lnTo>
                  <a:lnTo>
                    <a:pt x="815" y="364"/>
                  </a:lnTo>
                  <a:lnTo>
                    <a:pt x="811" y="378"/>
                  </a:lnTo>
                  <a:lnTo>
                    <a:pt x="834" y="390"/>
                  </a:lnTo>
                  <a:lnTo>
                    <a:pt x="849" y="410"/>
                  </a:lnTo>
                  <a:lnTo>
                    <a:pt x="867" y="429"/>
                  </a:lnTo>
                  <a:lnTo>
                    <a:pt x="884" y="445"/>
                  </a:lnTo>
                  <a:lnTo>
                    <a:pt x="889" y="461"/>
                  </a:lnTo>
                  <a:lnTo>
                    <a:pt x="880" y="466"/>
                  </a:lnTo>
                  <a:lnTo>
                    <a:pt x="888" y="477"/>
                  </a:lnTo>
                  <a:lnTo>
                    <a:pt x="900" y="484"/>
                  </a:lnTo>
                  <a:lnTo>
                    <a:pt x="903" y="501"/>
                  </a:lnTo>
                  <a:lnTo>
                    <a:pt x="903" y="517"/>
                  </a:lnTo>
                  <a:lnTo>
                    <a:pt x="894" y="519"/>
                  </a:lnTo>
                  <a:lnTo>
                    <a:pt x="888" y="541"/>
                  </a:lnTo>
                  <a:lnTo>
                    <a:pt x="881" y="569"/>
                  </a:lnTo>
                  <a:lnTo>
                    <a:pt x="871" y="593"/>
                  </a:lnTo>
                  <a:lnTo>
                    <a:pt x="851" y="613"/>
                  </a:lnTo>
                  <a:lnTo>
                    <a:pt x="830" y="630"/>
                  </a:lnTo>
                  <a:lnTo>
                    <a:pt x="810" y="632"/>
                  </a:lnTo>
                  <a:lnTo>
                    <a:pt x="801" y="642"/>
                  </a:lnTo>
                  <a:lnTo>
                    <a:pt x="793" y="635"/>
                  </a:lnTo>
                  <a:lnTo>
                    <a:pt x="785" y="645"/>
                  </a:lnTo>
                  <a:lnTo>
                    <a:pt x="762" y="656"/>
                  </a:lnTo>
                  <a:lnTo>
                    <a:pt x="744" y="659"/>
                  </a:lnTo>
                  <a:lnTo>
                    <a:pt x="742" y="681"/>
                  </a:lnTo>
                  <a:lnTo>
                    <a:pt x="732" y="682"/>
                  </a:lnTo>
                  <a:lnTo>
                    <a:pt x="725" y="667"/>
                  </a:lnTo>
                  <a:lnTo>
                    <a:pt x="727" y="659"/>
                  </a:lnTo>
                  <a:lnTo>
                    <a:pt x="702" y="652"/>
                  </a:lnTo>
                  <a:lnTo>
                    <a:pt x="694" y="656"/>
                  </a:lnTo>
                  <a:lnTo>
                    <a:pt x="675" y="650"/>
                  </a:lnTo>
                  <a:lnTo>
                    <a:pt x="664" y="642"/>
                  </a:lnTo>
                  <a:lnTo>
                    <a:pt x="665" y="630"/>
                  </a:lnTo>
                  <a:lnTo>
                    <a:pt x="648" y="626"/>
                  </a:lnTo>
                  <a:lnTo>
                    <a:pt x="638" y="618"/>
                  </a:lnTo>
                  <a:lnTo>
                    <a:pt x="624" y="629"/>
                  </a:lnTo>
                  <a:lnTo>
                    <a:pt x="608" y="632"/>
                  </a:lnTo>
                  <a:lnTo>
                    <a:pt x="593" y="632"/>
                  </a:lnTo>
                  <a:lnTo>
                    <a:pt x="585" y="637"/>
                  </a:lnTo>
                  <a:lnTo>
                    <a:pt x="576" y="640"/>
                  </a:lnTo>
                  <a:lnTo>
                    <a:pt x="583" y="663"/>
                  </a:lnTo>
                  <a:lnTo>
                    <a:pt x="573" y="663"/>
                  </a:lnTo>
                  <a:lnTo>
                    <a:pt x="571" y="658"/>
                  </a:lnTo>
                  <a:lnTo>
                    <a:pt x="569" y="649"/>
                  </a:lnTo>
                  <a:lnTo>
                    <a:pt x="557" y="656"/>
                  </a:lnTo>
                  <a:lnTo>
                    <a:pt x="548" y="652"/>
                  </a:lnTo>
                  <a:lnTo>
                    <a:pt x="533" y="644"/>
                  </a:lnTo>
                  <a:lnTo>
                    <a:pt x="535" y="627"/>
                  </a:lnTo>
                  <a:lnTo>
                    <a:pt x="523" y="623"/>
                  </a:lnTo>
                  <a:lnTo>
                    <a:pt x="515" y="604"/>
                  </a:lnTo>
                  <a:lnTo>
                    <a:pt x="497" y="607"/>
                  </a:lnTo>
                  <a:lnTo>
                    <a:pt x="494" y="582"/>
                  </a:lnTo>
                  <a:lnTo>
                    <a:pt x="507" y="565"/>
                  </a:lnTo>
                  <a:lnTo>
                    <a:pt x="504" y="548"/>
                  </a:lnTo>
                  <a:lnTo>
                    <a:pt x="500" y="532"/>
                  </a:lnTo>
                  <a:lnTo>
                    <a:pt x="491" y="527"/>
                  </a:lnTo>
                  <a:lnTo>
                    <a:pt x="482" y="515"/>
                  </a:lnTo>
                  <a:lnTo>
                    <a:pt x="472" y="516"/>
                  </a:lnTo>
                  <a:lnTo>
                    <a:pt x="452" y="513"/>
                  </a:lnTo>
                  <a:lnTo>
                    <a:pt x="456" y="505"/>
                  </a:lnTo>
                  <a:lnTo>
                    <a:pt x="445" y="492"/>
                  </a:lnTo>
                  <a:lnTo>
                    <a:pt x="434" y="500"/>
                  </a:lnTo>
                  <a:lnTo>
                    <a:pt x="418" y="495"/>
                  </a:lnTo>
                  <a:lnTo>
                    <a:pt x="401" y="508"/>
                  </a:lnTo>
                  <a:lnTo>
                    <a:pt x="389" y="524"/>
                  </a:lnTo>
                  <a:lnTo>
                    <a:pt x="375" y="527"/>
                  </a:lnTo>
                  <a:lnTo>
                    <a:pt x="366" y="521"/>
                  </a:lnTo>
                  <a:lnTo>
                    <a:pt x="356" y="520"/>
                  </a:lnTo>
                  <a:lnTo>
                    <a:pt x="343" y="516"/>
                  </a:lnTo>
                  <a:lnTo>
                    <a:pt x="334" y="521"/>
                  </a:lnTo>
                  <a:lnTo>
                    <a:pt x="326" y="536"/>
                  </a:lnTo>
                  <a:lnTo>
                    <a:pt x="321" y="520"/>
                  </a:lnTo>
                  <a:lnTo>
                    <a:pt x="311" y="524"/>
                  </a:lnTo>
                  <a:lnTo>
                    <a:pt x="290" y="522"/>
                  </a:lnTo>
                  <a:lnTo>
                    <a:pt x="269" y="517"/>
                  </a:lnTo>
                  <a:lnTo>
                    <a:pt x="253" y="508"/>
                  </a:lnTo>
                  <a:lnTo>
                    <a:pt x="238" y="504"/>
                  </a:lnTo>
                  <a:lnTo>
                    <a:pt x="230" y="494"/>
                  </a:lnTo>
                  <a:lnTo>
                    <a:pt x="219" y="491"/>
                  </a:lnTo>
                  <a:lnTo>
                    <a:pt x="199" y="478"/>
                  </a:lnTo>
                  <a:lnTo>
                    <a:pt x="183" y="472"/>
                  </a:lnTo>
                  <a:lnTo>
                    <a:pt x="177" y="476"/>
                  </a:lnTo>
                  <a:lnTo>
                    <a:pt x="149" y="462"/>
                  </a:lnTo>
                  <a:lnTo>
                    <a:pt x="129" y="449"/>
                  </a:lnTo>
                  <a:lnTo>
                    <a:pt x="119" y="426"/>
                  </a:lnTo>
                  <a:lnTo>
                    <a:pt x="132" y="429"/>
                  </a:lnTo>
                  <a:lnTo>
                    <a:pt x="130" y="418"/>
                  </a:lnTo>
                  <a:lnTo>
                    <a:pt x="120" y="408"/>
                  </a:lnTo>
                  <a:lnTo>
                    <a:pt x="118" y="391"/>
                  </a:lnTo>
                  <a:lnTo>
                    <a:pt x="93" y="366"/>
                  </a:lnTo>
                  <a:lnTo>
                    <a:pt x="63" y="358"/>
                  </a:lnTo>
                  <a:lnTo>
                    <a:pt x="54" y="342"/>
                  </a:lnTo>
                  <a:lnTo>
                    <a:pt x="38" y="333"/>
                  </a:lnTo>
                  <a:lnTo>
                    <a:pt x="34" y="327"/>
                  </a:lnTo>
                  <a:lnTo>
                    <a:pt x="28" y="315"/>
                  </a:lnTo>
                  <a:lnTo>
                    <a:pt x="26" y="307"/>
                  </a:lnTo>
                  <a:lnTo>
                    <a:pt x="15" y="302"/>
                  </a:lnTo>
                  <a:lnTo>
                    <a:pt x="9" y="304"/>
                  </a:lnTo>
                  <a:lnTo>
                    <a:pt x="0" y="285"/>
                  </a:lnTo>
                  <a:lnTo>
                    <a:pt x="3" y="280"/>
                  </a:lnTo>
                  <a:lnTo>
                    <a:pt x="0" y="276"/>
                  </a:lnTo>
                  <a:lnTo>
                    <a:pt x="13" y="266"/>
                  </a:lnTo>
                  <a:lnTo>
                    <a:pt x="23" y="262"/>
                  </a:lnTo>
                  <a:lnTo>
                    <a:pt x="42" y="264"/>
                  </a:lnTo>
                  <a:lnTo>
                    <a:pt x="44" y="252"/>
                  </a:lnTo>
                  <a:lnTo>
                    <a:pt x="65" y="249"/>
                  </a:lnTo>
                  <a:lnTo>
                    <a:pt x="68" y="241"/>
                  </a:lnTo>
                  <a:lnTo>
                    <a:pt x="91" y="230"/>
                  </a:lnTo>
                  <a:lnTo>
                    <a:pt x="92" y="225"/>
                  </a:lnTo>
                  <a:lnTo>
                    <a:pt x="87" y="213"/>
                  </a:lnTo>
                  <a:lnTo>
                    <a:pt x="96" y="208"/>
                  </a:lnTo>
                  <a:lnTo>
                    <a:pt x="68" y="172"/>
                  </a:lnTo>
                  <a:lnTo>
                    <a:pt x="98" y="164"/>
                  </a:lnTo>
                  <a:lnTo>
                    <a:pt x="104" y="160"/>
                  </a:lnTo>
                  <a:lnTo>
                    <a:pt x="101" y="123"/>
                  </a:lnTo>
                  <a:lnTo>
                    <a:pt x="136" y="130"/>
                  </a:lnTo>
                  <a:lnTo>
                    <a:pt x="141" y="121"/>
                  </a:lnTo>
                  <a:lnTo>
                    <a:pt x="133" y="100"/>
                  </a:lnTo>
                  <a:lnTo>
                    <a:pt x="146" y="98"/>
                  </a:lnTo>
                  <a:lnTo>
                    <a:pt x="151" y="85"/>
                  </a:lnTo>
                  <a:lnTo>
                    <a:pt x="157" y="83"/>
                  </a:lnTo>
                  <a:lnTo>
                    <a:pt x="168" y="97"/>
                  </a:lnTo>
                  <a:lnTo>
                    <a:pt x="186" y="108"/>
                  </a:lnTo>
                  <a:lnTo>
                    <a:pt x="213" y="116"/>
                  </a:lnTo>
                  <a:lnTo>
                    <a:pt x="232" y="132"/>
                  </a:lnTo>
                  <a:lnTo>
                    <a:pt x="236" y="156"/>
                  </a:lnTo>
                  <a:lnTo>
                    <a:pt x="246" y="165"/>
                  </a:lnTo>
                  <a:lnTo>
                    <a:pt x="267" y="168"/>
                  </a:lnTo>
                  <a:lnTo>
                    <a:pt x="290" y="171"/>
                  </a:lnTo>
                  <a:lnTo>
                    <a:pt x="316" y="184"/>
                  </a:lnTo>
                  <a:lnTo>
                    <a:pt x="327" y="186"/>
                  </a:lnTo>
                  <a:lnTo>
                    <a:pt x="343" y="205"/>
                  </a:lnTo>
                  <a:lnTo>
                    <a:pt x="358" y="217"/>
                  </a:lnTo>
                  <a:lnTo>
                    <a:pt x="376" y="217"/>
                  </a:lnTo>
                  <a:lnTo>
                    <a:pt x="412" y="222"/>
                  </a:lnTo>
                  <a:lnTo>
                    <a:pt x="433" y="219"/>
                  </a:lnTo>
                  <a:lnTo>
                    <a:pt x="451" y="222"/>
                  </a:lnTo>
                  <a:lnTo>
                    <a:pt x="481" y="234"/>
                  </a:lnTo>
                  <a:lnTo>
                    <a:pt x="502" y="234"/>
                  </a:lnTo>
                  <a:lnTo>
                    <a:pt x="512" y="241"/>
                  </a:lnTo>
                  <a:lnTo>
                    <a:pt x="527" y="230"/>
                  </a:lnTo>
                  <a:lnTo>
                    <a:pt x="550" y="222"/>
                  </a:lnTo>
                  <a:lnTo>
                    <a:pt x="575" y="222"/>
                  </a:lnTo>
                  <a:lnTo>
                    <a:pt x="591" y="214"/>
                  </a:lnTo>
                  <a:lnTo>
                    <a:pt x="598" y="203"/>
                  </a:lnTo>
                  <a:lnTo>
                    <a:pt x="606" y="196"/>
                  </a:lnTo>
                  <a:lnTo>
                    <a:pt x="600" y="190"/>
                  </a:lnTo>
                  <a:lnTo>
                    <a:pt x="590" y="182"/>
                  </a:lnTo>
                  <a:lnTo>
                    <a:pt x="592" y="169"/>
                  </a:lnTo>
                  <a:lnTo>
                    <a:pt x="602" y="171"/>
                  </a:lnTo>
                  <a:lnTo>
                    <a:pt x="621" y="175"/>
                  </a:lnTo>
                  <a:lnTo>
                    <a:pt x="632" y="164"/>
                  </a:lnTo>
                  <a:lnTo>
                    <a:pt x="653" y="156"/>
                  </a:lnTo>
                  <a:lnTo>
                    <a:pt x="657" y="142"/>
                  </a:lnTo>
                  <a:lnTo>
                    <a:pt x="665" y="137"/>
                  </a:lnTo>
                  <a:lnTo>
                    <a:pt x="687" y="134"/>
                  </a:lnTo>
                  <a:lnTo>
                    <a:pt x="702" y="136"/>
                  </a:lnTo>
                  <a:lnTo>
                    <a:pt x="699" y="129"/>
                  </a:lnTo>
                  <a:lnTo>
                    <a:pt x="676" y="115"/>
                  </a:lnTo>
                  <a:lnTo>
                    <a:pt x="659" y="108"/>
                  </a:lnTo>
                  <a:lnTo>
                    <a:pt x="651" y="116"/>
                  </a:lnTo>
                  <a:lnTo>
                    <a:pt x="633" y="112"/>
                  </a:lnTo>
                  <a:lnTo>
                    <a:pt x="625" y="115"/>
                  </a:lnTo>
                  <a:lnTo>
                    <a:pt x="616" y="107"/>
                  </a:lnTo>
                  <a:lnTo>
                    <a:pt x="615" y="87"/>
                  </a:lnTo>
                  <a:lnTo>
                    <a:pt x="613" y="71"/>
                  </a:lnTo>
                  <a:lnTo>
                    <a:pt x="638" y="79"/>
                  </a:lnTo>
                  <a:lnTo>
                    <a:pt x="652" y="66"/>
                  </a:lnTo>
                  <a:lnTo>
                    <a:pt x="646" y="57"/>
                  </a:lnTo>
                  <a:lnTo>
                    <a:pt x="646" y="36"/>
                  </a:lnTo>
                  <a:lnTo>
                    <a:pt x="650" y="30"/>
                  </a:lnTo>
                  <a:lnTo>
                    <a:pt x="642" y="18"/>
                  </a:lnTo>
                  <a:lnTo>
                    <a:pt x="630" y="14"/>
                  </a:lnTo>
                  <a:lnTo>
                    <a:pt x="635" y="4"/>
                  </a:lnTo>
                  <a:lnTo>
                    <a:pt x="652" y="0"/>
                  </a:lnTo>
                  <a:lnTo>
                    <a:pt x="672" y="0"/>
                  </a:lnTo>
                  <a:lnTo>
                    <a:pt x="700" y="5"/>
                  </a:lnTo>
                  <a:lnTo>
                    <a:pt x="719" y="13"/>
                  </a:lnTo>
                  <a:lnTo>
                    <a:pt x="744" y="33"/>
                  </a:lnTo>
                  <a:lnTo>
                    <a:pt x="757" y="42"/>
                  </a:lnTo>
                  <a:lnTo>
                    <a:pt x="771" y="54"/>
                  </a:lnTo>
                  <a:lnTo>
                    <a:pt x="791" y="7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8" name="Freeform 41">
              <a:extLst>
                <a:ext uri="{FF2B5EF4-FFF2-40B4-BE49-F238E27FC236}">
                  <a16:creationId xmlns:a16="http://schemas.microsoft.com/office/drawing/2014/main" id="{FCB7205D-5657-8730-FA3D-F909BEA94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4614" y="3562350"/>
              <a:ext cx="174625" cy="203200"/>
            </a:xfrm>
            <a:custGeom>
              <a:avLst/>
              <a:gdLst>
                <a:gd name="T0" fmla="*/ 105 w 110"/>
                <a:gd name="T1" fmla="*/ 115 h 128"/>
                <a:gd name="T2" fmla="*/ 97 w 110"/>
                <a:gd name="T3" fmla="*/ 115 h 128"/>
                <a:gd name="T4" fmla="*/ 84 w 110"/>
                <a:gd name="T5" fmla="*/ 111 h 128"/>
                <a:gd name="T6" fmla="*/ 72 w 110"/>
                <a:gd name="T7" fmla="*/ 111 h 128"/>
                <a:gd name="T8" fmla="*/ 50 w 110"/>
                <a:gd name="T9" fmla="*/ 115 h 128"/>
                <a:gd name="T10" fmla="*/ 37 w 110"/>
                <a:gd name="T11" fmla="*/ 121 h 128"/>
                <a:gd name="T12" fmla="*/ 19 w 110"/>
                <a:gd name="T13" fmla="*/ 128 h 128"/>
                <a:gd name="T14" fmla="*/ 16 w 110"/>
                <a:gd name="T15" fmla="*/ 128 h 128"/>
                <a:gd name="T16" fmla="*/ 17 w 110"/>
                <a:gd name="T17" fmla="*/ 111 h 128"/>
                <a:gd name="T18" fmla="*/ 19 w 110"/>
                <a:gd name="T19" fmla="*/ 108 h 128"/>
                <a:gd name="T20" fmla="*/ 18 w 110"/>
                <a:gd name="T21" fmla="*/ 100 h 128"/>
                <a:gd name="T22" fmla="*/ 11 w 110"/>
                <a:gd name="T23" fmla="*/ 91 h 128"/>
                <a:gd name="T24" fmla="*/ 5 w 110"/>
                <a:gd name="T25" fmla="*/ 90 h 128"/>
                <a:gd name="T26" fmla="*/ 0 w 110"/>
                <a:gd name="T27" fmla="*/ 84 h 128"/>
                <a:gd name="T28" fmla="*/ 3 w 110"/>
                <a:gd name="T29" fmla="*/ 75 h 128"/>
                <a:gd name="T30" fmla="*/ 2 w 110"/>
                <a:gd name="T31" fmla="*/ 65 h 128"/>
                <a:gd name="T32" fmla="*/ 3 w 110"/>
                <a:gd name="T33" fmla="*/ 59 h 128"/>
                <a:gd name="T34" fmla="*/ 6 w 110"/>
                <a:gd name="T35" fmla="*/ 59 h 128"/>
                <a:gd name="T36" fmla="*/ 7 w 110"/>
                <a:gd name="T37" fmla="*/ 50 h 128"/>
                <a:gd name="T38" fmla="*/ 5 w 110"/>
                <a:gd name="T39" fmla="*/ 46 h 128"/>
                <a:gd name="T40" fmla="*/ 7 w 110"/>
                <a:gd name="T41" fmla="*/ 43 h 128"/>
                <a:gd name="T42" fmla="*/ 14 w 110"/>
                <a:gd name="T43" fmla="*/ 40 h 128"/>
                <a:gd name="T44" fmla="*/ 9 w 110"/>
                <a:gd name="T45" fmla="*/ 24 h 128"/>
                <a:gd name="T46" fmla="*/ 5 w 110"/>
                <a:gd name="T47" fmla="*/ 15 h 128"/>
                <a:gd name="T48" fmla="*/ 7 w 110"/>
                <a:gd name="T49" fmla="*/ 8 h 128"/>
                <a:gd name="T50" fmla="*/ 11 w 110"/>
                <a:gd name="T51" fmla="*/ 6 h 128"/>
                <a:gd name="T52" fmla="*/ 13 w 110"/>
                <a:gd name="T53" fmla="*/ 5 h 128"/>
                <a:gd name="T54" fmla="*/ 18 w 110"/>
                <a:gd name="T55" fmla="*/ 7 h 128"/>
                <a:gd name="T56" fmla="*/ 32 w 110"/>
                <a:gd name="T57" fmla="*/ 8 h 128"/>
                <a:gd name="T58" fmla="*/ 35 w 110"/>
                <a:gd name="T59" fmla="*/ 2 h 128"/>
                <a:gd name="T60" fmla="*/ 39 w 110"/>
                <a:gd name="T61" fmla="*/ 2 h 128"/>
                <a:gd name="T62" fmla="*/ 44 w 110"/>
                <a:gd name="T63" fmla="*/ 0 h 128"/>
                <a:gd name="T64" fmla="*/ 47 w 110"/>
                <a:gd name="T65" fmla="*/ 9 h 128"/>
                <a:gd name="T66" fmla="*/ 51 w 110"/>
                <a:gd name="T67" fmla="*/ 6 h 128"/>
                <a:gd name="T68" fmla="*/ 58 w 110"/>
                <a:gd name="T69" fmla="*/ 3 h 128"/>
                <a:gd name="T70" fmla="*/ 67 w 110"/>
                <a:gd name="T71" fmla="*/ 7 h 128"/>
                <a:gd name="T72" fmla="*/ 70 w 110"/>
                <a:gd name="T73" fmla="*/ 14 h 128"/>
                <a:gd name="T74" fmla="*/ 78 w 110"/>
                <a:gd name="T75" fmla="*/ 19 h 128"/>
                <a:gd name="T76" fmla="*/ 85 w 110"/>
                <a:gd name="T77" fmla="*/ 14 h 128"/>
                <a:gd name="T78" fmla="*/ 93 w 110"/>
                <a:gd name="T79" fmla="*/ 13 h 128"/>
                <a:gd name="T80" fmla="*/ 106 w 110"/>
                <a:gd name="T81" fmla="*/ 18 h 128"/>
                <a:gd name="T82" fmla="*/ 110 w 110"/>
                <a:gd name="T83" fmla="*/ 48 h 128"/>
                <a:gd name="T84" fmla="*/ 103 w 110"/>
                <a:gd name="T85" fmla="*/ 65 h 128"/>
                <a:gd name="T86" fmla="*/ 98 w 110"/>
                <a:gd name="T87" fmla="*/ 88 h 128"/>
                <a:gd name="T88" fmla="*/ 106 w 110"/>
                <a:gd name="T89" fmla="*/ 107 h 128"/>
                <a:gd name="T90" fmla="*/ 105 w 110"/>
                <a:gd name="T91" fmla="*/ 1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0" h="128">
                  <a:moveTo>
                    <a:pt x="105" y="115"/>
                  </a:moveTo>
                  <a:lnTo>
                    <a:pt x="97" y="115"/>
                  </a:lnTo>
                  <a:lnTo>
                    <a:pt x="84" y="111"/>
                  </a:lnTo>
                  <a:lnTo>
                    <a:pt x="72" y="111"/>
                  </a:lnTo>
                  <a:lnTo>
                    <a:pt x="50" y="115"/>
                  </a:lnTo>
                  <a:lnTo>
                    <a:pt x="37" y="121"/>
                  </a:lnTo>
                  <a:lnTo>
                    <a:pt x="19" y="128"/>
                  </a:lnTo>
                  <a:lnTo>
                    <a:pt x="16" y="128"/>
                  </a:lnTo>
                  <a:lnTo>
                    <a:pt x="17" y="111"/>
                  </a:lnTo>
                  <a:lnTo>
                    <a:pt x="19" y="108"/>
                  </a:lnTo>
                  <a:lnTo>
                    <a:pt x="18" y="100"/>
                  </a:lnTo>
                  <a:lnTo>
                    <a:pt x="11" y="91"/>
                  </a:lnTo>
                  <a:lnTo>
                    <a:pt x="5" y="90"/>
                  </a:lnTo>
                  <a:lnTo>
                    <a:pt x="0" y="84"/>
                  </a:lnTo>
                  <a:lnTo>
                    <a:pt x="3" y="75"/>
                  </a:lnTo>
                  <a:lnTo>
                    <a:pt x="2" y="65"/>
                  </a:lnTo>
                  <a:lnTo>
                    <a:pt x="3" y="59"/>
                  </a:lnTo>
                  <a:lnTo>
                    <a:pt x="6" y="59"/>
                  </a:lnTo>
                  <a:lnTo>
                    <a:pt x="7" y="50"/>
                  </a:lnTo>
                  <a:lnTo>
                    <a:pt x="5" y="46"/>
                  </a:lnTo>
                  <a:lnTo>
                    <a:pt x="7" y="43"/>
                  </a:lnTo>
                  <a:lnTo>
                    <a:pt x="14" y="40"/>
                  </a:lnTo>
                  <a:lnTo>
                    <a:pt x="9" y="24"/>
                  </a:lnTo>
                  <a:lnTo>
                    <a:pt x="5" y="15"/>
                  </a:lnTo>
                  <a:lnTo>
                    <a:pt x="7" y="8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8" y="7"/>
                  </a:lnTo>
                  <a:lnTo>
                    <a:pt x="32" y="8"/>
                  </a:lnTo>
                  <a:lnTo>
                    <a:pt x="35" y="2"/>
                  </a:lnTo>
                  <a:lnTo>
                    <a:pt x="39" y="2"/>
                  </a:lnTo>
                  <a:lnTo>
                    <a:pt x="44" y="0"/>
                  </a:lnTo>
                  <a:lnTo>
                    <a:pt x="47" y="9"/>
                  </a:lnTo>
                  <a:lnTo>
                    <a:pt x="51" y="6"/>
                  </a:lnTo>
                  <a:lnTo>
                    <a:pt x="58" y="3"/>
                  </a:lnTo>
                  <a:lnTo>
                    <a:pt x="67" y="7"/>
                  </a:lnTo>
                  <a:lnTo>
                    <a:pt x="70" y="14"/>
                  </a:lnTo>
                  <a:lnTo>
                    <a:pt x="78" y="19"/>
                  </a:lnTo>
                  <a:lnTo>
                    <a:pt x="85" y="14"/>
                  </a:lnTo>
                  <a:lnTo>
                    <a:pt x="93" y="13"/>
                  </a:lnTo>
                  <a:lnTo>
                    <a:pt x="106" y="18"/>
                  </a:lnTo>
                  <a:lnTo>
                    <a:pt x="110" y="48"/>
                  </a:lnTo>
                  <a:lnTo>
                    <a:pt x="103" y="65"/>
                  </a:lnTo>
                  <a:lnTo>
                    <a:pt x="98" y="88"/>
                  </a:lnTo>
                  <a:lnTo>
                    <a:pt x="106" y="107"/>
                  </a:lnTo>
                  <a:lnTo>
                    <a:pt x="105" y="1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59" name="Freeform 42">
              <a:extLst>
                <a:ext uri="{FF2B5EF4-FFF2-40B4-BE49-F238E27FC236}">
                  <a16:creationId xmlns:a16="http://schemas.microsoft.com/office/drawing/2014/main" id="{CA19FA25-DC9F-E439-E81B-4FCB6C719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502" y="3484562"/>
              <a:ext cx="220663" cy="366713"/>
            </a:xfrm>
            <a:custGeom>
              <a:avLst/>
              <a:gdLst>
                <a:gd name="T0" fmla="*/ 85 w 139"/>
                <a:gd name="T1" fmla="*/ 220 h 231"/>
                <a:gd name="T2" fmla="*/ 82 w 139"/>
                <a:gd name="T3" fmla="*/ 219 h 231"/>
                <a:gd name="T4" fmla="*/ 71 w 139"/>
                <a:gd name="T5" fmla="*/ 222 h 231"/>
                <a:gd name="T6" fmla="*/ 60 w 139"/>
                <a:gd name="T7" fmla="*/ 219 h 231"/>
                <a:gd name="T8" fmla="*/ 52 w 139"/>
                <a:gd name="T9" fmla="*/ 220 h 231"/>
                <a:gd name="T10" fmla="*/ 22 w 139"/>
                <a:gd name="T11" fmla="*/ 220 h 231"/>
                <a:gd name="T12" fmla="*/ 24 w 139"/>
                <a:gd name="T13" fmla="*/ 204 h 231"/>
                <a:gd name="T14" fmla="*/ 17 w 139"/>
                <a:gd name="T15" fmla="*/ 190 h 231"/>
                <a:gd name="T16" fmla="*/ 9 w 139"/>
                <a:gd name="T17" fmla="*/ 186 h 231"/>
                <a:gd name="T18" fmla="*/ 5 w 139"/>
                <a:gd name="T19" fmla="*/ 177 h 231"/>
                <a:gd name="T20" fmla="*/ 0 w 139"/>
                <a:gd name="T21" fmla="*/ 174 h 231"/>
                <a:gd name="T22" fmla="*/ 0 w 139"/>
                <a:gd name="T23" fmla="*/ 168 h 231"/>
                <a:gd name="T24" fmla="*/ 5 w 139"/>
                <a:gd name="T25" fmla="*/ 154 h 231"/>
                <a:gd name="T26" fmla="*/ 14 w 139"/>
                <a:gd name="T27" fmla="*/ 134 h 231"/>
                <a:gd name="T28" fmla="*/ 19 w 139"/>
                <a:gd name="T29" fmla="*/ 133 h 231"/>
                <a:gd name="T30" fmla="*/ 30 w 139"/>
                <a:gd name="T31" fmla="*/ 121 h 231"/>
                <a:gd name="T32" fmla="*/ 37 w 139"/>
                <a:gd name="T33" fmla="*/ 121 h 231"/>
                <a:gd name="T34" fmla="*/ 47 w 139"/>
                <a:gd name="T35" fmla="*/ 129 h 231"/>
                <a:gd name="T36" fmla="*/ 60 w 139"/>
                <a:gd name="T37" fmla="*/ 122 h 231"/>
                <a:gd name="T38" fmla="*/ 61 w 139"/>
                <a:gd name="T39" fmla="*/ 114 h 231"/>
                <a:gd name="T40" fmla="*/ 66 w 139"/>
                <a:gd name="T41" fmla="*/ 105 h 231"/>
                <a:gd name="T42" fmla="*/ 68 w 139"/>
                <a:gd name="T43" fmla="*/ 95 h 231"/>
                <a:gd name="T44" fmla="*/ 78 w 139"/>
                <a:gd name="T45" fmla="*/ 86 h 231"/>
                <a:gd name="T46" fmla="*/ 81 w 139"/>
                <a:gd name="T47" fmla="*/ 72 h 231"/>
                <a:gd name="T48" fmla="*/ 85 w 139"/>
                <a:gd name="T49" fmla="*/ 67 h 231"/>
                <a:gd name="T50" fmla="*/ 88 w 139"/>
                <a:gd name="T51" fmla="*/ 56 h 231"/>
                <a:gd name="T52" fmla="*/ 93 w 139"/>
                <a:gd name="T53" fmla="*/ 43 h 231"/>
                <a:gd name="T54" fmla="*/ 108 w 139"/>
                <a:gd name="T55" fmla="*/ 27 h 231"/>
                <a:gd name="T56" fmla="*/ 108 w 139"/>
                <a:gd name="T57" fmla="*/ 20 h 231"/>
                <a:gd name="T58" fmla="*/ 110 w 139"/>
                <a:gd name="T59" fmla="*/ 16 h 231"/>
                <a:gd name="T60" fmla="*/ 103 w 139"/>
                <a:gd name="T61" fmla="*/ 8 h 231"/>
                <a:gd name="T62" fmla="*/ 104 w 139"/>
                <a:gd name="T63" fmla="*/ 1 h 231"/>
                <a:gd name="T64" fmla="*/ 109 w 139"/>
                <a:gd name="T65" fmla="*/ 0 h 231"/>
                <a:gd name="T66" fmla="*/ 116 w 139"/>
                <a:gd name="T67" fmla="*/ 14 h 231"/>
                <a:gd name="T68" fmla="*/ 118 w 139"/>
                <a:gd name="T69" fmla="*/ 27 h 231"/>
                <a:gd name="T70" fmla="*/ 117 w 139"/>
                <a:gd name="T71" fmla="*/ 41 h 231"/>
                <a:gd name="T72" fmla="*/ 127 w 139"/>
                <a:gd name="T73" fmla="*/ 60 h 231"/>
                <a:gd name="T74" fmla="*/ 117 w 139"/>
                <a:gd name="T75" fmla="*/ 60 h 231"/>
                <a:gd name="T76" fmla="*/ 112 w 139"/>
                <a:gd name="T77" fmla="*/ 61 h 231"/>
                <a:gd name="T78" fmla="*/ 104 w 139"/>
                <a:gd name="T79" fmla="*/ 59 h 231"/>
                <a:gd name="T80" fmla="*/ 100 w 139"/>
                <a:gd name="T81" fmla="*/ 69 h 231"/>
                <a:gd name="T82" fmla="*/ 111 w 139"/>
                <a:gd name="T83" fmla="*/ 81 h 231"/>
                <a:gd name="T84" fmla="*/ 119 w 139"/>
                <a:gd name="T85" fmla="*/ 85 h 231"/>
                <a:gd name="T86" fmla="*/ 121 w 139"/>
                <a:gd name="T87" fmla="*/ 93 h 231"/>
                <a:gd name="T88" fmla="*/ 127 w 139"/>
                <a:gd name="T89" fmla="*/ 107 h 231"/>
                <a:gd name="T90" fmla="*/ 124 w 139"/>
                <a:gd name="T91" fmla="*/ 113 h 231"/>
                <a:gd name="T92" fmla="*/ 115 w 139"/>
                <a:gd name="T93" fmla="*/ 134 h 231"/>
                <a:gd name="T94" fmla="*/ 111 w 139"/>
                <a:gd name="T95" fmla="*/ 138 h 231"/>
                <a:gd name="T96" fmla="*/ 110 w 139"/>
                <a:gd name="T97" fmla="*/ 154 h 231"/>
                <a:gd name="T98" fmla="*/ 112 w 139"/>
                <a:gd name="T99" fmla="*/ 163 h 231"/>
                <a:gd name="T100" fmla="*/ 110 w 139"/>
                <a:gd name="T101" fmla="*/ 169 h 231"/>
                <a:gd name="T102" fmla="*/ 119 w 139"/>
                <a:gd name="T103" fmla="*/ 180 h 231"/>
                <a:gd name="T104" fmla="*/ 120 w 139"/>
                <a:gd name="T105" fmla="*/ 188 h 231"/>
                <a:gd name="T106" fmla="*/ 127 w 139"/>
                <a:gd name="T107" fmla="*/ 198 h 231"/>
                <a:gd name="T108" fmla="*/ 136 w 139"/>
                <a:gd name="T109" fmla="*/ 205 h 231"/>
                <a:gd name="T110" fmla="*/ 137 w 139"/>
                <a:gd name="T111" fmla="*/ 214 h 231"/>
                <a:gd name="T112" fmla="*/ 139 w 139"/>
                <a:gd name="T113" fmla="*/ 220 h 231"/>
                <a:gd name="T114" fmla="*/ 137 w 139"/>
                <a:gd name="T115" fmla="*/ 231 h 231"/>
                <a:gd name="T116" fmla="*/ 123 w 139"/>
                <a:gd name="T117" fmla="*/ 227 h 231"/>
                <a:gd name="T118" fmla="*/ 108 w 139"/>
                <a:gd name="T119" fmla="*/ 221 h 231"/>
                <a:gd name="T120" fmla="*/ 85 w 139"/>
                <a:gd name="T121" fmla="*/ 22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9" h="231">
                  <a:moveTo>
                    <a:pt x="85" y="220"/>
                  </a:moveTo>
                  <a:lnTo>
                    <a:pt x="82" y="219"/>
                  </a:lnTo>
                  <a:lnTo>
                    <a:pt x="71" y="222"/>
                  </a:lnTo>
                  <a:lnTo>
                    <a:pt x="60" y="219"/>
                  </a:lnTo>
                  <a:lnTo>
                    <a:pt x="52" y="220"/>
                  </a:lnTo>
                  <a:lnTo>
                    <a:pt x="22" y="220"/>
                  </a:lnTo>
                  <a:lnTo>
                    <a:pt x="24" y="204"/>
                  </a:lnTo>
                  <a:lnTo>
                    <a:pt x="17" y="190"/>
                  </a:lnTo>
                  <a:lnTo>
                    <a:pt x="9" y="186"/>
                  </a:lnTo>
                  <a:lnTo>
                    <a:pt x="5" y="177"/>
                  </a:lnTo>
                  <a:lnTo>
                    <a:pt x="0" y="174"/>
                  </a:lnTo>
                  <a:lnTo>
                    <a:pt x="0" y="168"/>
                  </a:lnTo>
                  <a:lnTo>
                    <a:pt x="5" y="154"/>
                  </a:lnTo>
                  <a:lnTo>
                    <a:pt x="14" y="134"/>
                  </a:lnTo>
                  <a:lnTo>
                    <a:pt x="19" y="133"/>
                  </a:lnTo>
                  <a:lnTo>
                    <a:pt x="30" y="121"/>
                  </a:lnTo>
                  <a:lnTo>
                    <a:pt x="37" y="121"/>
                  </a:lnTo>
                  <a:lnTo>
                    <a:pt x="47" y="129"/>
                  </a:lnTo>
                  <a:lnTo>
                    <a:pt x="60" y="122"/>
                  </a:lnTo>
                  <a:lnTo>
                    <a:pt x="61" y="114"/>
                  </a:lnTo>
                  <a:lnTo>
                    <a:pt x="66" y="105"/>
                  </a:lnTo>
                  <a:lnTo>
                    <a:pt x="68" y="95"/>
                  </a:lnTo>
                  <a:lnTo>
                    <a:pt x="78" y="86"/>
                  </a:lnTo>
                  <a:lnTo>
                    <a:pt x="81" y="72"/>
                  </a:lnTo>
                  <a:lnTo>
                    <a:pt x="85" y="67"/>
                  </a:lnTo>
                  <a:lnTo>
                    <a:pt x="88" y="56"/>
                  </a:lnTo>
                  <a:lnTo>
                    <a:pt x="93" y="43"/>
                  </a:lnTo>
                  <a:lnTo>
                    <a:pt x="108" y="27"/>
                  </a:lnTo>
                  <a:lnTo>
                    <a:pt x="108" y="20"/>
                  </a:lnTo>
                  <a:lnTo>
                    <a:pt x="110" y="16"/>
                  </a:lnTo>
                  <a:lnTo>
                    <a:pt x="103" y="8"/>
                  </a:lnTo>
                  <a:lnTo>
                    <a:pt x="104" y="1"/>
                  </a:lnTo>
                  <a:lnTo>
                    <a:pt x="109" y="0"/>
                  </a:lnTo>
                  <a:lnTo>
                    <a:pt x="116" y="14"/>
                  </a:lnTo>
                  <a:lnTo>
                    <a:pt x="118" y="27"/>
                  </a:lnTo>
                  <a:lnTo>
                    <a:pt x="117" y="41"/>
                  </a:lnTo>
                  <a:lnTo>
                    <a:pt x="127" y="60"/>
                  </a:lnTo>
                  <a:lnTo>
                    <a:pt x="117" y="60"/>
                  </a:lnTo>
                  <a:lnTo>
                    <a:pt x="112" y="61"/>
                  </a:lnTo>
                  <a:lnTo>
                    <a:pt x="104" y="59"/>
                  </a:lnTo>
                  <a:lnTo>
                    <a:pt x="100" y="69"/>
                  </a:lnTo>
                  <a:lnTo>
                    <a:pt x="111" y="81"/>
                  </a:lnTo>
                  <a:lnTo>
                    <a:pt x="119" y="85"/>
                  </a:lnTo>
                  <a:lnTo>
                    <a:pt x="121" y="93"/>
                  </a:lnTo>
                  <a:lnTo>
                    <a:pt x="127" y="107"/>
                  </a:lnTo>
                  <a:lnTo>
                    <a:pt x="124" y="113"/>
                  </a:lnTo>
                  <a:lnTo>
                    <a:pt x="115" y="134"/>
                  </a:lnTo>
                  <a:lnTo>
                    <a:pt x="111" y="138"/>
                  </a:lnTo>
                  <a:lnTo>
                    <a:pt x="110" y="154"/>
                  </a:lnTo>
                  <a:lnTo>
                    <a:pt x="112" y="163"/>
                  </a:lnTo>
                  <a:lnTo>
                    <a:pt x="110" y="169"/>
                  </a:lnTo>
                  <a:lnTo>
                    <a:pt x="119" y="180"/>
                  </a:lnTo>
                  <a:lnTo>
                    <a:pt x="120" y="188"/>
                  </a:lnTo>
                  <a:lnTo>
                    <a:pt x="127" y="198"/>
                  </a:lnTo>
                  <a:lnTo>
                    <a:pt x="136" y="205"/>
                  </a:lnTo>
                  <a:lnTo>
                    <a:pt x="137" y="214"/>
                  </a:lnTo>
                  <a:lnTo>
                    <a:pt x="139" y="220"/>
                  </a:lnTo>
                  <a:lnTo>
                    <a:pt x="137" y="231"/>
                  </a:lnTo>
                  <a:lnTo>
                    <a:pt x="123" y="227"/>
                  </a:lnTo>
                  <a:lnTo>
                    <a:pt x="108" y="221"/>
                  </a:lnTo>
                  <a:lnTo>
                    <a:pt x="85" y="22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0" name="Freeform 43">
              <a:extLst>
                <a:ext uri="{FF2B5EF4-FFF2-40B4-BE49-F238E27FC236}">
                  <a16:creationId xmlns:a16="http://schemas.microsoft.com/office/drawing/2014/main" id="{236D58B3-F6EF-54E2-9BBC-A438EE94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9452" y="3735388"/>
              <a:ext cx="554038" cy="611188"/>
            </a:xfrm>
            <a:custGeom>
              <a:avLst/>
              <a:gdLst>
                <a:gd name="T0" fmla="*/ 342 w 349"/>
                <a:gd name="T1" fmla="*/ 61 h 385"/>
                <a:gd name="T2" fmla="*/ 343 w 349"/>
                <a:gd name="T3" fmla="*/ 71 h 385"/>
                <a:gd name="T4" fmla="*/ 329 w 349"/>
                <a:gd name="T5" fmla="*/ 87 h 385"/>
                <a:gd name="T6" fmla="*/ 324 w 349"/>
                <a:gd name="T7" fmla="*/ 114 h 385"/>
                <a:gd name="T8" fmla="*/ 320 w 349"/>
                <a:gd name="T9" fmla="*/ 137 h 385"/>
                <a:gd name="T10" fmla="*/ 314 w 349"/>
                <a:gd name="T11" fmla="*/ 155 h 385"/>
                <a:gd name="T12" fmla="*/ 310 w 349"/>
                <a:gd name="T13" fmla="*/ 168 h 385"/>
                <a:gd name="T14" fmla="*/ 315 w 349"/>
                <a:gd name="T15" fmla="*/ 203 h 385"/>
                <a:gd name="T16" fmla="*/ 316 w 349"/>
                <a:gd name="T17" fmla="*/ 233 h 385"/>
                <a:gd name="T18" fmla="*/ 330 w 349"/>
                <a:gd name="T19" fmla="*/ 256 h 385"/>
                <a:gd name="T20" fmla="*/ 332 w 349"/>
                <a:gd name="T21" fmla="*/ 281 h 385"/>
                <a:gd name="T22" fmla="*/ 303 w 349"/>
                <a:gd name="T23" fmla="*/ 287 h 385"/>
                <a:gd name="T24" fmla="*/ 301 w 349"/>
                <a:gd name="T25" fmla="*/ 309 h 385"/>
                <a:gd name="T26" fmla="*/ 295 w 349"/>
                <a:gd name="T27" fmla="*/ 354 h 385"/>
                <a:gd name="T28" fmla="*/ 312 w 349"/>
                <a:gd name="T29" fmla="*/ 366 h 385"/>
                <a:gd name="T30" fmla="*/ 318 w 349"/>
                <a:gd name="T31" fmla="*/ 385 h 385"/>
                <a:gd name="T32" fmla="*/ 297 w 349"/>
                <a:gd name="T33" fmla="*/ 373 h 385"/>
                <a:gd name="T34" fmla="*/ 276 w 349"/>
                <a:gd name="T35" fmla="*/ 362 h 385"/>
                <a:gd name="T36" fmla="*/ 261 w 349"/>
                <a:gd name="T37" fmla="*/ 357 h 385"/>
                <a:gd name="T38" fmla="*/ 241 w 349"/>
                <a:gd name="T39" fmla="*/ 345 h 385"/>
                <a:gd name="T40" fmla="*/ 221 w 349"/>
                <a:gd name="T41" fmla="*/ 344 h 385"/>
                <a:gd name="T42" fmla="*/ 214 w 349"/>
                <a:gd name="T43" fmla="*/ 336 h 385"/>
                <a:gd name="T44" fmla="*/ 194 w 349"/>
                <a:gd name="T45" fmla="*/ 338 h 385"/>
                <a:gd name="T46" fmla="*/ 181 w 349"/>
                <a:gd name="T47" fmla="*/ 340 h 385"/>
                <a:gd name="T48" fmla="*/ 177 w 349"/>
                <a:gd name="T49" fmla="*/ 307 h 385"/>
                <a:gd name="T50" fmla="*/ 178 w 349"/>
                <a:gd name="T51" fmla="*/ 282 h 385"/>
                <a:gd name="T52" fmla="*/ 175 w 349"/>
                <a:gd name="T53" fmla="*/ 261 h 385"/>
                <a:gd name="T54" fmla="*/ 154 w 349"/>
                <a:gd name="T55" fmla="*/ 253 h 385"/>
                <a:gd name="T56" fmla="*/ 144 w 349"/>
                <a:gd name="T57" fmla="*/ 257 h 385"/>
                <a:gd name="T58" fmla="*/ 128 w 349"/>
                <a:gd name="T59" fmla="*/ 270 h 385"/>
                <a:gd name="T60" fmla="*/ 115 w 349"/>
                <a:gd name="T61" fmla="*/ 273 h 385"/>
                <a:gd name="T62" fmla="*/ 97 w 349"/>
                <a:gd name="T63" fmla="*/ 277 h 385"/>
                <a:gd name="T64" fmla="*/ 85 w 349"/>
                <a:gd name="T65" fmla="*/ 260 h 385"/>
                <a:gd name="T66" fmla="*/ 76 w 349"/>
                <a:gd name="T67" fmla="*/ 232 h 385"/>
                <a:gd name="T68" fmla="*/ 15 w 349"/>
                <a:gd name="T69" fmla="*/ 234 h 385"/>
                <a:gd name="T70" fmla="*/ 2 w 349"/>
                <a:gd name="T71" fmla="*/ 236 h 385"/>
                <a:gd name="T72" fmla="*/ 5 w 349"/>
                <a:gd name="T73" fmla="*/ 228 h 385"/>
                <a:gd name="T74" fmla="*/ 8 w 349"/>
                <a:gd name="T75" fmla="*/ 213 h 385"/>
                <a:gd name="T76" fmla="*/ 20 w 349"/>
                <a:gd name="T77" fmla="*/ 211 h 385"/>
                <a:gd name="T78" fmla="*/ 36 w 349"/>
                <a:gd name="T79" fmla="*/ 203 h 385"/>
                <a:gd name="T80" fmla="*/ 44 w 349"/>
                <a:gd name="T81" fmla="*/ 213 h 385"/>
                <a:gd name="T82" fmla="*/ 66 w 349"/>
                <a:gd name="T83" fmla="*/ 190 h 385"/>
                <a:gd name="T84" fmla="*/ 70 w 349"/>
                <a:gd name="T85" fmla="*/ 166 h 385"/>
                <a:gd name="T86" fmla="*/ 86 w 349"/>
                <a:gd name="T87" fmla="*/ 135 h 385"/>
                <a:gd name="T88" fmla="*/ 101 w 349"/>
                <a:gd name="T89" fmla="*/ 118 h 385"/>
                <a:gd name="T90" fmla="*/ 104 w 349"/>
                <a:gd name="T91" fmla="*/ 103 h 385"/>
                <a:gd name="T92" fmla="*/ 105 w 349"/>
                <a:gd name="T93" fmla="*/ 73 h 385"/>
                <a:gd name="T94" fmla="*/ 114 w 349"/>
                <a:gd name="T95" fmla="*/ 49 h 385"/>
                <a:gd name="T96" fmla="*/ 117 w 349"/>
                <a:gd name="T97" fmla="*/ 22 h 385"/>
                <a:gd name="T98" fmla="*/ 134 w 349"/>
                <a:gd name="T99" fmla="*/ 5 h 385"/>
                <a:gd name="T100" fmla="*/ 161 w 349"/>
                <a:gd name="T101" fmla="*/ 20 h 385"/>
                <a:gd name="T102" fmla="*/ 188 w 349"/>
                <a:gd name="T103" fmla="*/ 26 h 385"/>
                <a:gd name="T104" fmla="*/ 196 w 349"/>
                <a:gd name="T105" fmla="*/ 11 h 385"/>
                <a:gd name="T106" fmla="*/ 224 w 349"/>
                <a:gd name="T107" fmla="*/ 3 h 385"/>
                <a:gd name="T108" fmla="*/ 238 w 349"/>
                <a:gd name="T109" fmla="*/ 7 h 385"/>
                <a:gd name="T110" fmla="*/ 247 w 349"/>
                <a:gd name="T111" fmla="*/ 0 h 385"/>
                <a:gd name="T112" fmla="*/ 273 w 349"/>
                <a:gd name="T113" fmla="*/ 3 h 385"/>
                <a:gd name="T114" fmla="*/ 290 w 349"/>
                <a:gd name="T115" fmla="*/ 18 h 385"/>
                <a:gd name="T116" fmla="*/ 303 w 349"/>
                <a:gd name="T117" fmla="*/ 17 h 385"/>
                <a:gd name="T118" fmla="*/ 322 w 349"/>
                <a:gd name="T119" fmla="*/ 14 h 385"/>
                <a:gd name="T120" fmla="*/ 343 w 349"/>
                <a:gd name="T121" fmla="*/ 37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" h="385">
                  <a:moveTo>
                    <a:pt x="343" y="37"/>
                  </a:moveTo>
                  <a:lnTo>
                    <a:pt x="342" y="61"/>
                  </a:lnTo>
                  <a:lnTo>
                    <a:pt x="349" y="64"/>
                  </a:lnTo>
                  <a:lnTo>
                    <a:pt x="343" y="71"/>
                  </a:lnTo>
                  <a:lnTo>
                    <a:pt x="336" y="77"/>
                  </a:lnTo>
                  <a:lnTo>
                    <a:pt x="329" y="87"/>
                  </a:lnTo>
                  <a:lnTo>
                    <a:pt x="325" y="97"/>
                  </a:lnTo>
                  <a:lnTo>
                    <a:pt x="324" y="114"/>
                  </a:lnTo>
                  <a:lnTo>
                    <a:pt x="320" y="122"/>
                  </a:lnTo>
                  <a:lnTo>
                    <a:pt x="320" y="137"/>
                  </a:lnTo>
                  <a:lnTo>
                    <a:pt x="314" y="143"/>
                  </a:lnTo>
                  <a:lnTo>
                    <a:pt x="314" y="155"/>
                  </a:lnTo>
                  <a:lnTo>
                    <a:pt x="311" y="157"/>
                  </a:lnTo>
                  <a:lnTo>
                    <a:pt x="310" y="168"/>
                  </a:lnTo>
                  <a:lnTo>
                    <a:pt x="314" y="178"/>
                  </a:lnTo>
                  <a:lnTo>
                    <a:pt x="315" y="203"/>
                  </a:lnTo>
                  <a:lnTo>
                    <a:pt x="318" y="222"/>
                  </a:lnTo>
                  <a:lnTo>
                    <a:pt x="316" y="233"/>
                  </a:lnTo>
                  <a:lnTo>
                    <a:pt x="320" y="245"/>
                  </a:lnTo>
                  <a:lnTo>
                    <a:pt x="330" y="256"/>
                  </a:lnTo>
                  <a:lnTo>
                    <a:pt x="340" y="283"/>
                  </a:lnTo>
                  <a:lnTo>
                    <a:pt x="332" y="281"/>
                  </a:lnTo>
                  <a:lnTo>
                    <a:pt x="308" y="284"/>
                  </a:lnTo>
                  <a:lnTo>
                    <a:pt x="303" y="287"/>
                  </a:lnTo>
                  <a:lnTo>
                    <a:pt x="297" y="300"/>
                  </a:lnTo>
                  <a:lnTo>
                    <a:pt x="301" y="309"/>
                  </a:lnTo>
                  <a:lnTo>
                    <a:pt x="297" y="334"/>
                  </a:lnTo>
                  <a:lnTo>
                    <a:pt x="295" y="354"/>
                  </a:lnTo>
                  <a:lnTo>
                    <a:pt x="300" y="358"/>
                  </a:lnTo>
                  <a:lnTo>
                    <a:pt x="312" y="366"/>
                  </a:lnTo>
                  <a:lnTo>
                    <a:pt x="317" y="363"/>
                  </a:lnTo>
                  <a:lnTo>
                    <a:pt x="318" y="385"/>
                  </a:lnTo>
                  <a:lnTo>
                    <a:pt x="304" y="385"/>
                  </a:lnTo>
                  <a:lnTo>
                    <a:pt x="297" y="373"/>
                  </a:lnTo>
                  <a:lnTo>
                    <a:pt x="290" y="364"/>
                  </a:lnTo>
                  <a:lnTo>
                    <a:pt x="276" y="362"/>
                  </a:lnTo>
                  <a:lnTo>
                    <a:pt x="273" y="351"/>
                  </a:lnTo>
                  <a:lnTo>
                    <a:pt x="261" y="357"/>
                  </a:lnTo>
                  <a:lnTo>
                    <a:pt x="247" y="354"/>
                  </a:lnTo>
                  <a:lnTo>
                    <a:pt x="241" y="345"/>
                  </a:lnTo>
                  <a:lnTo>
                    <a:pt x="229" y="343"/>
                  </a:lnTo>
                  <a:lnTo>
                    <a:pt x="221" y="344"/>
                  </a:lnTo>
                  <a:lnTo>
                    <a:pt x="220" y="337"/>
                  </a:lnTo>
                  <a:lnTo>
                    <a:pt x="214" y="336"/>
                  </a:lnTo>
                  <a:lnTo>
                    <a:pt x="205" y="335"/>
                  </a:lnTo>
                  <a:lnTo>
                    <a:pt x="194" y="338"/>
                  </a:lnTo>
                  <a:lnTo>
                    <a:pt x="186" y="338"/>
                  </a:lnTo>
                  <a:lnTo>
                    <a:pt x="181" y="340"/>
                  </a:lnTo>
                  <a:lnTo>
                    <a:pt x="183" y="315"/>
                  </a:lnTo>
                  <a:lnTo>
                    <a:pt x="177" y="307"/>
                  </a:lnTo>
                  <a:lnTo>
                    <a:pt x="176" y="294"/>
                  </a:lnTo>
                  <a:lnTo>
                    <a:pt x="178" y="282"/>
                  </a:lnTo>
                  <a:lnTo>
                    <a:pt x="175" y="274"/>
                  </a:lnTo>
                  <a:lnTo>
                    <a:pt x="175" y="261"/>
                  </a:lnTo>
                  <a:lnTo>
                    <a:pt x="153" y="261"/>
                  </a:lnTo>
                  <a:lnTo>
                    <a:pt x="154" y="253"/>
                  </a:lnTo>
                  <a:lnTo>
                    <a:pt x="145" y="254"/>
                  </a:lnTo>
                  <a:lnTo>
                    <a:pt x="144" y="257"/>
                  </a:lnTo>
                  <a:lnTo>
                    <a:pt x="132" y="258"/>
                  </a:lnTo>
                  <a:lnTo>
                    <a:pt x="128" y="270"/>
                  </a:lnTo>
                  <a:lnTo>
                    <a:pt x="125" y="275"/>
                  </a:lnTo>
                  <a:lnTo>
                    <a:pt x="115" y="273"/>
                  </a:lnTo>
                  <a:lnTo>
                    <a:pt x="109" y="275"/>
                  </a:lnTo>
                  <a:lnTo>
                    <a:pt x="97" y="277"/>
                  </a:lnTo>
                  <a:lnTo>
                    <a:pt x="90" y="266"/>
                  </a:lnTo>
                  <a:lnTo>
                    <a:pt x="85" y="260"/>
                  </a:lnTo>
                  <a:lnTo>
                    <a:pt x="80" y="247"/>
                  </a:lnTo>
                  <a:lnTo>
                    <a:pt x="76" y="232"/>
                  </a:lnTo>
                  <a:lnTo>
                    <a:pt x="22" y="231"/>
                  </a:lnTo>
                  <a:lnTo>
                    <a:pt x="15" y="234"/>
                  </a:lnTo>
                  <a:lnTo>
                    <a:pt x="10" y="233"/>
                  </a:lnTo>
                  <a:lnTo>
                    <a:pt x="2" y="236"/>
                  </a:lnTo>
                  <a:lnTo>
                    <a:pt x="0" y="230"/>
                  </a:lnTo>
                  <a:lnTo>
                    <a:pt x="5" y="228"/>
                  </a:lnTo>
                  <a:lnTo>
                    <a:pt x="5" y="218"/>
                  </a:lnTo>
                  <a:lnTo>
                    <a:pt x="8" y="213"/>
                  </a:lnTo>
                  <a:lnTo>
                    <a:pt x="15" y="209"/>
                  </a:lnTo>
                  <a:lnTo>
                    <a:pt x="20" y="211"/>
                  </a:lnTo>
                  <a:lnTo>
                    <a:pt x="26" y="203"/>
                  </a:lnTo>
                  <a:lnTo>
                    <a:pt x="36" y="203"/>
                  </a:lnTo>
                  <a:lnTo>
                    <a:pt x="37" y="209"/>
                  </a:lnTo>
                  <a:lnTo>
                    <a:pt x="44" y="213"/>
                  </a:lnTo>
                  <a:lnTo>
                    <a:pt x="55" y="200"/>
                  </a:lnTo>
                  <a:lnTo>
                    <a:pt x="66" y="190"/>
                  </a:lnTo>
                  <a:lnTo>
                    <a:pt x="70" y="183"/>
                  </a:lnTo>
                  <a:lnTo>
                    <a:pt x="70" y="166"/>
                  </a:lnTo>
                  <a:lnTo>
                    <a:pt x="78" y="146"/>
                  </a:lnTo>
                  <a:lnTo>
                    <a:pt x="86" y="135"/>
                  </a:lnTo>
                  <a:lnTo>
                    <a:pt x="98" y="125"/>
                  </a:lnTo>
                  <a:lnTo>
                    <a:pt x="101" y="118"/>
                  </a:lnTo>
                  <a:lnTo>
                    <a:pt x="101" y="111"/>
                  </a:lnTo>
                  <a:lnTo>
                    <a:pt x="104" y="103"/>
                  </a:lnTo>
                  <a:lnTo>
                    <a:pt x="103" y="92"/>
                  </a:lnTo>
                  <a:lnTo>
                    <a:pt x="105" y="73"/>
                  </a:lnTo>
                  <a:lnTo>
                    <a:pt x="109" y="60"/>
                  </a:lnTo>
                  <a:lnTo>
                    <a:pt x="114" y="49"/>
                  </a:lnTo>
                  <a:lnTo>
                    <a:pt x="115" y="37"/>
                  </a:lnTo>
                  <a:lnTo>
                    <a:pt x="117" y="22"/>
                  </a:lnTo>
                  <a:lnTo>
                    <a:pt x="124" y="11"/>
                  </a:lnTo>
                  <a:lnTo>
                    <a:pt x="134" y="5"/>
                  </a:lnTo>
                  <a:lnTo>
                    <a:pt x="149" y="12"/>
                  </a:lnTo>
                  <a:lnTo>
                    <a:pt x="161" y="20"/>
                  </a:lnTo>
                  <a:lnTo>
                    <a:pt x="174" y="22"/>
                  </a:lnTo>
                  <a:lnTo>
                    <a:pt x="188" y="26"/>
                  </a:lnTo>
                  <a:lnTo>
                    <a:pt x="193" y="13"/>
                  </a:lnTo>
                  <a:lnTo>
                    <a:pt x="196" y="11"/>
                  </a:lnTo>
                  <a:lnTo>
                    <a:pt x="204" y="14"/>
                  </a:lnTo>
                  <a:lnTo>
                    <a:pt x="224" y="3"/>
                  </a:lnTo>
                  <a:lnTo>
                    <a:pt x="232" y="8"/>
                  </a:lnTo>
                  <a:lnTo>
                    <a:pt x="238" y="7"/>
                  </a:lnTo>
                  <a:lnTo>
                    <a:pt x="240" y="2"/>
                  </a:lnTo>
                  <a:lnTo>
                    <a:pt x="247" y="0"/>
                  </a:lnTo>
                  <a:lnTo>
                    <a:pt x="261" y="2"/>
                  </a:lnTo>
                  <a:lnTo>
                    <a:pt x="273" y="3"/>
                  </a:lnTo>
                  <a:lnTo>
                    <a:pt x="279" y="1"/>
                  </a:lnTo>
                  <a:lnTo>
                    <a:pt x="290" y="18"/>
                  </a:lnTo>
                  <a:lnTo>
                    <a:pt x="298" y="20"/>
                  </a:lnTo>
                  <a:lnTo>
                    <a:pt x="303" y="17"/>
                  </a:lnTo>
                  <a:lnTo>
                    <a:pt x="312" y="18"/>
                  </a:lnTo>
                  <a:lnTo>
                    <a:pt x="322" y="14"/>
                  </a:lnTo>
                  <a:lnTo>
                    <a:pt x="326" y="23"/>
                  </a:lnTo>
                  <a:lnTo>
                    <a:pt x="343" y="3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1" name="Freeform 44">
              <a:extLst>
                <a:ext uri="{FF2B5EF4-FFF2-40B4-BE49-F238E27FC236}">
                  <a16:creationId xmlns:a16="http://schemas.microsoft.com/office/drawing/2014/main" id="{6D852987-3D42-D129-2CC8-5C94607FB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702" y="3786188"/>
              <a:ext cx="214313" cy="288925"/>
            </a:xfrm>
            <a:custGeom>
              <a:avLst/>
              <a:gdLst>
                <a:gd name="T0" fmla="*/ 35 w 135"/>
                <a:gd name="T1" fmla="*/ 177 h 182"/>
                <a:gd name="T2" fmla="*/ 28 w 135"/>
                <a:gd name="T3" fmla="*/ 170 h 182"/>
                <a:gd name="T4" fmla="*/ 22 w 135"/>
                <a:gd name="T5" fmla="*/ 173 h 182"/>
                <a:gd name="T6" fmla="*/ 15 w 135"/>
                <a:gd name="T7" fmla="*/ 182 h 182"/>
                <a:gd name="T8" fmla="*/ 0 w 135"/>
                <a:gd name="T9" fmla="*/ 160 h 182"/>
                <a:gd name="T10" fmla="*/ 14 w 135"/>
                <a:gd name="T11" fmla="*/ 149 h 182"/>
                <a:gd name="T12" fmla="*/ 7 w 135"/>
                <a:gd name="T13" fmla="*/ 135 h 182"/>
                <a:gd name="T14" fmla="*/ 14 w 135"/>
                <a:gd name="T15" fmla="*/ 130 h 182"/>
                <a:gd name="T16" fmla="*/ 26 w 135"/>
                <a:gd name="T17" fmla="*/ 127 h 182"/>
                <a:gd name="T18" fmla="*/ 27 w 135"/>
                <a:gd name="T19" fmla="*/ 118 h 182"/>
                <a:gd name="T20" fmla="*/ 37 w 135"/>
                <a:gd name="T21" fmla="*/ 128 h 182"/>
                <a:gd name="T22" fmla="*/ 53 w 135"/>
                <a:gd name="T23" fmla="*/ 129 h 182"/>
                <a:gd name="T24" fmla="*/ 59 w 135"/>
                <a:gd name="T25" fmla="*/ 119 h 182"/>
                <a:gd name="T26" fmla="*/ 61 w 135"/>
                <a:gd name="T27" fmla="*/ 105 h 182"/>
                <a:gd name="T28" fmla="*/ 60 w 135"/>
                <a:gd name="T29" fmla="*/ 89 h 182"/>
                <a:gd name="T30" fmla="*/ 51 w 135"/>
                <a:gd name="T31" fmla="*/ 77 h 182"/>
                <a:gd name="T32" fmla="*/ 59 w 135"/>
                <a:gd name="T33" fmla="*/ 53 h 182"/>
                <a:gd name="T34" fmla="*/ 54 w 135"/>
                <a:gd name="T35" fmla="*/ 48 h 182"/>
                <a:gd name="T36" fmla="*/ 40 w 135"/>
                <a:gd name="T37" fmla="*/ 50 h 182"/>
                <a:gd name="T38" fmla="*/ 35 w 135"/>
                <a:gd name="T39" fmla="*/ 39 h 182"/>
                <a:gd name="T40" fmla="*/ 37 w 135"/>
                <a:gd name="T41" fmla="*/ 30 h 182"/>
                <a:gd name="T42" fmla="*/ 60 w 135"/>
                <a:gd name="T43" fmla="*/ 31 h 182"/>
                <a:gd name="T44" fmla="*/ 75 w 135"/>
                <a:gd name="T45" fmla="*/ 37 h 182"/>
                <a:gd name="T46" fmla="*/ 89 w 135"/>
                <a:gd name="T47" fmla="*/ 41 h 182"/>
                <a:gd name="T48" fmla="*/ 91 w 135"/>
                <a:gd name="T49" fmla="*/ 30 h 182"/>
                <a:gd name="T50" fmla="*/ 100 w 135"/>
                <a:gd name="T51" fmla="*/ 11 h 182"/>
                <a:gd name="T52" fmla="*/ 111 w 135"/>
                <a:gd name="T53" fmla="*/ 0 h 182"/>
                <a:gd name="T54" fmla="*/ 123 w 135"/>
                <a:gd name="T55" fmla="*/ 3 h 182"/>
                <a:gd name="T56" fmla="*/ 135 w 135"/>
                <a:gd name="T57" fmla="*/ 5 h 182"/>
                <a:gd name="T58" fmla="*/ 134 w 135"/>
                <a:gd name="T59" fmla="*/ 17 h 182"/>
                <a:gd name="T60" fmla="*/ 129 w 135"/>
                <a:gd name="T61" fmla="*/ 28 h 182"/>
                <a:gd name="T62" fmla="*/ 125 w 135"/>
                <a:gd name="T63" fmla="*/ 41 h 182"/>
                <a:gd name="T64" fmla="*/ 123 w 135"/>
                <a:gd name="T65" fmla="*/ 60 h 182"/>
                <a:gd name="T66" fmla="*/ 124 w 135"/>
                <a:gd name="T67" fmla="*/ 71 h 182"/>
                <a:gd name="T68" fmla="*/ 121 w 135"/>
                <a:gd name="T69" fmla="*/ 79 h 182"/>
                <a:gd name="T70" fmla="*/ 121 w 135"/>
                <a:gd name="T71" fmla="*/ 86 h 182"/>
                <a:gd name="T72" fmla="*/ 118 w 135"/>
                <a:gd name="T73" fmla="*/ 93 h 182"/>
                <a:gd name="T74" fmla="*/ 106 w 135"/>
                <a:gd name="T75" fmla="*/ 103 h 182"/>
                <a:gd name="T76" fmla="*/ 98 w 135"/>
                <a:gd name="T77" fmla="*/ 114 h 182"/>
                <a:gd name="T78" fmla="*/ 90 w 135"/>
                <a:gd name="T79" fmla="*/ 134 h 182"/>
                <a:gd name="T80" fmla="*/ 90 w 135"/>
                <a:gd name="T81" fmla="*/ 151 h 182"/>
                <a:gd name="T82" fmla="*/ 86 w 135"/>
                <a:gd name="T83" fmla="*/ 158 h 182"/>
                <a:gd name="T84" fmla="*/ 75 w 135"/>
                <a:gd name="T85" fmla="*/ 168 h 182"/>
                <a:gd name="T86" fmla="*/ 64 w 135"/>
                <a:gd name="T87" fmla="*/ 181 h 182"/>
                <a:gd name="T88" fmla="*/ 57 w 135"/>
                <a:gd name="T89" fmla="*/ 177 h 182"/>
                <a:gd name="T90" fmla="*/ 56 w 135"/>
                <a:gd name="T91" fmla="*/ 171 h 182"/>
                <a:gd name="T92" fmla="*/ 46 w 135"/>
                <a:gd name="T93" fmla="*/ 171 h 182"/>
                <a:gd name="T94" fmla="*/ 40 w 135"/>
                <a:gd name="T95" fmla="*/ 179 h 182"/>
                <a:gd name="T96" fmla="*/ 35 w 135"/>
                <a:gd name="T97" fmla="*/ 177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5" h="182">
                  <a:moveTo>
                    <a:pt x="35" y="177"/>
                  </a:moveTo>
                  <a:lnTo>
                    <a:pt x="28" y="170"/>
                  </a:lnTo>
                  <a:lnTo>
                    <a:pt x="22" y="173"/>
                  </a:lnTo>
                  <a:lnTo>
                    <a:pt x="15" y="182"/>
                  </a:lnTo>
                  <a:lnTo>
                    <a:pt x="0" y="160"/>
                  </a:lnTo>
                  <a:lnTo>
                    <a:pt x="14" y="149"/>
                  </a:lnTo>
                  <a:lnTo>
                    <a:pt x="7" y="135"/>
                  </a:lnTo>
                  <a:lnTo>
                    <a:pt x="14" y="130"/>
                  </a:lnTo>
                  <a:lnTo>
                    <a:pt x="26" y="127"/>
                  </a:lnTo>
                  <a:lnTo>
                    <a:pt x="27" y="118"/>
                  </a:lnTo>
                  <a:lnTo>
                    <a:pt x="37" y="128"/>
                  </a:lnTo>
                  <a:lnTo>
                    <a:pt x="53" y="129"/>
                  </a:lnTo>
                  <a:lnTo>
                    <a:pt x="59" y="119"/>
                  </a:lnTo>
                  <a:lnTo>
                    <a:pt x="61" y="105"/>
                  </a:lnTo>
                  <a:lnTo>
                    <a:pt x="60" y="89"/>
                  </a:lnTo>
                  <a:lnTo>
                    <a:pt x="51" y="77"/>
                  </a:lnTo>
                  <a:lnTo>
                    <a:pt x="59" y="53"/>
                  </a:lnTo>
                  <a:lnTo>
                    <a:pt x="54" y="48"/>
                  </a:lnTo>
                  <a:lnTo>
                    <a:pt x="40" y="50"/>
                  </a:lnTo>
                  <a:lnTo>
                    <a:pt x="35" y="39"/>
                  </a:lnTo>
                  <a:lnTo>
                    <a:pt x="37" y="30"/>
                  </a:lnTo>
                  <a:lnTo>
                    <a:pt x="60" y="31"/>
                  </a:lnTo>
                  <a:lnTo>
                    <a:pt x="75" y="37"/>
                  </a:lnTo>
                  <a:lnTo>
                    <a:pt x="89" y="41"/>
                  </a:lnTo>
                  <a:lnTo>
                    <a:pt x="91" y="30"/>
                  </a:lnTo>
                  <a:lnTo>
                    <a:pt x="100" y="11"/>
                  </a:lnTo>
                  <a:lnTo>
                    <a:pt x="111" y="0"/>
                  </a:lnTo>
                  <a:lnTo>
                    <a:pt x="123" y="3"/>
                  </a:lnTo>
                  <a:lnTo>
                    <a:pt x="135" y="5"/>
                  </a:lnTo>
                  <a:lnTo>
                    <a:pt x="134" y="17"/>
                  </a:lnTo>
                  <a:lnTo>
                    <a:pt x="129" y="28"/>
                  </a:lnTo>
                  <a:lnTo>
                    <a:pt x="125" y="41"/>
                  </a:lnTo>
                  <a:lnTo>
                    <a:pt x="123" y="60"/>
                  </a:lnTo>
                  <a:lnTo>
                    <a:pt x="124" y="71"/>
                  </a:lnTo>
                  <a:lnTo>
                    <a:pt x="121" y="79"/>
                  </a:lnTo>
                  <a:lnTo>
                    <a:pt x="121" y="86"/>
                  </a:lnTo>
                  <a:lnTo>
                    <a:pt x="118" y="93"/>
                  </a:lnTo>
                  <a:lnTo>
                    <a:pt x="106" y="103"/>
                  </a:lnTo>
                  <a:lnTo>
                    <a:pt x="98" y="114"/>
                  </a:lnTo>
                  <a:lnTo>
                    <a:pt x="90" y="134"/>
                  </a:lnTo>
                  <a:lnTo>
                    <a:pt x="90" y="151"/>
                  </a:lnTo>
                  <a:lnTo>
                    <a:pt x="86" y="158"/>
                  </a:lnTo>
                  <a:lnTo>
                    <a:pt x="75" y="168"/>
                  </a:lnTo>
                  <a:lnTo>
                    <a:pt x="64" y="181"/>
                  </a:lnTo>
                  <a:lnTo>
                    <a:pt x="57" y="177"/>
                  </a:lnTo>
                  <a:lnTo>
                    <a:pt x="56" y="171"/>
                  </a:lnTo>
                  <a:lnTo>
                    <a:pt x="46" y="171"/>
                  </a:lnTo>
                  <a:lnTo>
                    <a:pt x="40" y="179"/>
                  </a:lnTo>
                  <a:lnTo>
                    <a:pt x="35" y="17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2" name="Freeform 45">
              <a:extLst>
                <a:ext uri="{FF2B5EF4-FFF2-40B4-BE49-F238E27FC236}">
                  <a16:creationId xmlns:a16="http://schemas.microsoft.com/office/drawing/2014/main" id="{E3A83702-E5F8-B048-75D8-24E9F317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389" y="3498850"/>
              <a:ext cx="354013" cy="552450"/>
            </a:xfrm>
            <a:custGeom>
              <a:avLst/>
              <a:gdLst>
                <a:gd name="T0" fmla="*/ 59 w 223"/>
                <a:gd name="T1" fmla="*/ 257 h 348"/>
                <a:gd name="T2" fmla="*/ 44 w 223"/>
                <a:gd name="T3" fmla="*/ 253 h 348"/>
                <a:gd name="T4" fmla="*/ 24 w 223"/>
                <a:gd name="T5" fmla="*/ 241 h 348"/>
                <a:gd name="T6" fmla="*/ 3 w 223"/>
                <a:gd name="T7" fmla="*/ 230 h 348"/>
                <a:gd name="T8" fmla="*/ 7 w 223"/>
                <a:gd name="T9" fmla="*/ 222 h 348"/>
                <a:gd name="T10" fmla="*/ 11 w 223"/>
                <a:gd name="T11" fmla="*/ 204 h 348"/>
                <a:gd name="T12" fmla="*/ 28 w 223"/>
                <a:gd name="T13" fmla="*/ 189 h 348"/>
                <a:gd name="T14" fmla="*/ 28 w 223"/>
                <a:gd name="T15" fmla="*/ 173 h 348"/>
                <a:gd name="T16" fmla="*/ 29 w 223"/>
                <a:gd name="T17" fmla="*/ 142 h 348"/>
                <a:gd name="T18" fmla="*/ 30 w 223"/>
                <a:gd name="T19" fmla="*/ 119 h 348"/>
                <a:gd name="T20" fmla="*/ 26 w 223"/>
                <a:gd name="T21" fmla="*/ 98 h 348"/>
                <a:gd name="T22" fmla="*/ 36 w 223"/>
                <a:gd name="T23" fmla="*/ 94 h 348"/>
                <a:gd name="T24" fmla="*/ 34 w 223"/>
                <a:gd name="T25" fmla="*/ 78 h 348"/>
                <a:gd name="T26" fmla="*/ 58 w 223"/>
                <a:gd name="T27" fmla="*/ 64 h 348"/>
                <a:gd name="T28" fmla="*/ 67 w 223"/>
                <a:gd name="T29" fmla="*/ 55 h 348"/>
                <a:gd name="T30" fmla="*/ 82 w 223"/>
                <a:gd name="T31" fmla="*/ 28 h 348"/>
                <a:gd name="T32" fmla="*/ 96 w 223"/>
                <a:gd name="T33" fmla="*/ 23 h 348"/>
                <a:gd name="T34" fmla="*/ 125 w 223"/>
                <a:gd name="T35" fmla="*/ 15 h 348"/>
                <a:gd name="T36" fmla="*/ 142 w 223"/>
                <a:gd name="T37" fmla="*/ 0 h 348"/>
                <a:gd name="T38" fmla="*/ 152 w 223"/>
                <a:gd name="T39" fmla="*/ 7 h 348"/>
                <a:gd name="T40" fmla="*/ 137 w 223"/>
                <a:gd name="T41" fmla="*/ 17 h 348"/>
                <a:gd name="T42" fmla="*/ 124 w 223"/>
                <a:gd name="T43" fmla="*/ 34 h 348"/>
                <a:gd name="T44" fmla="*/ 115 w 223"/>
                <a:gd name="T45" fmla="*/ 56 h 348"/>
                <a:gd name="T46" fmla="*/ 118 w 223"/>
                <a:gd name="T47" fmla="*/ 70 h 348"/>
                <a:gd name="T48" fmla="*/ 124 w 223"/>
                <a:gd name="T49" fmla="*/ 84 h 348"/>
                <a:gd name="T50" fmla="*/ 123 w 223"/>
                <a:gd name="T51" fmla="*/ 100 h 348"/>
                <a:gd name="T52" fmla="*/ 128 w 223"/>
                <a:gd name="T53" fmla="*/ 106 h 348"/>
                <a:gd name="T54" fmla="*/ 156 w 223"/>
                <a:gd name="T55" fmla="*/ 111 h 348"/>
                <a:gd name="T56" fmla="*/ 178 w 223"/>
                <a:gd name="T57" fmla="*/ 132 h 348"/>
                <a:gd name="T58" fmla="*/ 199 w 223"/>
                <a:gd name="T59" fmla="*/ 131 h 348"/>
                <a:gd name="T60" fmla="*/ 216 w 223"/>
                <a:gd name="T61" fmla="*/ 132 h 348"/>
                <a:gd name="T62" fmla="*/ 208 w 223"/>
                <a:gd name="T63" fmla="*/ 150 h 348"/>
                <a:gd name="T64" fmla="*/ 210 w 223"/>
                <a:gd name="T65" fmla="*/ 179 h 348"/>
                <a:gd name="T66" fmla="*/ 215 w 223"/>
                <a:gd name="T67" fmla="*/ 189 h 348"/>
                <a:gd name="T68" fmla="*/ 212 w 223"/>
                <a:gd name="T69" fmla="*/ 204 h 348"/>
                <a:gd name="T70" fmla="*/ 223 w 223"/>
                <a:gd name="T71" fmla="*/ 232 h 348"/>
                <a:gd name="T72" fmla="*/ 216 w 223"/>
                <a:gd name="T73" fmla="*/ 223 h 348"/>
                <a:gd name="T74" fmla="*/ 204 w 223"/>
                <a:gd name="T75" fmla="*/ 223 h 348"/>
                <a:gd name="T76" fmla="*/ 169 w 223"/>
                <a:gd name="T77" fmla="*/ 236 h 348"/>
                <a:gd name="T78" fmla="*/ 179 w 223"/>
                <a:gd name="T79" fmla="*/ 246 h 348"/>
                <a:gd name="T80" fmla="*/ 165 w 223"/>
                <a:gd name="T81" fmla="*/ 247 h 348"/>
                <a:gd name="T82" fmla="*/ 173 w 223"/>
                <a:gd name="T83" fmla="*/ 270 h 348"/>
                <a:gd name="T84" fmla="*/ 175 w 223"/>
                <a:gd name="T85" fmla="*/ 291 h 348"/>
                <a:gd name="T86" fmla="*/ 159 w 223"/>
                <a:gd name="T87" fmla="*/ 337 h 348"/>
                <a:gd name="T88" fmla="*/ 165 w 223"/>
                <a:gd name="T89" fmla="*/ 315 h 348"/>
                <a:gd name="T90" fmla="*/ 139 w 223"/>
                <a:gd name="T91" fmla="*/ 307 h 348"/>
                <a:gd name="T92" fmla="*/ 123 w 223"/>
                <a:gd name="T93" fmla="*/ 309 h 348"/>
                <a:gd name="T94" fmla="*/ 98 w 223"/>
                <a:gd name="T95" fmla="*/ 285 h 348"/>
                <a:gd name="T96" fmla="*/ 84 w 223"/>
                <a:gd name="T97" fmla="*/ 270 h 348"/>
                <a:gd name="T98" fmla="*/ 66 w 223"/>
                <a:gd name="T99" fmla="*/ 261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3" h="348">
                  <a:moveTo>
                    <a:pt x="66" y="261"/>
                  </a:moveTo>
                  <a:lnTo>
                    <a:pt x="59" y="257"/>
                  </a:lnTo>
                  <a:lnTo>
                    <a:pt x="50" y="250"/>
                  </a:lnTo>
                  <a:lnTo>
                    <a:pt x="44" y="253"/>
                  </a:lnTo>
                  <a:lnTo>
                    <a:pt x="29" y="250"/>
                  </a:lnTo>
                  <a:lnTo>
                    <a:pt x="24" y="241"/>
                  </a:lnTo>
                  <a:lnTo>
                    <a:pt x="21" y="242"/>
                  </a:lnTo>
                  <a:lnTo>
                    <a:pt x="3" y="230"/>
                  </a:lnTo>
                  <a:lnTo>
                    <a:pt x="0" y="223"/>
                  </a:lnTo>
                  <a:lnTo>
                    <a:pt x="7" y="222"/>
                  </a:lnTo>
                  <a:lnTo>
                    <a:pt x="6" y="211"/>
                  </a:lnTo>
                  <a:lnTo>
                    <a:pt x="11" y="204"/>
                  </a:lnTo>
                  <a:lnTo>
                    <a:pt x="20" y="202"/>
                  </a:lnTo>
                  <a:lnTo>
                    <a:pt x="28" y="189"/>
                  </a:lnTo>
                  <a:lnTo>
                    <a:pt x="35" y="179"/>
                  </a:lnTo>
                  <a:lnTo>
                    <a:pt x="28" y="173"/>
                  </a:lnTo>
                  <a:lnTo>
                    <a:pt x="32" y="161"/>
                  </a:lnTo>
                  <a:lnTo>
                    <a:pt x="29" y="142"/>
                  </a:lnTo>
                  <a:lnTo>
                    <a:pt x="33" y="137"/>
                  </a:lnTo>
                  <a:lnTo>
                    <a:pt x="30" y="119"/>
                  </a:lnTo>
                  <a:lnTo>
                    <a:pt x="23" y="108"/>
                  </a:lnTo>
                  <a:lnTo>
                    <a:pt x="26" y="98"/>
                  </a:lnTo>
                  <a:lnTo>
                    <a:pt x="32" y="100"/>
                  </a:lnTo>
                  <a:lnTo>
                    <a:pt x="36" y="94"/>
                  </a:lnTo>
                  <a:lnTo>
                    <a:pt x="32" y="81"/>
                  </a:lnTo>
                  <a:lnTo>
                    <a:pt x="34" y="78"/>
                  </a:lnTo>
                  <a:lnTo>
                    <a:pt x="44" y="79"/>
                  </a:lnTo>
                  <a:lnTo>
                    <a:pt x="58" y="64"/>
                  </a:lnTo>
                  <a:lnTo>
                    <a:pt x="66" y="62"/>
                  </a:lnTo>
                  <a:lnTo>
                    <a:pt x="67" y="55"/>
                  </a:lnTo>
                  <a:lnTo>
                    <a:pt x="71" y="38"/>
                  </a:lnTo>
                  <a:lnTo>
                    <a:pt x="82" y="28"/>
                  </a:lnTo>
                  <a:lnTo>
                    <a:pt x="94" y="28"/>
                  </a:lnTo>
                  <a:lnTo>
                    <a:pt x="96" y="23"/>
                  </a:lnTo>
                  <a:lnTo>
                    <a:pt x="110" y="25"/>
                  </a:lnTo>
                  <a:lnTo>
                    <a:pt x="125" y="15"/>
                  </a:lnTo>
                  <a:lnTo>
                    <a:pt x="132" y="10"/>
                  </a:lnTo>
                  <a:lnTo>
                    <a:pt x="142" y="0"/>
                  </a:lnTo>
                  <a:lnTo>
                    <a:pt x="148" y="1"/>
                  </a:lnTo>
                  <a:lnTo>
                    <a:pt x="152" y="7"/>
                  </a:lnTo>
                  <a:lnTo>
                    <a:pt x="149" y="14"/>
                  </a:lnTo>
                  <a:lnTo>
                    <a:pt x="137" y="17"/>
                  </a:lnTo>
                  <a:lnTo>
                    <a:pt x="131" y="28"/>
                  </a:lnTo>
                  <a:lnTo>
                    <a:pt x="124" y="34"/>
                  </a:lnTo>
                  <a:lnTo>
                    <a:pt x="118" y="41"/>
                  </a:lnTo>
                  <a:lnTo>
                    <a:pt x="115" y="56"/>
                  </a:lnTo>
                  <a:lnTo>
                    <a:pt x="109" y="68"/>
                  </a:lnTo>
                  <a:lnTo>
                    <a:pt x="118" y="70"/>
                  </a:lnTo>
                  <a:lnTo>
                    <a:pt x="120" y="79"/>
                  </a:lnTo>
                  <a:lnTo>
                    <a:pt x="124" y="84"/>
                  </a:lnTo>
                  <a:lnTo>
                    <a:pt x="125" y="92"/>
                  </a:lnTo>
                  <a:lnTo>
                    <a:pt x="123" y="100"/>
                  </a:lnTo>
                  <a:lnTo>
                    <a:pt x="123" y="104"/>
                  </a:lnTo>
                  <a:lnTo>
                    <a:pt x="128" y="106"/>
                  </a:lnTo>
                  <a:lnTo>
                    <a:pt x="132" y="113"/>
                  </a:lnTo>
                  <a:lnTo>
                    <a:pt x="156" y="111"/>
                  </a:lnTo>
                  <a:lnTo>
                    <a:pt x="166" y="114"/>
                  </a:lnTo>
                  <a:lnTo>
                    <a:pt x="178" y="132"/>
                  </a:lnTo>
                  <a:lnTo>
                    <a:pt x="186" y="129"/>
                  </a:lnTo>
                  <a:lnTo>
                    <a:pt x="199" y="131"/>
                  </a:lnTo>
                  <a:lnTo>
                    <a:pt x="210" y="128"/>
                  </a:lnTo>
                  <a:lnTo>
                    <a:pt x="216" y="132"/>
                  </a:lnTo>
                  <a:lnTo>
                    <a:pt x="212" y="143"/>
                  </a:lnTo>
                  <a:lnTo>
                    <a:pt x="208" y="150"/>
                  </a:lnTo>
                  <a:lnTo>
                    <a:pt x="206" y="165"/>
                  </a:lnTo>
                  <a:lnTo>
                    <a:pt x="210" y="179"/>
                  </a:lnTo>
                  <a:lnTo>
                    <a:pt x="215" y="185"/>
                  </a:lnTo>
                  <a:lnTo>
                    <a:pt x="215" y="189"/>
                  </a:lnTo>
                  <a:lnTo>
                    <a:pt x="206" y="200"/>
                  </a:lnTo>
                  <a:lnTo>
                    <a:pt x="212" y="204"/>
                  </a:lnTo>
                  <a:lnTo>
                    <a:pt x="217" y="212"/>
                  </a:lnTo>
                  <a:lnTo>
                    <a:pt x="223" y="232"/>
                  </a:lnTo>
                  <a:lnTo>
                    <a:pt x="219" y="235"/>
                  </a:lnTo>
                  <a:lnTo>
                    <a:pt x="216" y="223"/>
                  </a:lnTo>
                  <a:lnTo>
                    <a:pt x="211" y="216"/>
                  </a:lnTo>
                  <a:lnTo>
                    <a:pt x="204" y="223"/>
                  </a:lnTo>
                  <a:lnTo>
                    <a:pt x="169" y="223"/>
                  </a:lnTo>
                  <a:lnTo>
                    <a:pt x="169" y="236"/>
                  </a:lnTo>
                  <a:lnTo>
                    <a:pt x="180" y="238"/>
                  </a:lnTo>
                  <a:lnTo>
                    <a:pt x="179" y="246"/>
                  </a:lnTo>
                  <a:lnTo>
                    <a:pt x="175" y="244"/>
                  </a:lnTo>
                  <a:lnTo>
                    <a:pt x="165" y="247"/>
                  </a:lnTo>
                  <a:lnTo>
                    <a:pt x="165" y="262"/>
                  </a:lnTo>
                  <a:lnTo>
                    <a:pt x="173" y="270"/>
                  </a:lnTo>
                  <a:lnTo>
                    <a:pt x="176" y="282"/>
                  </a:lnTo>
                  <a:lnTo>
                    <a:pt x="175" y="291"/>
                  </a:lnTo>
                  <a:lnTo>
                    <a:pt x="168" y="348"/>
                  </a:lnTo>
                  <a:lnTo>
                    <a:pt x="159" y="337"/>
                  </a:lnTo>
                  <a:lnTo>
                    <a:pt x="153" y="336"/>
                  </a:lnTo>
                  <a:lnTo>
                    <a:pt x="165" y="315"/>
                  </a:lnTo>
                  <a:lnTo>
                    <a:pt x="150" y="305"/>
                  </a:lnTo>
                  <a:lnTo>
                    <a:pt x="139" y="307"/>
                  </a:lnTo>
                  <a:lnTo>
                    <a:pt x="133" y="303"/>
                  </a:lnTo>
                  <a:lnTo>
                    <a:pt x="123" y="309"/>
                  </a:lnTo>
                  <a:lnTo>
                    <a:pt x="109" y="306"/>
                  </a:lnTo>
                  <a:lnTo>
                    <a:pt x="98" y="285"/>
                  </a:lnTo>
                  <a:lnTo>
                    <a:pt x="89" y="279"/>
                  </a:lnTo>
                  <a:lnTo>
                    <a:pt x="84" y="270"/>
                  </a:lnTo>
                  <a:lnTo>
                    <a:pt x="71" y="260"/>
                  </a:lnTo>
                  <a:lnTo>
                    <a:pt x="66" y="26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3" name="Freeform 46">
              <a:extLst>
                <a:ext uri="{FF2B5EF4-FFF2-40B4-BE49-F238E27FC236}">
                  <a16:creationId xmlns:a16="http://schemas.microsoft.com/office/drawing/2014/main" id="{4444B982-AFB1-48A9-A7B1-061B951D5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889" y="3538538"/>
              <a:ext cx="95250" cy="100013"/>
            </a:xfrm>
            <a:custGeom>
              <a:avLst/>
              <a:gdLst>
                <a:gd name="T0" fmla="*/ 51 w 60"/>
                <a:gd name="T1" fmla="*/ 63 h 63"/>
                <a:gd name="T2" fmla="*/ 41 w 60"/>
                <a:gd name="T3" fmla="*/ 58 h 63"/>
                <a:gd name="T4" fmla="*/ 38 w 60"/>
                <a:gd name="T5" fmla="*/ 53 h 63"/>
                <a:gd name="T6" fmla="*/ 40 w 60"/>
                <a:gd name="T7" fmla="*/ 50 h 63"/>
                <a:gd name="T8" fmla="*/ 40 w 60"/>
                <a:gd name="T9" fmla="*/ 45 h 63"/>
                <a:gd name="T10" fmla="*/ 35 w 60"/>
                <a:gd name="T11" fmla="*/ 40 h 63"/>
                <a:gd name="T12" fmla="*/ 28 w 60"/>
                <a:gd name="T13" fmla="*/ 36 h 63"/>
                <a:gd name="T14" fmla="*/ 22 w 60"/>
                <a:gd name="T15" fmla="*/ 34 h 63"/>
                <a:gd name="T16" fmla="*/ 21 w 60"/>
                <a:gd name="T17" fmla="*/ 28 h 63"/>
                <a:gd name="T18" fmla="*/ 17 w 60"/>
                <a:gd name="T19" fmla="*/ 24 h 63"/>
                <a:gd name="T20" fmla="*/ 18 w 60"/>
                <a:gd name="T21" fmla="*/ 30 h 63"/>
                <a:gd name="T22" fmla="*/ 14 w 60"/>
                <a:gd name="T23" fmla="*/ 35 h 63"/>
                <a:gd name="T24" fmla="*/ 10 w 60"/>
                <a:gd name="T25" fmla="*/ 29 h 63"/>
                <a:gd name="T26" fmla="*/ 4 w 60"/>
                <a:gd name="T27" fmla="*/ 27 h 63"/>
                <a:gd name="T28" fmla="*/ 2 w 60"/>
                <a:gd name="T29" fmla="*/ 23 h 63"/>
                <a:gd name="T30" fmla="*/ 2 w 60"/>
                <a:gd name="T31" fmla="*/ 17 h 63"/>
                <a:gd name="T32" fmla="*/ 5 w 60"/>
                <a:gd name="T33" fmla="*/ 10 h 63"/>
                <a:gd name="T34" fmla="*/ 0 w 60"/>
                <a:gd name="T35" fmla="*/ 7 h 63"/>
                <a:gd name="T36" fmla="*/ 5 w 60"/>
                <a:gd name="T37" fmla="*/ 3 h 63"/>
                <a:gd name="T38" fmla="*/ 8 w 60"/>
                <a:gd name="T39" fmla="*/ 0 h 63"/>
                <a:gd name="T40" fmla="*/ 19 w 60"/>
                <a:gd name="T41" fmla="*/ 6 h 63"/>
                <a:gd name="T42" fmla="*/ 24 w 60"/>
                <a:gd name="T43" fmla="*/ 3 h 63"/>
                <a:gd name="T44" fmla="*/ 29 w 60"/>
                <a:gd name="T45" fmla="*/ 5 h 63"/>
                <a:gd name="T46" fmla="*/ 32 w 60"/>
                <a:gd name="T47" fmla="*/ 9 h 63"/>
                <a:gd name="T48" fmla="*/ 37 w 60"/>
                <a:gd name="T49" fmla="*/ 11 h 63"/>
                <a:gd name="T50" fmla="*/ 42 w 60"/>
                <a:gd name="T51" fmla="*/ 6 h 63"/>
                <a:gd name="T52" fmla="*/ 46 w 60"/>
                <a:gd name="T53" fmla="*/ 17 h 63"/>
                <a:gd name="T54" fmla="*/ 52 w 60"/>
                <a:gd name="T55" fmla="*/ 26 h 63"/>
                <a:gd name="T56" fmla="*/ 60 w 60"/>
                <a:gd name="T57" fmla="*/ 35 h 63"/>
                <a:gd name="T58" fmla="*/ 53 w 60"/>
                <a:gd name="T59" fmla="*/ 36 h 63"/>
                <a:gd name="T60" fmla="*/ 53 w 60"/>
                <a:gd name="T61" fmla="*/ 45 h 63"/>
                <a:gd name="T62" fmla="*/ 57 w 60"/>
                <a:gd name="T63" fmla="*/ 48 h 63"/>
                <a:gd name="T64" fmla="*/ 54 w 60"/>
                <a:gd name="T65" fmla="*/ 51 h 63"/>
                <a:gd name="T66" fmla="*/ 54 w 60"/>
                <a:gd name="T67" fmla="*/ 54 h 63"/>
                <a:gd name="T68" fmla="*/ 52 w 60"/>
                <a:gd name="T69" fmla="*/ 58 h 63"/>
                <a:gd name="T70" fmla="*/ 51 w 60"/>
                <a:gd name="T71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" h="63">
                  <a:moveTo>
                    <a:pt x="51" y="63"/>
                  </a:moveTo>
                  <a:lnTo>
                    <a:pt x="41" y="58"/>
                  </a:lnTo>
                  <a:lnTo>
                    <a:pt x="38" y="53"/>
                  </a:lnTo>
                  <a:lnTo>
                    <a:pt x="40" y="50"/>
                  </a:lnTo>
                  <a:lnTo>
                    <a:pt x="40" y="45"/>
                  </a:lnTo>
                  <a:lnTo>
                    <a:pt x="35" y="40"/>
                  </a:lnTo>
                  <a:lnTo>
                    <a:pt x="28" y="36"/>
                  </a:lnTo>
                  <a:lnTo>
                    <a:pt x="22" y="34"/>
                  </a:lnTo>
                  <a:lnTo>
                    <a:pt x="21" y="28"/>
                  </a:lnTo>
                  <a:lnTo>
                    <a:pt x="17" y="24"/>
                  </a:lnTo>
                  <a:lnTo>
                    <a:pt x="18" y="30"/>
                  </a:lnTo>
                  <a:lnTo>
                    <a:pt x="14" y="35"/>
                  </a:lnTo>
                  <a:lnTo>
                    <a:pt x="10" y="29"/>
                  </a:lnTo>
                  <a:lnTo>
                    <a:pt x="4" y="27"/>
                  </a:lnTo>
                  <a:lnTo>
                    <a:pt x="2" y="23"/>
                  </a:lnTo>
                  <a:lnTo>
                    <a:pt x="2" y="17"/>
                  </a:lnTo>
                  <a:lnTo>
                    <a:pt x="5" y="10"/>
                  </a:lnTo>
                  <a:lnTo>
                    <a:pt x="0" y="7"/>
                  </a:lnTo>
                  <a:lnTo>
                    <a:pt x="5" y="3"/>
                  </a:lnTo>
                  <a:lnTo>
                    <a:pt x="8" y="0"/>
                  </a:lnTo>
                  <a:lnTo>
                    <a:pt x="19" y="6"/>
                  </a:lnTo>
                  <a:lnTo>
                    <a:pt x="24" y="3"/>
                  </a:lnTo>
                  <a:lnTo>
                    <a:pt x="29" y="5"/>
                  </a:lnTo>
                  <a:lnTo>
                    <a:pt x="32" y="9"/>
                  </a:lnTo>
                  <a:lnTo>
                    <a:pt x="37" y="11"/>
                  </a:lnTo>
                  <a:lnTo>
                    <a:pt x="42" y="6"/>
                  </a:lnTo>
                  <a:lnTo>
                    <a:pt x="46" y="17"/>
                  </a:lnTo>
                  <a:lnTo>
                    <a:pt x="52" y="26"/>
                  </a:lnTo>
                  <a:lnTo>
                    <a:pt x="60" y="35"/>
                  </a:lnTo>
                  <a:lnTo>
                    <a:pt x="53" y="36"/>
                  </a:lnTo>
                  <a:lnTo>
                    <a:pt x="53" y="45"/>
                  </a:lnTo>
                  <a:lnTo>
                    <a:pt x="57" y="48"/>
                  </a:lnTo>
                  <a:lnTo>
                    <a:pt x="54" y="51"/>
                  </a:lnTo>
                  <a:lnTo>
                    <a:pt x="54" y="54"/>
                  </a:lnTo>
                  <a:lnTo>
                    <a:pt x="52" y="58"/>
                  </a:lnTo>
                  <a:lnTo>
                    <a:pt x="51" y="6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4" name="Freeform 47">
              <a:extLst>
                <a:ext uri="{FF2B5EF4-FFF2-40B4-BE49-F238E27FC236}">
                  <a16:creationId xmlns:a16="http://schemas.microsoft.com/office/drawing/2014/main" id="{FAC7265C-BEDD-EE31-3A6D-602DB8869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8152" y="3144837"/>
              <a:ext cx="301625" cy="109538"/>
            </a:xfrm>
            <a:custGeom>
              <a:avLst/>
              <a:gdLst>
                <a:gd name="T0" fmla="*/ 53 w 190"/>
                <a:gd name="T1" fmla="*/ 0 h 69"/>
                <a:gd name="T2" fmla="*/ 68 w 190"/>
                <a:gd name="T3" fmla="*/ 1 h 69"/>
                <a:gd name="T4" fmla="*/ 82 w 190"/>
                <a:gd name="T5" fmla="*/ 1 h 69"/>
                <a:gd name="T6" fmla="*/ 98 w 190"/>
                <a:gd name="T7" fmla="*/ 8 h 69"/>
                <a:gd name="T8" fmla="*/ 104 w 190"/>
                <a:gd name="T9" fmla="*/ 16 h 69"/>
                <a:gd name="T10" fmla="*/ 121 w 190"/>
                <a:gd name="T11" fmla="*/ 14 h 69"/>
                <a:gd name="T12" fmla="*/ 127 w 190"/>
                <a:gd name="T13" fmla="*/ 19 h 69"/>
                <a:gd name="T14" fmla="*/ 140 w 190"/>
                <a:gd name="T15" fmla="*/ 31 h 69"/>
                <a:gd name="T16" fmla="*/ 150 w 190"/>
                <a:gd name="T17" fmla="*/ 41 h 69"/>
                <a:gd name="T18" fmla="*/ 156 w 190"/>
                <a:gd name="T19" fmla="*/ 40 h 69"/>
                <a:gd name="T20" fmla="*/ 166 w 190"/>
                <a:gd name="T21" fmla="*/ 45 h 69"/>
                <a:gd name="T22" fmla="*/ 164 w 190"/>
                <a:gd name="T23" fmla="*/ 51 h 69"/>
                <a:gd name="T24" fmla="*/ 177 w 190"/>
                <a:gd name="T25" fmla="*/ 51 h 69"/>
                <a:gd name="T26" fmla="*/ 190 w 190"/>
                <a:gd name="T27" fmla="*/ 60 h 69"/>
                <a:gd name="T28" fmla="*/ 187 w 190"/>
                <a:gd name="T29" fmla="*/ 65 h 69"/>
                <a:gd name="T30" fmla="*/ 175 w 190"/>
                <a:gd name="T31" fmla="*/ 67 h 69"/>
                <a:gd name="T32" fmla="*/ 163 w 190"/>
                <a:gd name="T33" fmla="*/ 68 h 69"/>
                <a:gd name="T34" fmla="*/ 151 w 190"/>
                <a:gd name="T35" fmla="*/ 67 h 69"/>
                <a:gd name="T36" fmla="*/ 124 w 190"/>
                <a:gd name="T37" fmla="*/ 69 h 69"/>
                <a:gd name="T38" fmla="*/ 138 w 190"/>
                <a:gd name="T39" fmla="*/ 57 h 69"/>
                <a:gd name="T40" fmla="*/ 131 w 190"/>
                <a:gd name="T41" fmla="*/ 52 h 69"/>
                <a:gd name="T42" fmla="*/ 120 w 190"/>
                <a:gd name="T43" fmla="*/ 50 h 69"/>
                <a:gd name="T44" fmla="*/ 114 w 190"/>
                <a:gd name="T45" fmla="*/ 45 h 69"/>
                <a:gd name="T46" fmla="*/ 112 w 190"/>
                <a:gd name="T47" fmla="*/ 33 h 69"/>
                <a:gd name="T48" fmla="*/ 101 w 190"/>
                <a:gd name="T49" fmla="*/ 34 h 69"/>
                <a:gd name="T50" fmla="*/ 86 w 190"/>
                <a:gd name="T51" fmla="*/ 28 h 69"/>
                <a:gd name="T52" fmla="*/ 81 w 190"/>
                <a:gd name="T53" fmla="*/ 24 h 69"/>
                <a:gd name="T54" fmla="*/ 58 w 190"/>
                <a:gd name="T55" fmla="*/ 20 h 69"/>
                <a:gd name="T56" fmla="*/ 52 w 190"/>
                <a:gd name="T57" fmla="*/ 16 h 69"/>
                <a:gd name="T58" fmla="*/ 60 w 190"/>
                <a:gd name="T59" fmla="*/ 11 h 69"/>
                <a:gd name="T60" fmla="*/ 42 w 190"/>
                <a:gd name="T61" fmla="*/ 10 h 69"/>
                <a:gd name="T62" fmla="*/ 28 w 190"/>
                <a:gd name="T63" fmla="*/ 21 h 69"/>
                <a:gd name="T64" fmla="*/ 20 w 190"/>
                <a:gd name="T65" fmla="*/ 21 h 69"/>
                <a:gd name="T66" fmla="*/ 17 w 190"/>
                <a:gd name="T67" fmla="*/ 26 h 69"/>
                <a:gd name="T68" fmla="*/ 7 w 190"/>
                <a:gd name="T69" fmla="*/ 28 h 69"/>
                <a:gd name="T70" fmla="*/ 0 w 190"/>
                <a:gd name="T71" fmla="*/ 27 h 69"/>
                <a:gd name="T72" fmla="*/ 11 w 190"/>
                <a:gd name="T73" fmla="*/ 20 h 69"/>
                <a:gd name="T74" fmla="*/ 16 w 190"/>
                <a:gd name="T75" fmla="*/ 13 h 69"/>
                <a:gd name="T76" fmla="*/ 25 w 190"/>
                <a:gd name="T77" fmla="*/ 8 h 69"/>
                <a:gd name="T78" fmla="*/ 34 w 190"/>
                <a:gd name="T79" fmla="*/ 4 h 69"/>
                <a:gd name="T80" fmla="*/ 48 w 190"/>
                <a:gd name="T81" fmla="*/ 2 h 69"/>
                <a:gd name="T82" fmla="*/ 53 w 190"/>
                <a:gd name="T8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0" h="69">
                  <a:moveTo>
                    <a:pt x="53" y="0"/>
                  </a:moveTo>
                  <a:lnTo>
                    <a:pt x="68" y="1"/>
                  </a:lnTo>
                  <a:lnTo>
                    <a:pt x="82" y="1"/>
                  </a:lnTo>
                  <a:lnTo>
                    <a:pt x="98" y="8"/>
                  </a:lnTo>
                  <a:lnTo>
                    <a:pt x="104" y="16"/>
                  </a:lnTo>
                  <a:lnTo>
                    <a:pt x="121" y="14"/>
                  </a:lnTo>
                  <a:lnTo>
                    <a:pt x="127" y="19"/>
                  </a:lnTo>
                  <a:lnTo>
                    <a:pt x="140" y="31"/>
                  </a:lnTo>
                  <a:lnTo>
                    <a:pt x="150" y="41"/>
                  </a:lnTo>
                  <a:lnTo>
                    <a:pt x="156" y="40"/>
                  </a:lnTo>
                  <a:lnTo>
                    <a:pt x="166" y="45"/>
                  </a:lnTo>
                  <a:lnTo>
                    <a:pt x="164" y="51"/>
                  </a:lnTo>
                  <a:lnTo>
                    <a:pt x="177" y="51"/>
                  </a:lnTo>
                  <a:lnTo>
                    <a:pt x="190" y="60"/>
                  </a:lnTo>
                  <a:lnTo>
                    <a:pt x="187" y="65"/>
                  </a:lnTo>
                  <a:lnTo>
                    <a:pt x="175" y="67"/>
                  </a:lnTo>
                  <a:lnTo>
                    <a:pt x="163" y="68"/>
                  </a:lnTo>
                  <a:lnTo>
                    <a:pt x="151" y="67"/>
                  </a:lnTo>
                  <a:lnTo>
                    <a:pt x="124" y="69"/>
                  </a:lnTo>
                  <a:lnTo>
                    <a:pt x="138" y="57"/>
                  </a:lnTo>
                  <a:lnTo>
                    <a:pt x="131" y="52"/>
                  </a:lnTo>
                  <a:lnTo>
                    <a:pt x="120" y="50"/>
                  </a:lnTo>
                  <a:lnTo>
                    <a:pt x="114" y="45"/>
                  </a:lnTo>
                  <a:lnTo>
                    <a:pt x="112" y="33"/>
                  </a:lnTo>
                  <a:lnTo>
                    <a:pt x="101" y="34"/>
                  </a:lnTo>
                  <a:lnTo>
                    <a:pt x="86" y="28"/>
                  </a:lnTo>
                  <a:lnTo>
                    <a:pt x="81" y="24"/>
                  </a:lnTo>
                  <a:lnTo>
                    <a:pt x="58" y="20"/>
                  </a:lnTo>
                  <a:lnTo>
                    <a:pt x="52" y="16"/>
                  </a:lnTo>
                  <a:lnTo>
                    <a:pt x="60" y="11"/>
                  </a:lnTo>
                  <a:lnTo>
                    <a:pt x="42" y="10"/>
                  </a:lnTo>
                  <a:lnTo>
                    <a:pt x="28" y="21"/>
                  </a:lnTo>
                  <a:lnTo>
                    <a:pt x="20" y="21"/>
                  </a:lnTo>
                  <a:lnTo>
                    <a:pt x="17" y="26"/>
                  </a:lnTo>
                  <a:lnTo>
                    <a:pt x="7" y="28"/>
                  </a:lnTo>
                  <a:lnTo>
                    <a:pt x="0" y="27"/>
                  </a:lnTo>
                  <a:lnTo>
                    <a:pt x="11" y="20"/>
                  </a:lnTo>
                  <a:lnTo>
                    <a:pt x="16" y="13"/>
                  </a:lnTo>
                  <a:lnTo>
                    <a:pt x="25" y="8"/>
                  </a:lnTo>
                  <a:lnTo>
                    <a:pt x="34" y="4"/>
                  </a:lnTo>
                  <a:lnTo>
                    <a:pt x="48" y="2"/>
                  </a:lnTo>
                  <a:lnTo>
                    <a:pt x="53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5" name="Freeform 48">
              <a:extLst>
                <a:ext uri="{FF2B5EF4-FFF2-40B4-BE49-F238E27FC236}">
                  <a16:creationId xmlns:a16="http://schemas.microsoft.com/office/drawing/2014/main" id="{9D0DCC46-D909-6E78-4284-6B121B66D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2377" y="2733675"/>
              <a:ext cx="49213" cy="22225"/>
            </a:xfrm>
            <a:custGeom>
              <a:avLst/>
              <a:gdLst>
                <a:gd name="T0" fmla="*/ 0 w 31"/>
                <a:gd name="T1" fmla="*/ 11 h 14"/>
                <a:gd name="T2" fmla="*/ 1 w 31"/>
                <a:gd name="T3" fmla="*/ 11 h 14"/>
                <a:gd name="T4" fmla="*/ 3 w 31"/>
                <a:gd name="T5" fmla="*/ 6 h 14"/>
                <a:gd name="T6" fmla="*/ 16 w 31"/>
                <a:gd name="T7" fmla="*/ 6 h 14"/>
                <a:gd name="T8" fmla="*/ 31 w 31"/>
                <a:gd name="T9" fmla="*/ 0 h 14"/>
                <a:gd name="T10" fmla="*/ 20 w 31"/>
                <a:gd name="T11" fmla="*/ 9 h 14"/>
                <a:gd name="T12" fmla="*/ 22 w 31"/>
                <a:gd name="T13" fmla="*/ 12 h 14"/>
                <a:gd name="T14" fmla="*/ 20 w 31"/>
                <a:gd name="T15" fmla="*/ 12 h 14"/>
                <a:gd name="T16" fmla="*/ 17 w 31"/>
                <a:gd name="T17" fmla="*/ 13 h 14"/>
                <a:gd name="T18" fmla="*/ 14 w 31"/>
                <a:gd name="T19" fmla="*/ 13 h 14"/>
                <a:gd name="T20" fmla="*/ 13 w 31"/>
                <a:gd name="T21" fmla="*/ 14 h 14"/>
                <a:gd name="T22" fmla="*/ 13 w 31"/>
                <a:gd name="T23" fmla="*/ 12 h 14"/>
                <a:gd name="T24" fmla="*/ 11 w 31"/>
                <a:gd name="T25" fmla="*/ 10 h 14"/>
                <a:gd name="T26" fmla="*/ 8 w 31"/>
                <a:gd name="T27" fmla="*/ 10 h 14"/>
                <a:gd name="T28" fmla="*/ 4 w 31"/>
                <a:gd name="T29" fmla="*/ 12 h 14"/>
                <a:gd name="T30" fmla="*/ 0 w 31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14">
                  <a:moveTo>
                    <a:pt x="0" y="11"/>
                  </a:moveTo>
                  <a:lnTo>
                    <a:pt x="1" y="11"/>
                  </a:lnTo>
                  <a:lnTo>
                    <a:pt x="3" y="6"/>
                  </a:lnTo>
                  <a:lnTo>
                    <a:pt x="16" y="6"/>
                  </a:lnTo>
                  <a:lnTo>
                    <a:pt x="31" y="0"/>
                  </a:lnTo>
                  <a:lnTo>
                    <a:pt x="20" y="9"/>
                  </a:lnTo>
                  <a:lnTo>
                    <a:pt x="22" y="12"/>
                  </a:lnTo>
                  <a:lnTo>
                    <a:pt x="20" y="12"/>
                  </a:lnTo>
                  <a:lnTo>
                    <a:pt x="17" y="13"/>
                  </a:lnTo>
                  <a:lnTo>
                    <a:pt x="14" y="13"/>
                  </a:lnTo>
                  <a:lnTo>
                    <a:pt x="13" y="14"/>
                  </a:lnTo>
                  <a:lnTo>
                    <a:pt x="13" y="12"/>
                  </a:lnTo>
                  <a:lnTo>
                    <a:pt x="11" y="10"/>
                  </a:lnTo>
                  <a:lnTo>
                    <a:pt x="8" y="10"/>
                  </a:lnTo>
                  <a:lnTo>
                    <a:pt x="4" y="12"/>
                  </a:lnTo>
                  <a:lnTo>
                    <a:pt x="0" y="1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6" name="Freeform 49">
              <a:extLst>
                <a:ext uri="{FF2B5EF4-FFF2-40B4-BE49-F238E27FC236}">
                  <a16:creationId xmlns:a16="http://schemas.microsoft.com/office/drawing/2014/main" id="{3C9022D4-72C6-2504-AA06-02138AED1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9677" y="2749550"/>
              <a:ext cx="49213" cy="19050"/>
            </a:xfrm>
            <a:custGeom>
              <a:avLst/>
              <a:gdLst>
                <a:gd name="T0" fmla="*/ 30 w 31"/>
                <a:gd name="T1" fmla="*/ 2 h 12"/>
                <a:gd name="T2" fmla="*/ 31 w 31"/>
                <a:gd name="T3" fmla="*/ 4 h 12"/>
                <a:gd name="T4" fmla="*/ 14 w 31"/>
                <a:gd name="T5" fmla="*/ 12 h 12"/>
                <a:gd name="T6" fmla="*/ 5 w 31"/>
                <a:gd name="T7" fmla="*/ 10 h 12"/>
                <a:gd name="T8" fmla="*/ 0 w 31"/>
                <a:gd name="T9" fmla="*/ 2 h 12"/>
                <a:gd name="T10" fmla="*/ 8 w 31"/>
                <a:gd name="T11" fmla="*/ 1 h 12"/>
                <a:gd name="T12" fmla="*/ 12 w 31"/>
                <a:gd name="T13" fmla="*/ 2 h 12"/>
                <a:gd name="T14" fmla="*/ 16 w 31"/>
                <a:gd name="T15" fmla="*/ 0 h 12"/>
                <a:gd name="T16" fmla="*/ 19 w 31"/>
                <a:gd name="T17" fmla="*/ 0 h 12"/>
                <a:gd name="T18" fmla="*/ 21 w 31"/>
                <a:gd name="T19" fmla="*/ 2 h 12"/>
                <a:gd name="T20" fmla="*/ 21 w 31"/>
                <a:gd name="T21" fmla="*/ 4 h 12"/>
                <a:gd name="T22" fmla="*/ 22 w 31"/>
                <a:gd name="T23" fmla="*/ 3 h 12"/>
                <a:gd name="T24" fmla="*/ 25 w 31"/>
                <a:gd name="T25" fmla="*/ 3 h 12"/>
                <a:gd name="T26" fmla="*/ 28 w 31"/>
                <a:gd name="T27" fmla="*/ 2 h 12"/>
                <a:gd name="T28" fmla="*/ 30 w 31"/>
                <a:gd name="T2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12">
                  <a:moveTo>
                    <a:pt x="30" y="2"/>
                  </a:moveTo>
                  <a:lnTo>
                    <a:pt x="31" y="4"/>
                  </a:lnTo>
                  <a:lnTo>
                    <a:pt x="14" y="12"/>
                  </a:lnTo>
                  <a:lnTo>
                    <a:pt x="5" y="10"/>
                  </a:lnTo>
                  <a:lnTo>
                    <a:pt x="0" y="2"/>
                  </a:lnTo>
                  <a:lnTo>
                    <a:pt x="8" y="1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0" y="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7" name="Freeform 50">
              <a:extLst>
                <a:ext uri="{FF2B5EF4-FFF2-40B4-BE49-F238E27FC236}">
                  <a16:creationId xmlns:a16="http://schemas.microsoft.com/office/drawing/2014/main" id="{B94ABF87-2D5D-3FD8-B7AD-0E1AB73E3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3414" y="2230437"/>
              <a:ext cx="169863" cy="82550"/>
            </a:xfrm>
            <a:custGeom>
              <a:avLst/>
              <a:gdLst>
                <a:gd name="T0" fmla="*/ 79 w 107"/>
                <a:gd name="T1" fmla="*/ 51 h 52"/>
                <a:gd name="T2" fmla="*/ 71 w 107"/>
                <a:gd name="T3" fmla="*/ 48 h 52"/>
                <a:gd name="T4" fmla="*/ 63 w 107"/>
                <a:gd name="T5" fmla="*/ 49 h 52"/>
                <a:gd name="T6" fmla="*/ 50 w 107"/>
                <a:gd name="T7" fmla="*/ 43 h 52"/>
                <a:gd name="T8" fmla="*/ 45 w 107"/>
                <a:gd name="T9" fmla="*/ 44 h 52"/>
                <a:gd name="T10" fmla="*/ 37 w 107"/>
                <a:gd name="T11" fmla="*/ 52 h 52"/>
                <a:gd name="T12" fmla="*/ 24 w 107"/>
                <a:gd name="T13" fmla="*/ 46 h 52"/>
                <a:gd name="T14" fmla="*/ 14 w 107"/>
                <a:gd name="T15" fmla="*/ 37 h 52"/>
                <a:gd name="T16" fmla="*/ 6 w 107"/>
                <a:gd name="T17" fmla="*/ 32 h 52"/>
                <a:gd name="T18" fmla="*/ 4 w 107"/>
                <a:gd name="T19" fmla="*/ 24 h 52"/>
                <a:gd name="T20" fmla="*/ 0 w 107"/>
                <a:gd name="T21" fmla="*/ 18 h 52"/>
                <a:gd name="T22" fmla="*/ 12 w 107"/>
                <a:gd name="T23" fmla="*/ 13 h 52"/>
                <a:gd name="T24" fmla="*/ 17 w 107"/>
                <a:gd name="T25" fmla="*/ 8 h 52"/>
                <a:gd name="T26" fmla="*/ 28 w 107"/>
                <a:gd name="T27" fmla="*/ 4 h 52"/>
                <a:gd name="T28" fmla="*/ 32 w 107"/>
                <a:gd name="T29" fmla="*/ 0 h 52"/>
                <a:gd name="T30" fmla="*/ 36 w 107"/>
                <a:gd name="T31" fmla="*/ 3 h 52"/>
                <a:gd name="T32" fmla="*/ 43 w 107"/>
                <a:gd name="T33" fmla="*/ 1 h 52"/>
                <a:gd name="T34" fmla="*/ 51 w 107"/>
                <a:gd name="T35" fmla="*/ 7 h 52"/>
                <a:gd name="T36" fmla="*/ 63 w 107"/>
                <a:gd name="T37" fmla="*/ 9 h 52"/>
                <a:gd name="T38" fmla="*/ 63 w 107"/>
                <a:gd name="T39" fmla="*/ 15 h 52"/>
                <a:gd name="T40" fmla="*/ 72 w 107"/>
                <a:gd name="T41" fmla="*/ 19 h 52"/>
                <a:gd name="T42" fmla="*/ 74 w 107"/>
                <a:gd name="T43" fmla="*/ 14 h 52"/>
                <a:gd name="T44" fmla="*/ 85 w 107"/>
                <a:gd name="T45" fmla="*/ 16 h 52"/>
                <a:gd name="T46" fmla="*/ 87 w 107"/>
                <a:gd name="T47" fmla="*/ 22 h 52"/>
                <a:gd name="T48" fmla="*/ 99 w 107"/>
                <a:gd name="T49" fmla="*/ 23 h 52"/>
                <a:gd name="T50" fmla="*/ 107 w 107"/>
                <a:gd name="T51" fmla="*/ 33 h 52"/>
                <a:gd name="T52" fmla="*/ 103 w 107"/>
                <a:gd name="T53" fmla="*/ 33 h 52"/>
                <a:gd name="T54" fmla="*/ 100 w 107"/>
                <a:gd name="T55" fmla="*/ 37 h 52"/>
                <a:gd name="T56" fmla="*/ 97 w 107"/>
                <a:gd name="T57" fmla="*/ 38 h 52"/>
                <a:gd name="T58" fmla="*/ 96 w 107"/>
                <a:gd name="T59" fmla="*/ 42 h 52"/>
                <a:gd name="T60" fmla="*/ 93 w 107"/>
                <a:gd name="T61" fmla="*/ 43 h 52"/>
                <a:gd name="T62" fmla="*/ 93 w 107"/>
                <a:gd name="T63" fmla="*/ 45 h 52"/>
                <a:gd name="T64" fmla="*/ 88 w 107"/>
                <a:gd name="T65" fmla="*/ 47 h 52"/>
                <a:gd name="T66" fmla="*/ 80 w 107"/>
                <a:gd name="T67" fmla="*/ 47 h 52"/>
                <a:gd name="T68" fmla="*/ 79 w 107"/>
                <a:gd name="T69" fmla="*/ 5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52">
                  <a:moveTo>
                    <a:pt x="79" y="51"/>
                  </a:moveTo>
                  <a:lnTo>
                    <a:pt x="71" y="48"/>
                  </a:lnTo>
                  <a:lnTo>
                    <a:pt x="63" y="49"/>
                  </a:lnTo>
                  <a:lnTo>
                    <a:pt x="50" y="43"/>
                  </a:lnTo>
                  <a:lnTo>
                    <a:pt x="45" y="44"/>
                  </a:lnTo>
                  <a:lnTo>
                    <a:pt x="37" y="52"/>
                  </a:lnTo>
                  <a:lnTo>
                    <a:pt x="24" y="46"/>
                  </a:lnTo>
                  <a:lnTo>
                    <a:pt x="14" y="37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0" y="18"/>
                  </a:lnTo>
                  <a:lnTo>
                    <a:pt x="12" y="13"/>
                  </a:lnTo>
                  <a:lnTo>
                    <a:pt x="17" y="8"/>
                  </a:lnTo>
                  <a:lnTo>
                    <a:pt x="28" y="4"/>
                  </a:lnTo>
                  <a:lnTo>
                    <a:pt x="32" y="0"/>
                  </a:lnTo>
                  <a:lnTo>
                    <a:pt x="36" y="3"/>
                  </a:lnTo>
                  <a:lnTo>
                    <a:pt x="43" y="1"/>
                  </a:lnTo>
                  <a:lnTo>
                    <a:pt x="51" y="7"/>
                  </a:lnTo>
                  <a:lnTo>
                    <a:pt x="63" y="9"/>
                  </a:lnTo>
                  <a:lnTo>
                    <a:pt x="63" y="15"/>
                  </a:lnTo>
                  <a:lnTo>
                    <a:pt x="72" y="19"/>
                  </a:lnTo>
                  <a:lnTo>
                    <a:pt x="74" y="14"/>
                  </a:lnTo>
                  <a:lnTo>
                    <a:pt x="85" y="16"/>
                  </a:lnTo>
                  <a:lnTo>
                    <a:pt x="87" y="22"/>
                  </a:lnTo>
                  <a:lnTo>
                    <a:pt x="99" y="23"/>
                  </a:lnTo>
                  <a:lnTo>
                    <a:pt x="107" y="33"/>
                  </a:lnTo>
                  <a:lnTo>
                    <a:pt x="103" y="33"/>
                  </a:lnTo>
                  <a:lnTo>
                    <a:pt x="100" y="37"/>
                  </a:lnTo>
                  <a:lnTo>
                    <a:pt x="97" y="38"/>
                  </a:lnTo>
                  <a:lnTo>
                    <a:pt x="96" y="42"/>
                  </a:lnTo>
                  <a:lnTo>
                    <a:pt x="93" y="43"/>
                  </a:lnTo>
                  <a:lnTo>
                    <a:pt x="93" y="45"/>
                  </a:lnTo>
                  <a:lnTo>
                    <a:pt x="88" y="47"/>
                  </a:lnTo>
                  <a:lnTo>
                    <a:pt x="80" y="47"/>
                  </a:lnTo>
                  <a:lnTo>
                    <a:pt x="79" y="5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68" name="Freeform 51">
              <a:extLst>
                <a:ext uri="{FF2B5EF4-FFF2-40B4-BE49-F238E27FC236}">
                  <a16:creationId xmlns:a16="http://schemas.microsoft.com/office/drawing/2014/main" id="{58EE377C-56EA-96E8-30BB-A0F258B14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664" y="2108200"/>
              <a:ext cx="227013" cy="246063"/>
            </a:xfrm>
            <a:custGeom>
              <a:avLst/>
              <a:gdLst>
                <a:gd name="T0" fmla="*/ 58 w 143"/>
                <a:gd name="T1" fmla="*/ 0 h 155"/>
                <a:gd name="T2" fmla="*/ 59 w 143"/>
                <a:gd name="T3" fmla="*/ 8 h 155"/>
                <a:gd name="T4" fmla="*/ 75 w 143"/>
                <a:gd name="T5" fmla="*/ 12 h 155"/>
                <a:gd name="T6" fmla="*/ 75 w 143"/>
                <a:gd name="T7" fmla="*/ 20 h 155"/>
                <a:gd name="T8" fmla="*/ 90 w 143"/>
                <a:gd name="T9" fmla="*/ 16 h 155"/>
                <a:gd name="T10" fmla="*/ 99 w 143"/>
                <a:gd name="T11" fmla="*/ 10 h 155"/>
                <a:gd name="T12" fmla="*/ 117 w 143"/>
                <a:gd name="T13" fmla="*/ 18 h 155"/>
                <a:gd name="T14" fmla="*/ 125 w 143"/>
                <a:gd name="T15" fmla="*/ 25 h 155"/>
                <a:gd name="T16" fmla="*/ 129 w 143"/>
                <a:gd name="T17" fmla="*/ 35 h 155"/>
                <a:gd name="T18" fmla="*/ 125 w 143"/>
                <a:gd name="T19" fmla="*/ 40 h 155"/>
                <a:gd name="T20" fmla="*/ 131 w 143"/>
                <a:gd name="T21" fmla="*/ 47 h 155"/>
                <a:gd name="T22" fmla="*/ 136 w 143"/>
                <a:gd name="T23" fmla="*/ 58 h 155"/>
                <a:gd name="T24" fmla="*/ 136 w 143"/>
                <a:gd name="T25" fmla="*/ 65 h 155"/>
                <a:gd name="T26" fmla="*/ 143 w 143"/>
                <a:gd name="T27" fmla="*/ 78 h 155"/>
                <a:gd name="T28" fmla="*/ 136 w 143"/>
                <a:gd name="T29" fmla="*/ 80 h 155"/>
                <a:gd name="T30" fmla="*/ 132 w 143"/>
                <a:gd name="T31" fmla="*/ 77 h 155"/>
                <a:gd name="T32" fmla="*/ 128 w 143"/>
                <a:gd name="T33" fmla="*/ 81 h 155"/>
                <a:gd name="T34" fmla="*/ 117 w 143"/>
                <a:gd name="T35" fmla="*/ 85 h 155"/>
                <a:gd name="T36" fmla="*/ 112 w 143"/>
                <a:gd name="T37" fmla="*/ 90 h 155"/>
                <a:gd name="T38" fmla="*/ 100 w 143"/>
                <a:gd name="T39" fmla="*/ 95 h 155"/>
                <a:gd name="T40" fmla="*/ 104 w 143"/>
                <a:gd name="T41" fmla="*/ 101 h 155"/>
                <a:gd name="T42" fmla="*/ 106 w 143"/>
                <a:gd name="T43" fmla="*/ 109 h 155"/>
                <a:gd name="T44" fmla="*/ 114 w 143"/>
                <a:gd name="T45" fmla="*/ 114 h 155"/>
                <a:gd name="T46" fmla="*/ 124 w 143"/>
                <a:gd name="T47" fmla="*/ 123 h 155"/>
                <a:gd name="T48" fmla="*/ 119 w 143"/>
                <a:gd name="T49" fmla="*/ 132 h 155"/>
                <a:gd name="T50" fmla="*/ 113 w 143"/>
                <a:gd name="T51" fmla="*/ 135 h 155"/>
                <a:gd name="T52" fmla="*/ 117 w 143"/>
                <a:gd name="T53" fmla="*/ 148 h 155"/>
                <a:gd name="T54" fmla="*/ 115 w 143"/>
                <a:gd name="T55" fmla="*/ 151 h 155"/>
                <a:gd name="T56" fmla="*/ 110 w 143"/>
                <a:gd name="T57" fmla="*/ 147 h 155"/>
                <a:gd name="T58" fmla="*/ 102 w 143"/>
                <a:gd name="T59" fmla="*/ 147 h 155"/>
                <a:gd name="T60" fmla="*/ 91 w 143"/>
                <a:gd name="T61" fmla="*/ 150 h 155"/>
                <a:gd name="T62" fmla="*/ 76 w 143"/>
                <a:gd name="T63" fmla="*/ 149 h 155"/>
                <a:gd name="T64" fmla="*/ 75 w 143"/>
                <a:gd name="T65" fmla="*/ 155 h 155"/>
                <a:gd name="T66" fmla="*/ 66 w 143"/>
                <a:gd name="T67" fmla="*/ 149 h 155"/>
                <a:gd name="T68" fmla="*/ 61 w 143"/>
                <a:gd name="T69" fmla="*/ 150 h 155"/>
                <a:gd name="T70" fmla="*/ 44 w 143"/>
                <a:gd name="T71" fmla="*/ 144 h 155"/>
                <a:gd name="T72" fmla="*/ 40 w 143"/>
                <a:gd name="T73" fmla="*/ 148 h 155"/>
                <a:gd name="T74" fmla="*/ 26 w 143"/>
                <a:gd name="T75" fmla="*/ 148 h 155"/>
                <a:gd name="T76" fmla="*/ 28 w 143"/>
                <a:gd name="T77" fmla="*/ 134 h 155"/>
                <a:gd name="T78" fmla="*/ 35 w 143"/>
                <a:gd name="T79" fmla="*/ 120 h 155"/>
                <a:gd name="T80" fmla="*/ 12 w 143"/>
                <a:gd name="T81" fmla="*/ 116 h 155"/>
                <a:gd name="T82" fmla="*/ 4 w 143"/>
                <a:gd name="T83" fmla="*/ 111 h 155"/>
                <a:gd name="T84" fmla="*/ 5 w 143"/>
                <a:gd name="T85" fmla="*/ 102 h 155"/>
                <a:gd name="T86" fmla="*/ 2 w 143"/>
                <a:gd name="T87" fmla="*/ 97 h 155"/>
                <a:gd name="T88" fmla="*/ 3 w 143"/>
                <a:gd name="T89" fmla="*/ 84 h 155"/>
                <a:gd name="T90" fmla="*/ 0 w 143"/>
                <a:gd name="T91" fmla="*/ 63 h 155"/>
                <a:gd name="T92" fmla="*/ 9 w 143"/>
                <a:gd name="T93" fmla="*/ 63 h 155"/>
                <a:gd name="T94" fmla="*/ 13 w 143"/>
                <a:gd name="T95" fmla="*/ 55 h 155"/>
                <a:gd name="T96" fmla="*/ 16 w 143"/>
                <a:gd name="T97" fmla="*/ 37 h 155"/>
                <a:gd name="T98" fmla="*/ 13 w 143"/>
                <a:gd name="T99" fmla="*/ 30 h 155"/>
                <a:gd name="T100" fmla="*/ 16 w 143"/>
                <a:gd name="T101" fmla="*/ 26 h 155"/>
                <a:gd name="T102" fmla="*/ 29 w 143"/>
                <a:gd name="T103" fmla="*/ 25 h 155"/>
                <a:gd name="T104" fmla="*/ 32 w 143"/>
                <a:gd name="T105" fmla="*/ 29 h 155"/>
                <a:gd name="T106" fmla="*/ 42 w 143"/>
                <a:gd name="T107" fmla="*/ 19 h 155"/>
                <a:gd name="T108" fmla="*/ 38 w 143"/>
                <a:gd name="T109" fmla="*/ 12 h 155"/>
                <a:gd name="T110" fmla="*/ 36 w 143"/>
                <a:gd name="T111" fmla="*/ 1 h 155"/>
                <a:gd name="T112" fmla="*/ 48 w 143"/>
                <a:gd name="T113" fmla="*/ 3 h 155"/>
                <a:gd name="T114" fmla="*/ 58 w 143"/>
                <a:gd name="T11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3" h="155">
                  <a:moveTo>
                    <a:pt x="58" y="0"/>
                  </a:moveTo>
                  <a:lnTo>
                    <a:pt x="59" y="8"/>
                  </a:lnTo>
                  <a:lnTo>
                    <a:pt x="75" y="12"/>
                  </a:lnTo>
                  <a:lnTo>
                    <a:pt x="75" y="20"/>
                  </a:lnTo>
                  <a:lnTo>
                    <a:pt x="90" y="16"/>
                  </a:lnTo>
                  <a:lnTo>
                    <a:pt x="99" y="10"/>
                  </a:lnTo>
                  <a:lnTo>
                    <a:pt x="117" y="18"/>
                  </a:lnTo>
                  <a:lnTo>
                    <a:pt x="125" y="25"/>
                  </a:lnTo>
                  <a:lnTo>
                    <a:pt x="129" y="35"/>
                  </a:lnTo>
                  <a:lnTo>
                    <a:pt x="125" y="40"/>
                  </a:lnTo>
                  <a:lnTo>
                    <a:pt x="131" y="47"/>
                  </a:lnTo>
                  <a:lnTo>
                    <a:pt x="136" y="58"/>
                  </a:lnTo>
                  <a:lnTo>
                    <a:pt x="136" y="65"/>
                  </a:lnTo>
                  <a:lnTo>
                    <a:pt x="143" y="78"/>
                  </a:lnTo>
                  <a:lnTo>
                    <a:pt x="136" y="80"/>
                  </a:lnTo>
                  <a:lnTo>
                    <a:pt x="132" y="77"/>
                  </a:lnTo>
                  <a:lnTo>
                    <a:pt x="128" y="81"/>
                  </a:lnTo>
                  <a:lnTo>
                    <a:pt x="117" y="85"/>
                  </a:lnTo>
                  <a:lnTo>
                    <a:pt x="112" y="90"/>
                  </a:lnTo>
                  <a:lnTo>
                    <a:pt x="100" y="95"/>
                  </a:lnTo>
                  <a:lnTo>
                    <a:pt x="104" y="101"/>
                  </a:lnTo>
                  <a:lnTo>
                    <a:pt x="106" y="109"/>
                  </a:lnTo>
                  <a:lnTo>
                    <a:pt x="114" y="114"/>
                  </a:lnTo>
                  <a:lnTo>
                    <a:pt x="124" y="123"/>
                  </a:lnTo>
                  <a:lnTo>
                    <a:pt x="119" y="132"/>
                  </a:lnTo>
                  <a:lnTo>
                    <a:pt x="113" y="135"/>
                  </a:lnTo>
                  <a:lnTo>
                    <a:pt x="117" y="148"/>
                  </a:lnTo>
                  <a:lnTo>
                    <a:pt x="115" y="151"/>
                  </a:lnTo>
                  <a:lnTo>
                    <a:pt x="110" y="147"/>
                  </a:lnTo>
                  <a:lnTo>
                    <a:pt x="102" y="147"/>
                  </a:lnTo>
                  <a:lnTo>
                    <a:pt x="91" y="150"/>
                  </a:lnTo>
                  <a:lnTo>
                    <a:pt x="76" y="149"/>
                  </a:lnTo>
                  <a:lnTo>
                    <a:pt x="75" y="155"/>
                  </a:lnTo>
                  <a:lnTo>
                    <a:pt x="66" y="149"/>
                  </a:lnTo>
                  <a:lnTo>
                    <a:pt x="61" y="150"/>
                  </a:lnTo>
                  <a:lnTo>
                    <a:pt x="44" y="144"/>
                  </a:lnTo>
                  <a:lnTo>
                    <a:pt x="40" y="148"/>
                  </a:lnTo>
                  <a:lnTo>
                    <a:pt x="26" y="148"/>
                  </a:lnTo>
                  <a:lnTo>
                    <a:pt x="28" y="134"/>
                  </a:lnTo>
                  <a:lnTo>
                    <a:pt x="35" y="120"/>
                  </a:lnTo>
                  <a:lnTo>
                    <a:pt x="12" y="116"/>
                  </a:lnTo>
                  <a:lnTo>
                    <a:pt x="4" y="111"/>
                  </a:lnTo>
                  <a:lnTo>
                    <a:pt x="5" y="102"/>
                  </a:lnTo>
                  <a:lnTo>
                    <a:pt x="2" y="97"/>
                  </a:lnTo>
                  <a:lnTo>
                    <a:pt x="3" y="84"/>
                  </a:lnTo>
                  <a:lnTo>
                    <a:pt x="0" y="63"/>
                  </a:lnTo>
                  <a:lnTo>
                    <a:pt x="9" y="63"/>
                  </a:lnTo>
                  <a:lnTo>
                    <a:pt x="13" y="55"/>
                  </a:lnTo>
                  <a:lnTo>
                    <a:pt x="16" y="37"/>
                  </a:lnTo>
                  <a:lnTo>
                    <a:pt x="13" y="30"/>
                  </a:lnTo>
                  <a:lnTo>
                    <a:pt x="16" y="26"/>
                  </a:lnTo>
                  <a:lnTo>
                    <a:pt x="29" y="25"/>
                  </a:lnTo>
                  <a:lnTo>
                    <a:pt x="32" y="29"/>
                  </a:lnTo>
                  <a:lnTo>
                    <a:pt x="42" y="19"/>
                  </a:lnTo>
                  <a:lnTo>
                    <a:pt x="38" y="12"/>
                  </a:lnTo>
                  <a:lnTo>
                    <a:pt x="36" y="1"/>
                  </a:lnTo>
                  <a:lnTo>
                    <a:pt x="48" y="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269" name="Freeform 52">
              <a:extLst>
                <a:ext uri="{FF2B5EF4-FFF2-40B4-BE49-F238E27FC236}">
                  <a16:creationId xmlns:a16="http://schemas.microsoft.com/office/drawing/2014/main" id="{732AFB28-BFB6-36C1-FD18-E44D1311B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1939" y="3490912"/>
              <a:ext cx="47625" cy="57150"/>
            </a:xfrm>
            <a:custGeom>
              <a:avLst/>
              <a:gdLst>
                <a:gd name="T0" fmla="*/ 25 w 30"/>
                <a:gd name="T1" fmla="*/ 0 h 36"/>
                <a:gd name="T2" fmla="*/ 30 w 30"/>
                <a:gd name="T3" fmla="*/ 6 h 36"/>
                <a:gd name="T4" fmla="*/ 30 w 30"/>
                <a:gd name="T5" fmla="*/ 15 h 36"/>
                <a:gd name="T6" fmla="*/ 20 w 30"/>
                <a:gd name="T7" fmla="*/ 20 h 36"/>
                <a:gd name="T8" fmla="*/ 28 w 30"/>
                <a:gd name="T9" fmla="*/ 25 h 36"/>
                <a:gd name="T10" fmla="*/ 21 w 30"/>
                <a:gd name="T11" fmla="*/ 36 h 36"/>
                <a:gd name="T12" fmla="*/ 17 w 30"/>
                <a:gd name="T13" fmla="*/ 33 h 36"/>
                <a:gd name="T14" fmla="*/ 13 w 30"/>
                <a:gd name="T15" fmla="*/ 34 h 36"/>
                <a:gd name="T16" fmla="*/ 3 w 30"/>
                <a:gd name="T17" fmla="*/ 34 h 36"/>
                <a:gd name="T18" fmla="*/ 2 w 30"/>
                <a:gd name="T19" fmla="*/ 28 h 36"/>
                <a:gd name="T20" fmla="*/ 0 w 30"/>
                <a:gd name="T21" fmla="*/ 22 h 36"/>
                <a:gd name="T22" fmla="*/ 6 w 30"/>
                <a:gd name="T23" fmla="*/ 12 h 36"/>
                <a:gd name="T24" fmla="*/ 12 w 30"/>
                <a:gd name="T25" fmla="*/ 3 h 36"/>
                <a:gd name="T26" fmla="*/ 20 w 30"/>
                <a:gd name="T27" fmla="*/ 5 h 36"/>
                <a:gd name="T28" fmla="*/ 25 w 30"/>
                <a:gd name="T2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36">
                  <a:moveTo>
                    <a:pt x="25" y="0"/>
                  </a:moveTo>
                  <a:lnTo>
                    <a:pt x="30" y="6"/>
                  </a:lnTo>
                  <a:lnTo>
                    <a:pt x="30" y="15"/>
                  </a:lnTo>
                  <a:lnTo>
                    <a:pt x="20" y="20"/>
                  </a:lnTo>
                  <a:lnTo>
                    <a:pt x="28" y="25"/>
                  </a:lnTo>
                  <a:lnTo>
                    <a:pt x="21" y="36"/>
                  </a:lnTo>
                  <a:lnTo>
                    <a:pt x="17" y="33"/>
                  </a:lnTo>
                  <a:lnTo>
                    <a:pt x="13" y="34"/>
                  </a:lnTo>
                  <a:lnTo>
                    <a:pt x="3" y="34"/>
                  </a:lnTo>
                  <a:lnTo>
                    <a:pt x="2" y="28"/>
                  </a:lnTo>
                  <a:lnTo>
                    <a:pt x="0" y="22"/>
                  </a:lnTo>
                  <a:lnTo>
                    <a:pt x="6" y="12"/>
                  </a:lnTo>
                  <a:lnTo>
                    <a:pt x="12" y="3"/>
                  </a:lnTo>
                  <a:lnTo>
                    <a:pt x="20" y="5"/>
                  </a:lnTo>
                  <a:lnTo>
                    <a:pt x="25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0" name="Freeform 53">
              <a:extLst>
                <a:ext uri="{FF2B5EF4-FFF2-40B4-BE49-F238E27FC236}">
                  <a16:creationId xmlns:a16="http://schemas.microsoft.com/office/drawing/2014/main" id="{C73E1930-C812-98C3-352E-7F3668004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964" y="2073275"/>
              <a:ext cx="42863" cy="41275"/>
            </a:xfrm>
            <a:custGeom>
              <a:avLst/>
              <a:gdLst>
                <a:gd name="T0" fmla="*/ 27 w 27"/>
                <a:gd name="T1" fmla="*/ 10 h 26"/>
                <a:gd name="T2" fmla="*/ 20 w 27"/>
                <a:gd name="T3" fmla="*/ 26 h 26"/>
                <a:gd name="T4" fmla="*/ 3 w 27"/>
                <a:gd name="T5" fmla="*/ 15 h 26"/>
                <a:gd name="T6" fmla="*/ 0 w 27"/>
                <a:gd name="T7" fmla="*/ 6 h 26"/>
                <a:gd name="T8" fmla="*/ 22 w 27"/>
                <a:gd name="T9" fmla="*/ 0 h 26"/>
                <a:gd name="T10" fmla="*/ 27 w 27"/>
                <a:gd name="T11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26">
                  <a:moveTo>
                    <a:pt x="27" y="10"/>
                  </a:moveTo>
                  <a:lnTo>
                    <a:pt x="20" y="26"/>
                  </a:lnTo>
                  <a:lnTo>
                    <a:pt x="3" y="15"/>
                  </a:lnTo>
                  <a:lnTo>
                    <a:pt x="0" y="6"/>
                  </a:lnTo>
                  <a:lnTo>
                    <a:pt x="22" y="0"/>
                  </a:lnTo>
                  <a:lnTo>
                    <a:pt x="27" y="1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1" name="Freeform 54">
              <a:extLst>
                <a:ext uri="{FF2B5EF4-FFF2-40B4-BE49-F238E27FC236}">
                  <a16:creationId xmlns:a16="http://schemas.microsoft.com/office/drawing/2014/main" id="{6A4DF212-6ECF-D3A5-F872-08FABC1C4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114" y="2022475"/>
              <a:ext cx="68263" cy="90488"/>
            </a:xfrm>
            <a:custGeom>
              <a:avLst/>
              <a:gdLst>
                <a:gd name="T0" fmla="*/ 43 w 43"/>
                <a:gd name="T1" fmla="*/ 25 h 57"/>
                <a:gd name="T2" fmla="*/ 40 w 43"/>
                <a:gd name="T3" fmla="*/ 33 h 57"/>
                <a:gd name="T4" fmla="*/ 35 w 43"/>
                <a:gd name="T5" fmla="*/ 30 h 57"/>
                <a:gd name="T6" fmla="*/ 25 w 43"/>
                <a:gd name="T7" fmla="*/ 44 h 57"/>
                <a:gd name="T8" fmla="*/ 30 w 43"/>
                <a:gd name="T9" fmla="*/ 54 h 57"/>
                <a:gd name="T10" fmla="*/ 20 w 43"/>
                <a:gd name="T11" fmla="*/ 57 h 57"/>
                <a:gd name="T12" fmla="*/ 8 w 43"/>
                <a:gd name="T13" fmla="*/ 55 h 57"/>
                <a:gd name="T14" fmla="*/ 2 w 43"/>
                <a:gd name="T15" fmla="*/ 44 h 57"/>
                <a:gd name="T16" fmla="*/ 0 w 43"/>
                <a:gd name="T17" fmla="*/ 24 h 57"/>
                <a:gd name="T18" fmla="*/ 2 w 43"/>
                <a:gd name="T19" fmla="*/ 18 h 57"/>
                <a:gd name="T20" fmla="*/ 6 w 43"/>
                <a:gd name="T21" fmla="*/ 12 h 57"/>
                <a:gd name="T22" fmla="*/ 20 w 43"/>
                <a:gd name="T23" fmla="*/ 11 h 57"/>
                <a:gd name="T24" fmla="*/ 25 w 43"/>
                <a:gd name="T25" fmla="*/ 6 h 57"/>
                <a:gd name="T26" fmla="*/ 36 w 43"/>
                <a:gd name="T27" fmla="*/ 0 h 57"/>
                <a:gd name="T28" fmla="*/ 37 w 43"/>
                <a:gd name="T29" fmla="*/ 10 h 57"/>
                <a:gd name="T30" fmla="*/ 32 w 43"/>
                <a:gd name="T31" fmla="*/ 16 h 57"/>
                <a:gd name="T32" fmla="*/ 35 w 43"/>
                <a:gd name="T33" fmla="*/ 22 h 57"/>
                <a:gd name="T34" fmla="*/ 43 w 43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3" h="57">
                  <a:moveTo>
                    <a:pt x="43" y="25"/>
                  </a:moveTo>
                  <a:lnTo>
                    <a:pt x="40" y="33"/>
                  </a:lnTo>
                  <a:lnTo>
                    <a:pt x="35" y="30"/>
                  </a:lnTo>
                  <a:lnTo>
                    <a:pt x="25" y="44"/>
                  </a:lnTo>
                  <a:lnTo>
                    <a:pt x="30" y="54"/>
                  </a:lnTo>
                  <a:lnTo>
                    <a:pt x="20" y="57"/>
                  </a:lnTo>
                  <a:lnTo>
                    <a:pt x="8" y="55"/>
                  </a:lnTo>
                  <a:lnTo>
                    <a:pt x="2" y="44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6" y="12"/>
                  </a:lnTo>
                  <a:lnTo>
                    <a:pt x="20" y="11"/>
                  </a:lnTo>
                  <a:lnTo>
                    <a:pt x="25" y="6"/>
                  </a:lnTo>
                  <a:lnTo>
                    <a:pt x="36" y="0"/>
                  </a:lnTo>
                  <a:lnTo>
                    <a:pt x="37" y="10"/>
                  </a:lnTo>
                  <a:lnTo>
                    <a:pt x="32" y="16"/>
                  </a:lnTo>
                  <a:lnTo>
                    <a:pt x="35" y="22"/>
                  </a:lnTo>
                  <a:lnTo>
                    <a:pt x="43" y="2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2" name="Freeform 55">
              <a:extLst>
                <a:ext uri="{FF2B5EF4-FFF2-40B4-BE49-F238E27FC236}">
                  <a16:creationId xmlns:a16="http://schemas.microsoft.com/office/drawing/2014/main" id="{00415C95-37CC-86C8-9E71-A158C609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927" y="3252787"/>
              <a:ext cx="104775" cy="76200"/>
            </a:xfrm>
            <a:custGeom>
              <a:avLst/>
              <a:gdLst>
                <a:gd name="T0" fmla="*/ 7 w 66"/>
                <a:gd name="T1" fmla="*/ 4 h 48"/>
                <a:gd name="T2" fmla="*/ 10 w 66"/>
                <a:gd name="T3" fmla="*/ 0 h 48"/>
                <a:gd name="T4" fmla="*/ 24 w 66"/>
                <a:gd name="T5" fmla="*/ 0 h 48"/>
                <a:gd name="T6" fmla="*/ 34 w 66"/>
                <a:gd name="T7" fmla="*/ 6 h 48"/>
                <a:gd name="T8" fmla="*/ 39 w 66"/>
                <a:gd name="T9" fmla="*/ 5 h 48"/>
                <a:gd name="T10" fmla="*/ 41 w 66"/>
                <a:gd name="T11" fmla="*/ 13 h 48"/>
                <a:gd name="T12" fmla="*/ 51 w 66"/>
                <a:gd name="T13" fmla="*/ 12 h 48"/>
                <a:gd name="T14" fmla="*/ 50 w 66"/>
                <a:gd name="T15" fmla="*/ 18 h 48"/>
                <a:gd name="T16" fmla="*/ 58 w 66"/>
                <a:gd name="T17" fmla="*/ 19 h 48"/>
                <a:gd name="T18" fmla="*/ 66 w 66"/>
                <a:gd name="T19" fmla="*/ 27 h 48"/>
                <a:gd name="T20" fmla="*/ 58 w 66"/>
                <a:gd name="T21" fmla="*/ 35 h 48"/>
                <a:gd name="T22" fmla="*/ 50 w 66"/>
                <a:gd name="T23" fmla="*/ 31 h 48"/>
                <a:gd name="T24" fmla="*/ 42 w 66"/>
                <a:gd name="T25" fmla="*/ 31 h 48"/>
                <a:gd name="T26" fmla="*/ 36 w 66"/>
                <a:gd name="T27" fmla="*/ 30 h 48"/>
                <a:gd name="T28" fmla="*/ 32 w 66"/>
                <a:gd name="T29" fmla="*/ 34 h 48"/>
                <a:gd name="T30" fmla="*/ 25 w 66"/>
                <a:gd name="T31" fmla="*/ 36 h 48"/>
                <a:gd name="T32" fmla="*/ 23 w 66"/>
                <a:gd name="T33" fmla="*/ 30 h 48"/>
                <a:gd name="T34" fmla="*/ 17 w 66"/>
                <a:gd name="T35" fmla="*/ 34 h 48"/>
                <a:gd name="T36" fmla="*/ 8 w 66"/>
                <a:gd name="T37" fmla="*/ 48 h 48"/>
                <a:gd name="T38" fmla="*/ 4 w 66"/>
                <a:gd name="T39" fmla="*/ 44 h 48"/>
                <a:gd name="T40" fmla="*/ 3 w 66"/>
                <a:gd name="T41" fmla="*/ 39 h 48"/>
                <a:gd name="T42" fmla="*/ 4 w 66"/>
                <a:gd name="T43" fmla="*/ 33 h 48"/>
                <a:gd name="T44" fmla="*/ 0 w 66"/>
                <a:gd name="T45" fmla="*/ 27 h 48"/>
                <a:gd name="T46" fmla="*/ 5 w 66"/>
                <a:gd name="T47" fmla="*/ 23 h 48"/>
                <a:gd name="T48" fmla="*/ 8 w 66"/>
                <a:gd name="T49" fmla="*/ 15 h 48"/>
                <a:gd name="T50" fmla="*/ 7 w 66"/>
                <a:gd name="T51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48">
                  <a:moveTo>
                    <a:pt x="7" y="4"/>
                  </a:moveTo>
                  <a:lnTo>
                    <a:pt x="10" y="0"/>
                  </a:lnTo>
                  <a:lnTo>
                    <a:pt x="24" y="0"/>
                  </a:lnTo>
                  <a:lnTo>
                    <a:pt x="34" y="6"/>
                  </a:lnTo>
                  <a:lnTo>
                    <a:pt x="39" y="5"/>
                  </a:lnTo>
                  <a:lnTo>
                    <a:pt x="41" y="13"/>
                  </a:lnTo>
                  <a:lnTo>
                    <a:pt x="51" y="12"/>
                  </a:lnTo>
                  <a:lnTo>
                    <a:pt x="50" y="18"/>
                  </a:lnTo>
                  <a:lnTo>
                    <a:pt x="58" y="19"/>
                  </a:lnTo>
                  <a:lnTo>
                    <a:pt x="66" y="27"/>
                  </a:lnTo>
                  <a:lnTo>
                    <a:pt x="58" y="35"/>
                  </a:lnTo>
                  <a:lnTo>
                    <a:pt x="50" y="31"/>
                  </a:lnTo>
                  <a:lnTo>
                    <a:pt x="42" y="31"/>
                  </a:lnTo>
                  <a:lnTo>
                    <a:pt x="36" y="30"/>
                  </a:lnTo>
                  <a:lnTo>
                    <a:pt x="32" y="34"/>
                  </a:lnTo>
                  <a:lnTo>
                    <a:pt x="25" y="36"/>
                  </a:lnTo>
                  <a:lnTo>
                    <a:pt x="23" y="30"/>
                  </a:lnTo>
                  <a:lnTo>
                    <a:pt x="17" y="34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3" y="39"/>
                  </a:lnTo>
                  <a:lnTo>
                    <a:pt x="4" y="33"/>
                  </a:lnTo>
                  <a:lnTo>
                    <a:pt x="0" y="27"/>
                  </a:lnTo>
                  <a:lnTo>
                    <a:pt x="5" y="23"/>
                  </a:lnTo>
                  <a:lnTo>
                    <a:pt x="8" y="15"/>
                  </a:lnTo>
                  <a:lnTo>
                    <a:pt x="7" y="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3" name="Freeform 56">
              <a:extLst>
                <a:ext uri="{FF2B5EF4-FFF2-40B4-BE49-F238E27FC236}">
                  <a16:creationId xmlns:a16="http://schemas.microsoft.com/office/drawing/2014/main" id="{278093E2-5CB3-DA0B-BE7F-73AC710F6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377" y="2686050"/>
              <a:ext cx="585788" cy="595313"/>
            </a:xfrm>
            <a:custGeom>
              <a:avLst/>
              <a:gdLst>
                <a:gd name="T0" fmla="*/ 369 w 369"/>
                <a:gd name="T1" fmla="*/ 283 h 375"/>
                <a:gd name="T2" fmla="*/ 309 w 369"/>
                <a:gd name="T3" fmla="*/ 322 h 375"/>
                <a:gd name="T4" fmla="*/ 257 w 369"/>
                <a:gd name="T5" fmla="*/ 363 h 375"/>
                <a:gd name="T6" fmla="*/ 231 w 369"/>
                <a:gd name="T7" fmla="*/ 372 h 375"/>
                <a:gd name="T8" fmla="*/ 211 w 369"/>
                <a:gd name="T9" fmla="*/ 375 h 375"/>
                <a:gd name="T10" fmla="*/ 211 w 369"/>
                <a:gd name="T11" fmla="*/ 361 h 375"/>
                <a:gd name="T12" fmla="*/ 203 w 369"/>
                <a:gd name="T13" fmla="*/ 358 h 375"/>
                <a:gd name="T14" fmla="*/ 191 w 369"/>
                <a:gd name="T15" fmla="*/ 352 h 375"/>
                <a:gd name="T16" fmla="*/ 187 w 369"/>
                <a:gd name="T17" fmla="*/ 342 h 375"/>
                <a:gd name="T18" fmla="*/ 126 w 369"/>
                <a:gd name="T19" fmla="*/ 297 h 375"/>
                <a:gd name="T20" fmla="*/ 66 w 369"/>
                <a:gd name="T21" fmla="*/ 252 h 375"/>
                <a:gd name="T22" fmla="*/ 0 w 369"/>
                <a:gd name="T23" fmla="*/ 201 h 375"/>
                <a:gd name="T24" fmla="*/ 1 w 369"/>
                <a:gd name="T25" fmla="*/ 197 h 375"/>
                <a:gd name="T26" fmla="*/ 1 w 369"/>
                <a:gd name="T27" fmla="*/ 196 h 375"/>
                <a:gd name="T28" fmla="*/ 1 w 369"/>
                <a:gd name="T29" fmla="*/ 171 h 375"/>
                <a:gd name="T30" fmla="*/ 30 w 369"/>
                <a:gd name="T31" fmla="*/ 156 h 375"/>
                <a:gd name="T32" fmla="*/ 48 w 369"/>
                <a:gd name="T33" fmla="*/ 153 h 375"/>
                <a:gd name="T34" fmla="*/ 62 w 369"/>
                <a:gd name="T35" fmla="*/ 147 h 375"/>
                <a:gd name="T36" fmla="*/ 69 w 369"/>
                <a:gd name="T37" fmla="*/ 137 h 375"/>
                <a:gd name="T38" fmla="*/ 90 w 369"/>
                <a:gd name="T39" fmla="*/ 129 h 375"/>
                <a:gd name="T40" fmla="*/ 91 w 369"/>
                <a:gd name="T41" fmla="*/ 113 h 375"/>
                <a:gd name="T42" fmla="*/ 101 w 369"/>
                <a:gd name="T43" fmla="*/ 112 h 375"/>
                <a:gd name="T44" fmla="*/ 109 w 369"/>
                <a:gd name="T45" fmla="*/ 104 h 375"/>
                <a:gd name="T46" fmla="*/ 132 w 369"/>
                <a:gd name="T47" fmla="*/ 100 h 375"/>
                <a:gd name="T48" fmla="*/ 135 w 369"/>
                <a:gd name="T49" fmla="*/ 92 h 375"/>
                <a:gd name="T50" fmla="*/ 130 w 369"/>
                <a:gd name="T51" fmla="*/ 88 h 375"/>
                <a:gd name="T52" fmla="*/ 124 w 369"/>
                <a:gd name="T53" fmla="*/ 66 h 375"/>
                <a:gd name="T54" fmla="*/ 123 w 369"/>
                <a:gd name="T55" fmla="*/ 53 h 375"/>
                <a:gd name="T56" fmla="*/ 117 w 369"/>
                <a:gd name="T57" fmla="*/ 40 h 375"/>
                <a:gd name="T58" fmla="*/ 134 w 369"/>
                <a:gd name="T59" fmla="*/ 29 h 375"/>
                <a:gd name="T60" fmla="*/ 152 w 369"/>
                <a:gd name="T61" fmla="*/ 25 h 375"/>
                <a:gd name="T62" fmla="*/ 163 w 369"/>
                <a:gd name="T63" fmla="*/ 17 h 375"/>
                <a:gd name="T64" fmla="*/ 179 w 369"/>
                <a:gd name="T65" fmla="*/ 11 h 375"/>
                <a:gd name="T66" fmla="*/ 209 w 369"/>
                <a:gd name="T67" fmla="*/ 7 h 375"/>
                <a:gd name="T68" fmla="*/ 237 w 369"/>
                <a:gd name="T69" fmla="*/ 5 h 375"/>
                <a:gd name="T70" fmla="*/ 246 w 369"/>
                <a:gd name="T71" fmla="*/ 8 h 375"/>
                <a:gd name="T72" fmla="*/ 262 w 369"/>
                <a:gd name="T73" fmla="*/ 0 h 375"/>
                <a:gd name="T74" fmla="*/ 280 w 369"/>
                <a:gd name="T75" fmla="*/ 0 h 375"/>
                <a:gd name="T76" fmla="*/ 287 w 369"/>
                <a:gd name="T77" fmla="*/ 5 h 375"/>
                <a:gd name="T78" fmla="*/ 299 w 369"/>
                <a:gd name="T79" fmla="*/ 3 h 375"/>
                <a:gd name="T80" fmla="*/ 296 w 369"/>
                <a:gd name="T81" fmla="*/ 14 h 375"/>
                <a:gd name="T82" fmla="*/ 299 w 369"/>
                <a:gd name="T83" fmla="*/ 34 h 375"/>
                <a:gd name="T84" fmla="*/ 295 w 369"/>
                <a:gd name="T85" fmla="*/ 51 h 375"/>
                <a:gd name="T86" fmla="*/ 285 w 369"/>
                <a:gd name="T87" fmla="*/ 62 h 375"/>
                <a:gd name="T88" fmla="*/ 287 w 369"/>
                <a:gd name="T89" fmla="*/ 78 h 375"/>
                <a:gd name="T90" fmla="*/ 302 w 369"/>
                <a:gd name="T91" fmla="*/ 90 h 375"/>
                <a:gd name="T92" fmla="*/ 302 w 369"/>
                <a:gd name="T93" fmla="*/ 95 h 375"/>
                <a:gd name="T94" fmla="*/ 313 w 369"/>
                <a:gd name="T95" fmla="*/ 104 h 375"/>
                <a:gd name="T96" fmla="*/ 321 w 369"/>
                <a:gd name="T97" fmla="*/ 141 h 375"/>
                <a:gd name="T98" fmla="*/ 327 w 369"/>
                <a:gd name="T99" fmla="*/ 159 h 375"/>
                <a:gd name="T100" fmla="*/ 329 w 369"/>
                <a:gd name="T101" fmla="*/ 169 h 375"/>
                <a:gd name="T102" fmla="*/ 326 w 369"/>
                <a:gd name="T103" fmla="*/ 186 h 375"/>
                <a:gd name="T104" fmla="*/ 327 w 369"/>
                <a:gd name="T105" fmla="*/ 195 h 375"/>
                <a:gd name="T106" fmla="*/ 325 w 369"/>
                <a:gd name="T107" fmla="*/ 207 h 375"/>
                <a:gd name="T108" fmla="*/ 327 w 369"/>
                <a:gd name="T109" fmla="*/ 220 h 375"/>
                <a:gd name="T110" fmla="*/ 320 w 369"/>
                <a:gd name="T111" fmla="*/ 228 h 375"/>
                <a:gd name="T112" fmla="*/ 331 w 369"/>
                <a:gd name="T113" fmla="*/ 244 h 375"/>
                <a:gd name="T114" fmla="*/ 332 w 369"/>
                <a:gd name="T115" fmla="*/ 252 h 375"/>
                <a:gd name="T116" fmla="*/ 339 w 369"/>
                <a:gd name="T117" fmla="*/ 264 h 375"/>
                <a:gd name="T118" fmla="*/ 347 w 369"/>
                <a:gd name="T119" fmla="*/ 260 h 375"/>
                <a:gd name="T120" fmla="*/ 361 w 369"/>
                <a:gd name="T121" fmla="*/ 270 h 375"/>
                <a:gd name="T122" fmla="*/ 369 w 369"/>
                <a:gd name="T123" fmla="*/ 283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9" h="375">
                  <a:moveTo>
                    <a:pt x="369" y="283"/>
                  </a:moveTo>
                  <a:lnTo>
                    <a:pt x="309" y="322"/>
                  </a:lnTo>
                  <a:lnTo>
                    <a:pt x="257" y="363"/>
                  </a:lnTo>
                  <a:lnTo>
                    <a:pt x="231" y="372"/>
                  </a:lnTo>
                  <a:lnTo>
                    <a:pt x="211" y="375"/>
                  </a:lnTo>
                  <a:lnTo>
                    <a:pt x="211" y="361"/>
                  </a:lnTo>
                  <a:lnTo>
                    <a:pt x="203" y="358"/>
                  </a:lnTo>
                  <a:lnTo>
                    <a:pt x="191" y="352"/>
                  </a:lnTo>
                  <a:lnTo>
                    <a:pt x="187" y="342"/>
                  </a:lnTo>
                  <a:lnTo>
                    <a:pt x="126" y="297"/>
                  </a:lnTo>
                  <a:lnTo>
                    <a:pt x="66" y="252"/>
                  </a:lnTo>
                  <a:lnTo>
                    <a:pt x="0" y="201"/>
                  </a:lnTo>
                  <a:lnTo>
                    <a:pt x="1" y="197"/>
                  </a:lnTo>
                  <a:lnTo>
                    <a:pt x="1" y="196"/>
                  </a:lnTo>
                  <a:lnTo>
                    <a:pt x="1" y="171"/>
                  </a:lnTo>
                  <a:lnTo>
                    <a:pt x="30" y="156"/>
                  </a:lnTo>
                  <a:lnTo>
                    <a:pt x="48" y="153"/>
                  </a:lnTo>
                  <a:lnTo>
                    <a:pt x="62" y="147"/>
                  </a:lnTo>
                  <a:lnTo>
                    <a:pt x="69" y="137"/>
                  </a:lnTo>
                  <a:lnTo>
                    <a:pt x="90" y="129"/>
                  </a:lnTo>
                  <a:lnTo>
                    <a:pt x="91" y="113"/>
                  </a:lnTo>
                  <a:lnTo>
                    <a:pt x="101" y="112"/>
                  </a:lnTo>
                  <a:lnTo>
                    <a:pt x="109" y="104"/>
                  </a:lnTo>
                  <a:lnTo>
                    <a:pt x="132" y="100"/>
                  </a:lnTo>
                  <a:lnTo>
                    <a:pt x="135" y="92"/>
                  </a:lnTo>
                  <a:lnTo>
                    <a:pt x="130" y="88"/>
                  </a:lnTo>
                  <a:lnTo>
                    <a:pt x="124" y="66"/>
                  </a:lnTo>
                  <a:lnTo>
                    <a:pt x="123" y="53"/>
                  </a:lnTo>
                  <a:lnTo>
                    <a:pt x="117" y="40"/>
                  </a:lnTo>
                  <a:lnTo>
                    <a:pt x="134" y="29"/>
                  </a:lnTo>
                  <a:lnTo>
                    <a:pt x="152" y="25"/>
                  </a:lnTo>
                  <a:lnTo>
                    <a:pt x="163" y="17"/>
                  </a:lnTo>
                  <a:lnTo>
                    <a:pt x="179" y="11"/>
                  </a:lnTo>
                  <a:lnTo>
                    <a:pt x="209" y="7"/>
                  </a:lnTo>
                  <a:lnTo>
                    <a:pt x="237" y="5"/>
                  </a:lnTo>
                  <a:lnTo>
                    <a:pt x="246" y="8"/>
                  </a:lnTo>
                  <a:lnTo>
                    <a:pt x="262" y="0"/>
                  </a:lnTo>
                  <a:lnTo>
                    <a:pt x="280" y="0"/>
                  </a:lnTo>
                  <a:lnTo>
                    <a:pt x="287" y="5"/>
                  </a:lnTo>
                  <a:lnTo>
                    <a:pt x="299" y="3"/>
                  </a:lnTo>
                  <a:lnTo>
                    <a:pt x="296" y="14"/>
                  </a:lnTo>
                  <a:lnTo>
                    <a:pt x="299" y="34"/>
                  </a:lnTo>
                  <a:lnTo>
                    <a:pt x="295" y="51"/>
                  </a:lnTo>
                  <a:lnTo>
                    <a:pt x="285" y="62"/>
                  </a:lnTo>
                  <a:lnTo>
                    <a:pt x="287" y="78"/>
                  </a:lnTo>
                  <a:lnTo>
                    <a:pt x="302" y="90"/>
                  </a:lnTo>
                  <a:lnTo>
                    <a:pt x="302" y="95"/>
                  </a:lnTo>
                  <a:lnTo>
                    <a:pt x="313" y="104"/>
                  </a:lnTo>
                  <a:lnTo>
                    <a:pt x="321" y="141"/>
                  </a:lnTo>
                  <a:lnTo>
                    <a:pt x="327" y="159"/>
                  </a:lnTo>
                  <a:lnTo>
                    <a:pt x="329" y="169"/>
                  </a:lnTo>
                  <a:lnTo>
                    <a:pt x="326" y="186"/>
                  </a:lnTo>
                  <a:lnTo>
                    <a:pt x="327" y="195"/>
                  </a:lnTo>
                  <a:lnTo>
                    <a:pt x="325" y="207"/>
                  </a:lnTo>
                  <a:lnTo>
                    <a:pt x="327" y="220"/>
                  </a:lnTo>
                  <a:lnTo>
                    <a:pt x="320" y="228"/>
                  </a:lnTo>
                  <a:lnTo>
                    <a:pt x="331" y="244"/>
                  </a:lnTo>
                  <a:lnTo>
                    <a:pt x="332" y="252"/>
                  </a:lnTo>
                  <a:lnTo>
                    <a:pt x="339" y="264"/>
                  </a:lnTo>
                  <a:lnTo>
                    <a:pt x="347" y="260"/>
                  </a:lnTo>
                  <a:lnTo>
                    <a:pt x="361" y="270"/>
                  </a:lnTo>
                  <a:lnTo>
                    <a:pt x="369" y="28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4" name="Freeform 57">
              <a:extLst>
                <a:ext uri="{FF2B5EF4-FFF2-40B4-BE49-F238E27FC236}">
                  <a16:creationId xmlns:a16="http://schemas.microsoft.com/office/drawing/2014/main" id="{651BB47A-BC6B-A847-4427-4EC6BC14D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239" y="3863975"/>
              <a:ext cx="166688" cy="207963"/>
            </a:xfrm>
            <a:custGeom>
              <a:avLst/>
              <a:gdLst>
                <a:gd name="T0" fmla="*/ 13 w 105"/>
                <a:gd name="T1" fmla="*/ 99 h 131"/>
                <a:gd name="T2" fmla="*/ 22 w 105"/>
                <a:gd name="T3" fmla="*/ 84 h 131"/>
                <a:gd name="T4" fmla="*/ 18 w 105"/>
                <a:gd name="T5" fmla="*/ 75 h 131"/>
                <a:gd name="T6" fmla="*/ 11 w 105"/>
                <a:gd name="T7" fmla="*/ 84 h 131"/>
                <a:gd name="T8" fmla="*/ 0 w 105"/>
                <a:gd name="T9" fmla="*/ 75 h 131"/>
                <a:gd name="T10" fmla="*/ 4 w 105"/>
                <a:gd name="T11" fmla="*/ 69 h 131"/>
                <a:gd name="T12" fmla="*/ 0 w 105"/>
                <a:gd name="T13" fmla="*/ 50 h 131"/>
                <a:gd name="T14" fmla="*/ 7 w 105"/>
                <a:gd name="T15" fmla="*/ 47 h 131"/>
                <a:gd name="T16" fmla="*/ 10 w 105"/>
                <a:gd name="T17" fmla="*/ 34 h 131"/>
                <a:gd name="T18" fmla="*/ 17 w 105"/>
                <a:gd name="T19" fmla="*/ 21 h 131"/>
                <a:gd name="T20" fmla="*/ 16 w 105"/>
                <a:gd name="T21" fmla="*/ 12 h 131"/>
                <a:gd name="T22" fmla="*/ 26 w 105"/>
                <a:gd name="T23" fmla="*/ 8 h 131"/>
                <a:gd name="T24" fmla="*/ 39 w 105"/>
                <a:gd name="T25" fmla="*/ 0 h 131"/>
                <a:gd name="T26" fmla="*/ 57 w 105"/>
                <a:gd name="T27" fmla="*/ 12 h 131"/>
                <a:gd name="T28" fmla="*/ 60 w 105"/>
                <a:gd name="T29" fmla="*/ 11 h 131"/>
                <a:gd name="T30" fmla="*/ 65 w 105"/>
                <a:gd name="T31" fmla="*/ 20 h 131"/>
                <a:gd name="T32" fmla="*/ 80 w 105"/>
                <a:gd name="T33" fmla="*/ 23 h 131"/>
                <a:gd name="T34" fmla="*/ 86 w 105"/>
                <a:gd name="T35" fmla="*/ 20 h 131"/>
                <a:gd name="T36" fmla="*/ 95 w 105"/>
                <a:gd name="T37" fmla="*/ 27 h 131"/>
                <a:gd name="T38" fmla="*/ 102 w 105"/>
                <a:gd name="T39" fmla="*/ 31 h 131"/>
                <a:gd name="T40" fmla="*/ 105 w 105"/>
                <a:gd name="T41" fmla="*/ 47 h 131"/>
                <a:gd name="T42" fmla="*/ 99 w 105"/>
                <a:gd name="T43" fmla="*/ 61 h 131"/>
                <a:gd name="T44" fmla="*/ 80 w 105"/>
                <a:gd name="T45" fmla="*/ 83 h 131"/>
                <a:gd name="T46" fmla="*/ 58 w 105"/>
                <a:gd name="T47" fmla="*/ 91 h 131"/>
                <a:gd name="T48" fmla="*/ 47 w 105"/>
                <a:gd name="T49" fmla="*/ 109 h 131"/>
                <a:gd name="T50" fmla="*/ 44 w 105"/>
                <a:gd name="T51" fmla="*/ 123 h 131"/>
                <a:gd name="T52" fmla="*/ 34 w 105"/>
                <a:gd name="T53" fmla="*/ 131 h 131"/>
                <a:gd name="T54" fmla="*/ 26 w 105"/>
                <a:gd name="T55" fmla="*/ 121 h 131"/>
                <a:gd name="T56" fmla="*/ 18 w 105"/>
                <a:gd name="T57" fmla="*/ 119 h 131"/>
                <a:gd name="T58" fmla="*/ 10 w 105"/>
                <a:gd name="T59" fmla="*/ 120 h 131"/>
                <a:gd name="T60" fmla="*/ 10 w 105"/>
                <a:gd name="T61" fmla="*/ 113 h 131"/>
                <a:gd name="T62" fmla="*/ 15 w 105"/>
                <a:gd name="T63" fmla="*/ 108 h 131"/>
                <a:gd name="T64" fmla="*/ 13 w 105"/>
                <a:gd name="T65" fmla="*/ 9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5" h="131">
                  <a:moveTo>
                    <a:pt x="13" y="99"/>
                  </a:moveTo>
                  <a:lnTo>
                    <a:pt x="22" y="84"/>
                  </a:lnTo>
                  <a:lnTo>
                    <a:pt x="18" y="75"/>
                  </a:lnTo>
                  <a:lnTo>
                    <a:pt x="11" y="84"/>
                  </a:lnTo>
                  <a:lnTo>
                    <a:pt x="0" y="75"/>
                  </a:lnTo>
                  <a:lnTo>
                    <a:pt x="4" y="69"/>
                  </a:lnTo>
                  <a:lnTo>
                    <a:pt x="0" y="50"/>
                  </a:lnTo>
                  <a:lnTo>
                    <a:pt x="7" y="47"/>
                  </a:lnTo>
                  <a:lnTo>
                    <a:pt x="10" y="34"/>
                  </a:lnTo>
                  <a:lnTo>
                    <a:pt x="17" y="21"/>
                  </a:lnTo>
                  <a:lnTo>
                    <a:pt x="16" y="12"/>
                  </a:lnTo>
                  <a:lnTo>
                    <a:pt x="26" y="8"/>
                  </a:lnTo>
                  <a:lnTo>
                    <a:pt x="39" y="0"/>
                  </a:lnTo>
                  <a:lnTo>
                    <a:pt x="57" y="12"/>
                  </a:lnTo>
                  <a:lnTo>
                    <a:pt x="60" y="11"/>
                  </a:lnTo>
                  <a:lnTo>
                    <a:pt x="65" y="20"/>
                  </a:lnTo>
                  <a:lnTo>
                    <a:pt x="80" y="23"/>
                  </a:lnTo>
                  <a:lnTo>
                    <a:pt x="86" y="20"/>
                  </a:lnTo>
                  <a:lnTo>
                    <a:pt x="95" y="27"/>
                  </a:lnTo>
                  <a:lnTo>
                    <a:pt x="102" y="31"/>
                  </a:lnTo>
                  <a:lnTo>
                    <a:pt x="105" y="47"/>
                  </a:lnTo>
                  <a:lnTo>
                    <a:pt x="99" y="61"/>
                  </a:lnTo>
                  <a:lnTo>
                    <a:pt x="80" y="83"/>
                  </a:lnTo>
                  <a:lnTo>
                    <a:pt x="58" y="91"/>
                  </a:lnTo>
                  <a:lnTo>
                    <a:pt x="47" y="109"/>
                  </a:lnTo>
                  <a:lnTo>
                    <a:pt x="44" y="123"/>
                  </a:lnTo>
                  <a:lnTo>
                    <a:pt x="34" y="131"/>
                  </a:lnTo>
                  <a:lnTo>
                    <a:pt x="26" y="121"/>
                  </a:lnTo>
                  <a:lnTo>
                    <a:pt x="18" y="119"/>
                  </a:lnTo>
                  <a:lnTo>
                    <a:pt x="10" y="120"/>
                  </a:lnTo>
                  <a:lnTo>
                    <a:pt x="10" y="113"/>
                  </a:lnTo>
                  <a:lnTo>
                    <a:pt x="15" y="108"/>
                  </a:lnTo>
                  <a:lnTo>
                    <a:pt x="13" y="9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5" name="Freeform 58">
              <a:extLst>
                <a:ext uri="{FF2B5EF4-FFF2-40B4-BE49-F238E27FC236}">
                  <a16:creationId xmlns:a16="http://schemas.microsoft.com/office/drawing/2014/main" id="{01F63032-C4E3-B3CE-5FB8-A653974D9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414" y="2867025"/>
              <a:ext cx="361950" cy="315913"/>
            </a:xfrm>
            <a:custGeom>
              <a:avLst/>
              <a:gdLst>
                <a:gd name="T0" fmla="*/ 181 w 228"/>
                <a:gd name="T1" fmla="*/ 44 h 199"/>
                <a:gd name="T2" fmla="*/ 177 w 228"/>
                <a:gd name="T3" fmla="*/ 52 h 199"/>
                <a:gd name="T4" fmla="*/ 175 w 228"/>
                <a:gd name="T5" fmla="*/ 68 h 199"/>
                <a:gd name="T6" fmla="*/ 171 w 228"/>
                <a:gd name="T7" fmla="*/ 79 h 199"/>
                <a:gd name="T8" fmla="*/ 167 w 228"/>
                <a:gd name="T9" fmla="*/ 82 h 199"/>
                <a:gd name="T10" fmla="*/ 160 w 228"/>
                <a:gd name="T11" fmla="*/ 75 h 199"/>
                <a:gd name="T12" fmla="*/ 152 w 228"/>
                <a:gd name="T13" fmla="*/ 66 h 199"/>
                <a:gd name="T14" fmla="*/ 137 w 228"/>
                <a:gd name="T15" fmla="*/ 36 h 199"/>
                <a:gd name="T16" fmla="*/ 135 w 228"/>
                <a:gd name="T17" fmla="*/ 38 h 199"/>
                <a:gd name="T18" fmla="*/ 144 w 228"/>
                <a:gd name="T19" fmla="*/ 60 h 199"/>
                <a:gd name="T20" fmla="*/ 157 w 228"/>
                <a:gd name="T21" fmla="*/ 81 h 199"/>
                <a:gd name="T22" fmla="*/ 173 w 228"/>
                <a:gd name="T23" fmla="*/ 113 h 199"/>
                <a:gd name="T24" fmla="*/ 180 w 228"/>
                <a:gd name="T25" fmla="*/ 125 h 199"/>
                <a:gd name="T26" fmla="*/ 187 w 228"/>
                <a:gd name="T27" fmla="*/ 136 h 199"/>
                <a:gd name="T28" fmla="*/ 204 w 228"/>
                <a:gd name="T29" fmla="*/ 159 h 199"/>
                <a:gd name="T30" fmla="*/ 201 w 228"/>
                <a:gd name="T31" fmla="*/ 163 h 199"/>
                <a:gd name="T32" fmla="*/ 203 w 228"/>
                <a:gd name="T33" fmla="*/ 176 h 199"/>
                <a:gd name="T34" fmla="*/ 225 w 228"/>
                <a:gd name="T35" fmla="*/ 195 h 199"/>
                <a:gd name="T36" fmla="*/ 228 w 228"/>
                <a:gd name="T37" fmla="*/ 199 h 199"/>
                <a:gd name="T38" fmla="*/ 157 w 228"/>
                <a:gd name="T39" fmla="*/ 199 h 199"/>
                <a:gd name="T40" fmla="*/ 87 w 228"/>
                <a:gd name="T41" fmla="*/ 199 h 199"/>
                <a:gd name="T42" fmla="*/ 15 w 228"/>
                <a:gd name="T43" fmla="*/ 199 h 199"/>
                <a:gd name="T44" fmla="*/ 11 w 228"/>
                <a:gd name="T45" fmla="*/ 123 h 199"/>
                <a:gd name="T46" fmla="*/ 6 w 228"/>
                <a:gd name="T47" fmla="*/ 49 h 199"/>
                <a:gd name="T48" fmla="*/ 0 w 228"/>
                <a:gd name="T49" fmla="*/ 32 h 199"/>
                <a:gd name="T50" fmla="*/ 4 w 228"/>
                <a:gd name="T51" fmla="*/ 19 h 199"/>
                <a:gd name="T52" fmla="*/ 1 w 228"/>
                <a:gd name="T53" fmla="*/ 11 h 199"/>
                <a:gd name="T54" fmla="*/ 6 w 228"/>
                <a:gd name="T55" fmla="*/ 1 h 199"/>
                <a:gd name="T56" fmla="*/ 29 w 228"/>
                <a:gd name="T57" fmla="*/ 0 h 199"/>
                <a:gd name="T58" fmla="*/ 47 w 228"/>
                <a:gd name="T59" fmla="*/ 6 h 199"/>
                <a:gd name="T60" fmla="*/ 65 w 228"/>
                <a:gd name="T61" fmla="*/ 12 h 199"/>
                <a:gd name="T62" fmla="*/ 73 w 228"/>
                <a:gd name="T63" fmla="*/ 15 h 199"/>
                <a:gd name="T64" fmla="*/ 86 w 228"/>
                <a:gd name="T65" fmla="*/ 9 h 199"/>
                <a:gd name="T66" fmla="*/ 93 w 228"/>
                <a:gd name="T67" fmla="*/ 3 h 199"/>
                <a:gd name="T68" fmla="*/ 108 w 228"/>
                <a:gd name="T69" fmla="*/ 1 h 199"/>
                <a:gd name="T70" fmla="*/ 121 w 228"/>
                <a:gd name="T71" fmla="*/ 4 h 199"/>
                <a:gd name="T72" fmla="*/ 126 w 228"/>
                <a:gd name="T73" fmla="*/ 14 h 199"/>
                <a:gd name="T74" fmla="*/ 130 w 228"/>
                <a:gd name="T75" fmla="*/ 7 h 199"/>
                <a:gd name="T76" fmla="*/ 144 w 228"/>
                <a:gd name="T77" fmla="*/ 12 h 199"/>
                <a:gd name="T78" fmla="*/ 158 w 228"/>
                <a:gd name="T79" fmla="*/ 13 h 199"/>
                <a:gd name="T80" fmla="*/ 166 w 228"/>
                <a:gd name="T81" fmla="*/ 8 h 199"/>
                <a:gd name="T82" fmla="*/ 181 w 228"/>
                <a:gd name="T83" fmla="*/ 44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28" h="199">
                  <a:moveTo>
                    <a:pt x="181" y="44"/>
                  </a:moveTo>
                  <a:lnTo>
                    <a:pt x="177" y="52"/>
                  </a:lnTo>
                  <a:lnTo>
                    <a:pt x="175" y="68"/>
                  </a:lnTo>
                  <a:lnTo>
                    <a:pt x="171" y="79"/>
                  </a:lnTo>
                  <a:lnTo>
                    <a:pt x="167" y="82"/>
                  </a:lnTo>
                  <a:lnTo>
                    <a:pt x="160" y="75"/>
                  </a:lnTo>
                  <a:lnTo>
                    <a:pt x="152" y="66"/>
                  </a:lnTo>
                  <a:lnTo>
                    <a:pt x="137" y="36"/>
                  </a:lnTo>
                  <a:lnTo>
                    <a:pt x="135" y="38"/>
                  </a:lnTo>
                  <a:lnTo>
                    <a:pt x="144" y="60"/>
                  </a:lnTo>
                  <a:lnTo>
                    <a:pt x="157" y="81"/>
                  </a:lnTo>
                  <a:lnTo>
                    <a:pt x="173" y="113"/>
                  </a:lnTo>
                  <a:lnTo>
                    <a:pt x="180" y="125"/>
                  </a:lnTo>
                  <a:lnTo>
                    <a:pt x="187" y="136"/>
                  </a:lnTo>
                  <a:lnTo>
                    <a:pt x="204" y="159"/>
                  </a:lnTo>
                  <a:lnTo>
                    <a:pt x="201" y="163"/>
                  </a:lnTo>
                  <a:lnTo>
                    <a:pt x="203" y="176"/>
                  </a:lnTo>
                  <a:lnTo>
                    <a:pt x="225" y="195"/>
                  </a:lnTo>
                  <a:lnTo>
                    <a:pt x="228" y="199"/>
                  </a:lnTo>
                  <a:lnTo>
                    <a:pt x="157" y="199"/>
                  </a:lnTo>
                  <a:lnTo>
                    <a:pt x="87" y="199"/>
                  </a:lnTo>
                  <a:lnTo>
                    <a:pt x="15" y="199"/>
                  </a:lnTo>
                  <a:lnTo>
                    <a:pt x="11" y="123"/>
                  </a:lnTo>
                  <a:lnTo>
                    <a:pt x="6" y="49"/>
                  </a:lnTo>
                  <a:lnTo>
                    <a:pt x="0" y="32"/>
                  </a:lnTo>
                  <a:lnTo>
                    <a:pt x="4" y="19"/>
                  </a:lnTo>
                  <a:lnTo>
                    <a:pt x="1" y="11"/>
                  </a:lnTo>
                  <a:lnTo>
                    <a:pt x="6" y="1"/>
                  </a:lnTo>
                  <a:lnTo>
                    <a:pt x="29" y="0"/>
                  </a:lnTo>
                  <a:lnTo>
                    <a:pt x="47" y="6"/>
                  </a:lnTo>
                  <a:lnTo>
                    <a:pt x="65" y="12"/>
                  </a:lnTo>
                  <a:lnTo>
                    <a:pt x="73" y="15"/>
                  </a:lnTo>
                  <a:lnTo>
                    <a:pt x="86" y="9"/>
                  </a:lnTo>
                  <a:lnTo>
                    <a:pt x="93" y="3"/>
                  </a:lnTo>
                  <a:lnTo>
                    <a:pt x="108" y="1"/>
                  </a:lnTo>
                  <a:lnTo>
                    <a:pt x="121" y="4"/>
                  </a:lnTo>
                  <a:lnTo>
                    <a:pt x="126" y="14"/>
                  </a:lnTo>
                  <a:lnTo>
                    <a:pt x="130" y="7"/>
                  </a:lnTo>
                  <a:lnTo>
                    <a:pt x="144" y="12"/>
                  </a:lnTo>
                  <a:lnTo>
                    <a:pt x="158" y="13"/>
                  </a:lnTo>
                  <a:lnTo>
                    <a:pt x="166" y="8"/>
                  </a:lnTo>
                  <a:lnTo>
                    <a:pt x="181" y="4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6" name="Freeform 59">
              <a:extLst>
                <a:ext uri="{FF2B5EF4-FFF2-40B4-BE49-F238E27FC236}">
                  <a16:creationId xmlns:a16="http://schemas.microsoft.com/office/drawing/2014/main" id="{49F4119A-F812-DC2A-0392-2DDF1F87D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3189" y="3316287"/>
              <a:ext cx="198438" cy="182563"/>
            </a:xfrm>
            <a:custGeom>
              <a:avLst/>
              <a:gdLst>
                <a:gd name="T0" fmla="*/ 112 w 125"/>
                <a:gd name="T1" fmla="*/ 113 h 115"/>
                <a:gd name="T2" fmla="*/ 106 w 125"/>
                <a:gd name="T3" fmla="*/ 106 h 115"/>
                <a:gd name="T4" fmla="*/ 98 w 125"/>
                <a:gd name="T5" fmla="*/ 94 h 115"/>
                <a:gd name="T6" fmla="*/ 89 w 125"/>
                <a:gd name="T7" fmla="*/ 87 h 115"/>
                <a:gd name="T8" fmla="*/ 84 w 125"/>
                <a:gd name="T9" fmla="*/ 80 h 115"/>
                <a:gd name="T10" fmla="*/ 68 w 125"/>
                <a:gd name="T11" fmla="*/ 72 h 115"/>
                <a:gd name="T12" fmla="*/ 56 w 125"/>
                <a:gd name="T13" fmla="*/ 71 h 115"/>
                <a:gd name="T14" fmla="*/ 51 w 125"/>
                <a:gd name="T15" fmla="*/ 67 h 115"/>
                <a:gd name="T16" fmla="*/ 41 w 125"/>
                <a:gd name="T17" fmla="*/ 72 h 115"/>
                <a:gd name="T18" fmla="*/ 29 w 125"/>
                <a:gd name="T19" fmla="*/ 63 h 115"/>
                <a:gd name="T20" fmla="*/ 24 w 125"/>
                <a:gd name="T21" fmla="*/ 78 h 115"/>
                <a:gd name="T22" fmla="*/ 3 w 125"/>
                <a:gd name="T23" fmla="*/ 74 h 115"/>
                <a:gd name="T24" fmla="*/ 0 w 125"/>
                <a:gd name="T25" fmla="*/ 65 h 115"/>
                <a:gd name="T26" fmla="*/ 7 w 125"/>
                <a:gd name="T27" fmla="*/ 35 h 115"/>
                <a:gd name="T28" fmla="*/ 8 w 125"/>
                <a:gd name="T29" fmla="*/ 21 h 115"/>
                <a:gd name="T30" fmla="*/ 13 w 125"/>
                <a:gd name="T31" fmla="*/ 15 h 115"/>
                <a:gd name="T32" fmla="*/ 27 w 125"/>
                <a:gd name="T33" fmla="*/ 11 h 115"/>
                <a:gd name="T34" fmla="*/ 35 w 125"/>
                <a:gd name="T35" fmla="*/ 0 h 115"/>
                <a:gd name="T36" fmla="*/ 47 w 125"/>
                <a:gd name="T37" fmla="*/ 23 h 115"/>
                <a:gd name="T38" fmla="*/ 53 w 125"/>
                <a:gd name="T39" fmla="*/ 43 h 115"/>
                <a:gd name="T40" fmla="*/ 63 w 125"/>
                <a:gd name="T41" fmla="*/ 53 h 115"/>
                <a:gd name="T42" fmla="*/ 89 w 125"/>
                <a:gd name="T43" fmla="*/ 72 h 115"/>
                <a:gd name="T44" fmla="*/ 100 w 125"/>
                <a:gd name="T45" fmla="*/ 84 h 115"/>
                <a:gd name="T46" fmla="*/ 110 w 125"/>
                <a:gd name="T47" fmla="*/ 96 h 115"/>
                <a:gd name="T48" fmla="*/ 116 w 125"/>
                <a:gd name="T49" fmla="*/ 103 h 115"/>
                <a:gd name="T50" fmla="*/ 125 w 125"/>
                <a:gd name="T51" fmla="*/ 110 h 115"/>
                <a:gd name="T52" fmla="*/ 120 w 125"/>
                <a:gd name="T53" fmla="*/ 115 h 115"/>
                <a:gd name="T54" fmla="*/ 112 w 125"/>
                <a:gd name="T55" fmla="*/ 11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5" h="115">
                  <a:moveTo>
                    <a:pt x="112" y="113"/>
                  </a:moveTo>
                  <a:lnTo>
                    <a:pt x="106" y="106"/>
                  </a:lnTo>
                  <a:lnTo>
                    <a:pt x="98" y="94"/>
                  </a:lnTo>
                  <a:lnTo>
                    <a:pt x="89" y="87"/>
                  </a:lnTo>
                  <a:lnTo>
                    <a:pt x="84" y="80"/>
                  </a:lnTo>
                  <a:lnTo>
                    <a:pt x="68" y="72"/>
                  </a:lnTo>
                  <a:lnTo>
                    <a:pt x="56" y="71"/>
                  </a:lnTo>
                  <a:lnTo>
                    <a:pt x="51" y="67"/>
                  </a:lnTo>
                  <a:lnTo>
                    <a:pt x="41" y="72"/>
                  </a:lnTo>
                  <a:lnTo>
                    <a:pt x="29" y="63"/>
                  </a:lnTo>
                  <a:lnTo>
                    <a:pt x="24" y="78"/>
                  </a:lnTo>
                  <a:lnTo>
                    <a:pt x="3" y="74"/>
                  </a:lnTo>
                  <a:lnTo>
                    <a:pt x="0" y="65"/>
                  </a:lnTo>
                  <a:lnTo>
                    <a:pt x="7" y="35"/>
                  </a:lnTo>
                  <a:lnTo>
                    <a:pt x="8" y="21"/>
                  </a:lnTo>
                  <a:lnTo>
                    <a:pt x="13" y="15"/>
                  </a:lnTo>
                  <a:lnTo>
                    <a:pt x="27" y="11"/>
                  </a:lnTo>
                  <a:lnTo>
                    <a:pt x="35" y="0"/>
                  </a:lnTo>
                  <a:lnTo>
                    <a:pt x="47" y="23"/>
                  </a:lnTo>
                  <a:lnTo>
                    <a:pt x="53" y="43"/>
                  </a:lnTo>
                  <a:lnTo>
                    <a:pt x="63" y="53"/>
                  </a:lnTo>
                  <a:lnTo>
                    <a:pt x="89" y="72"/>
                  </a:lnTo>
                  <a:lnTo>
                    <a:pt x="100" y="84"/>
                  </a:lnTo>
                  <a:lnTo>
                    <a:pt x="110" y="96"/>
                  </a:lnTo>
                  <a:lnTo>
                    <a:pt x="116" y="103"/>
                  </a:lnTo>
                  <a:lnTo>
                    <a:pt x="125" y="110"/>
                  </a:lnTo>
                  <a:lnTo>
                    <a:pt x="120" y="115"/>
                  </a:lnTo>
                  <a:lnTo>
                    <a:pt x="112" y="11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7" name="Freeform 60">
              <a:extLst>
                <a:ext uri="{FF2B5EF4-FFF2-40B4-BE49-F238E27FC236}">
                  <a16:creationId xmlns:a16="http://schemas.microsoft.com/office/drawing/2014/main" id="{84D56446-9838-1C23-7111-39350F0F7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202" y="2468562"/>
              <a:ext cx="328613" cy="255588"/>
            </a:xfrm>
            <a:custGeom>
              <a:avLst/>
              <a:gdLst>
                <a:gd name="T0" fmla="*/ 5 w 207"/>
                <a:gd name="T1" fmla="*/ 39 h 161"/>
                <a:gd name="T2" fmla="*/ 6 w 207"/>
                <a:gd name="T3" fmla="*/ 24 h 161"/>
                <a:gd name="T4" fmla="*/ 0 w 207"/>
                <a:gd name="T5" fmla="*/ 15 h 161"/>
                <a:gd name="T6" fmla="*/ 24 w 207"/>
                <a:gd name="T7" fmla="*/ 0 h 161"/>
                <a:gd name="T8" fmla="*/ 44 w 207"/>
                <a:gd name="T9" fmla="*/ 4 h 161"/>
                <a:gd name="T10" fmla="*/ 66 w 207"/>
                <a:gd name="T11" fmla="*/ 4 h 161"/>
                <a:gd name="T12" fmla="*/ 84 w 207"/>
                <a:gd name="T13" fmla="*/ 7 h 161"/>
                <a:gd name="T14" fmla="*/ 98 w 207"/>
                <a:gd name="T15" fmla="*/ 6 h 161"/>
                <a:gd name="T16" fmla="*/ 125 w 207"/>
                <a:gd name="T17" fmla="*/ 7 h 161"/>
                <a:gd name="T18" fmla="*/ 131 w 207"/>
                <a:gd name="T19" fmla="*/ 15 h 161"/>
                <a:gd name="T20" fmla="*/ 162 w 207"/>
                <a:gd name="T21" fmla="*/ 24 h 161"/>
                <a:gd name="T22" fmla="*/ 168 w 207"/>
                <a:gd name="T23" fmla="*/ 20 h 161"/>
                <a:gd name="T24" fmla="*/ 187 w 207"/>
                <a:gd name="T25" fmla="*/ 29 h 161"/>
                <a:gd name="T26" fmla="*/ 206 w 207"/>
                <a:gd name="T27" fmla="*/ 27 h 161"/>
                <a:gd name="T28" fmla="*/ 207 w 207"/>
                <a:gd name="T29" fmla="*/ 38 h 161"/>
                <a:gd name="T30" fmla="*/ 191 w 207"/>
                <a:gd name="T31" fmla="*/ 52 h 161"/>
                <a:gd name="T32" fmla="*/ 170 w 207"/>
                <a:gd name="T33" fmla="*/ 57 h 161"/>
                <a:gd name="T34" fmla="*/ 169 w 207"/>
                <a:gd name="T35" fmla="*/ 63 h 161"/>
                <a:gd name="T36" fmla="*/ 158 w 207"/>
                <a:gd name="T37" fmla="*/ 75 h 161"/>
                <a:gd name="T38" fmla="*/ 152 w 207"/>
                <a:gd name="T39" fmla="*/ 92 h 161"/>
                <a:gd name="T40" fmla="*/ 158 w 207"/>
                <a:gd name="T41" fmla="*/ 103 h 161"/>
                <a:gd name="T42" fmla="*/ 148 w 207"/>
                <a:gd name="T43" fmla="*/ 113 h 161"/>
                <a:gd name="T44" fmla="*/ 145 w 207"/>
                <a:gd name="T45" fmla="*/ 126 h 161"/>
                <a:gd name="T46" fmla="*/ 132 w 207"/>
                <a:gd name="T47" fmla="*/ 130 h 161"/>
                <a:gd name="T48" fmla="*/ 119 w 207"/>
                <a:gd name="T49" fmla="*/ 146 h 161"/>
                <a:gd name="T50" fmla="*/ 98 w 207"/>
                <a:gd name="T51" fmla="*/ 146 h 161"/>
                <a:gd name="T52" fmla="*/ 81 w 207"/>
                <a:gd name="T53" fmla="*/ 146 h 161"/>
                <a:gd name="T54" fmla="*/ 70 w 207"/>
                <a:gd name="T55" fmla="*/ 153 h 161"/>
                <a:gd name="T56" fmla="*/ 64 w 207"/>
                <a:gd name="T57" fmla="*/ 161 h 161"/>
                <a:gd name="T58" fmla="*/ 55 w 207"/>
                <a:gd name="T59" fmla="*/ 159 h 161"/>
                <a:gd name="T60" fmla="*/ 49 w 207"/>
                <a:gd name="T61" fmla="*/ 152 h 161"/>
                <a:gd name="T62" fmla="*/ 44 w 207"/>
                <a:gd name="T63" fmla="*/ 140 h 161"/>
                <a:gd name="T64" fmla="*/ 29 w 207"/>
                <a:gd name="T65" fmla="*/ 137 h 161"/>
                <a:gd name="T66" fmla="*/ 27 w 207"/>
                <a:gd name="T67" fmla="*/ 130 h 161"/>
                <a:gd name="T68" fmla="*/ 34 w 207"/>
                <a:gd name="T69" fmla="*/ 123 h 161"/>
                <a:gd name="T70" fmla="*/ 36 w 207"/>
                <a:gd name="T71" fmla="*/ 117 h 161"/>
                <a:gd name="T72" fmla="*/ 31 w 207"/>
                <a:gd name="T73" fmla="*/ 111 h 161"/>
                <a:gd name="T74" fmla="*/ 36 w 207"/>
                <a:gd name="T75" fmla="*/ 98 h 161"/>
                <a:gd name="T76" fmla="*/ 29 w 207"/>
                <a:gd name="T77" fmla="*/ 85 h 161"/>
                <a:gd name="T78" fmla="*/ 37 w 207"/>
                <a:gd name="T79" fmla="*/ 83 h 161"/>
                <a:gd name="T80" fmla="*/ 37 w 207"/>
                <a:gd name="T81" fmla="*/ 74 h 161"/>
                <a:gd name="T82" fmla="*/ 40 w 207"/>
                <a:gd name="T83" fmla="*/ 71 h 161"/>
                <a:gd name="T84" fmla="*/ 41 w 207"/>
                <a:gd name="T85" fmla="*/ 55 h 161"/>
                <a:gd name="T86" fmla="*/ 49 w 207"/>
                <a:gd name="T87" fmla="*/ 49 h 161"/>
                <a:gd name="T88" fmla="*/ 44 w 207"/>
                <a:gd name="T89" fmla="*/ 39 h 161"/>
                <a:gd name="T90" fmla="*/ 35 w 207"/>
                <a:gd name="T91" fmla="*/ 38 h 161"/>
                <a:gd name="T92" fmla="*/ 32 w 207"/>
                <a:gd name="T93" fmla="*/ 40 h 161"/>
                <a:gd name="T94" fmla="*/ 22 w 207"/>
                <a:gd name="T95" fmla="*/ 40 h 161"/>
                <a:gd name="T96" fmla="*/ 18 w 207"/>
                <a:gd name="T97" fmla="*/ 30 h 161"/>
                <a:gd name="T98" fmla="*/ 11 w 207"/>
                <a:gd name="T99" fmla="*/ 33 h 161"/>
                <a:gd name="T100" fmla="*/ 5 w 207"/>
                <a:gd name="T101" fmla="*/ 3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7" h="161">
                  <a:moveTo>
                    <a:pt x="5" y="39"/>
                  </a:moveTo>
                  <a:lnTo>
                    <a:pt x="6" y="24"/>
                  </a:lnTo>
                  <a:lnTo>
                    <a:pt x="0" y="15"/>
                  </a:lnTo>
                  <a:lnTo>
                    <a:pt x="24" y="0"/>
                  </a:lnTo>
                  <a:lnTo>
                    <a:pt x="44" y="4"/>
                  </a:lnTo>
                  <a:lnTo>
                    <a:pt x="66" y="4"/>
                  </a:lnTo>
                  <a:lnTo>
                    <a:pt x="84" y="7"/>
                  </a:lnTo>
                  <a:lnTo>
                    <a:pt x="98" y="6"/>
                  </a:lnTo>
                  <a:lnTo>
                    <a:pt x="125" y="7"/>
                  </a:lnTo>
                  <a:lnTo>
                    <a:pt x="131" y="15"/>
                  </a:lnTo>
                  <a:lnTo>
                    <a:pt x="162" y="24"/>
                  </a:lnTo>
                  <a:lnTo>
                    <a:pt x="168" y="20"/>
                  </a:lnTo>
                  <a:lnTo>
                    <a:pt x="187" y="29"/>
                  </a:lnTo>
                  <a:lnTo>
                    <a:pt x="206" y="27"/>
                  </a:lnTo>
                  <a:lnTo>
                    <a:pt x="207" y="38"/>
                  </a:lnTo>
                  <a:lnTo>
                    <a:pt x="191" y="52"/>
                  </a:lnTo>
                  <a:lnTo>
                    <a:pt x="170" y="57"/>
                  </a:lnTo>
                  <a:lnTo>
                    <a:pt x="169" y="63"/>
                  </a:lnTo>
                  <a:lnTo>
                    <a:pt x="158" y="75"/>
                  </a:lnTo>
                  <a:lnTo>
                    <a:pt x="152" y="92"/>
                  </a:lnTo>
                  <a:lnTo>
                    <a:pt x="158" y="103"/>
                  </a:lnTo>
                  <a:lnTo>
                    <a:pt x="148" y="113"/>
                  </a:lnTo>
                  <a:lnTo>
                    <a:pt x="145" y="126"/>
                  </a:lnTo>
                  <a:lnTo>
                    <a:pt x="132" y="130"/>
                  </a:lnTo>
                  <a:lnTo>
                    <a:pt x="119" y="146"/>
                  </a:lnTo>
                  <a:lnTo>
                    <a:pt x="98" y="146"/>
                  </a:lnTo>
                  <a:lnTo>
                    <a:pt x="81" y="146"/>
                  </a:lnTo>
                  <a:lnTo>
                    <a:pt x="70" y="153"/>
                  </a:lnTo>
                  <a:lnTo>
                    <a:pt x="64" y="161"/>
                  </a:lnTo>
                  <a:lnTo>
                    <a:pt x="55" y="159"/>
                  </a:lnTo>
                  <a:lnTo>
                    <a:pt x="49" y="152"/>
                  </a:lnTo>
                  <a:lnTo>
                    <a:pt x="44" y="140"/>
                  </a:lnTo>
                  <a:lnTo>
                    <a:pt x="29" y="137"/>
                  </a:lnTo>
                  <a:lnTo>
                    <a:pt x="27" y="130"/>
                  </a:lnTo>
                  <a:lnTo>
                    <a:pt x="34" y="123"/>
                  </a:lnTo>
                  <a:lnTo>
                    <a:pt x="36" y="117"/>
                  </a:lnTo>
                  <a:lnTo>
                    <a:pt x="31" y="111"/>
                  </a:lnTo>
                  <a:lnTo>
                    <a:pt x="36" y="98"/>
                  </a:lnTo>
                  <a:lnTo>
                    <a:pt x="29" y="85"/>
                  </a:lnTo>
                  <a:lnTo>
                    <a:pt x="37" y="83"/>
                  </a:lnTo>
                  <a:lnTo>
                    <a:pt x="37" y="74"/>
                  </a:lnTo>
                  <a:lnTo>
                    <a:pt x="40" y="71"/>
                  </a:lnTo>
                  <a:lnTo>
                    <a:pt x="41" y="55"/>
                  </a:lnTo>
                  <a:lnTo>
                    <a:pt x="49" y="49"/>
                  </a:lnTo>
                  <a:lnTo>
                    <a:pt x="44" y="39"/>
                  </a:lnTo>
                  <a:lnTo>
                    <a:pt x="35" y="38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8" y="30"/>
                  </a:lnTo>
                  <a:lnTo>
                    <a:pt x="11" y="33"/>
                  </a:lnTo>
                  <a:lnTo>
                    <a:pt x="5" y="39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8" name="Freeform 61">
              <a:extLst>
                <a:ext uri="{FF2B5EF4-FFF2-40B4-BE49-F238E27FC236}">
                  <a16:creationId xmlns:a16="http://schemas.microsoft.com/office/drawing/2014/main" id="{DA0ABB59-B222-5172-22A4-F5D6093F0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127" y="1963737"/>
              <a:ext cx="112713" cy="66675"/>
            </a:xfrm>
            <a:custGeom>
              <a:avLst/>
              <a:gdLst>
                <a:gd name="T0" fmla="*/ 19 w 71"/>
                <a:gd name="T1" fmla="*/ 36 h 42"/>
                <a:gd name="T2" fmla="*/ 19 w 71"/>
                <a:gd name="T3" fmla="*/ 24 h 42"/>
                <a:gd name="T4" fmla="*/ 14 w 71"/>
                <a:gd name="T5" fmla="*/ 27 h 42"/>
                <a:gd name="T6" fmla="*/ 3 w 71"/>
                <a:gd name="T7" fmla="*/ 20 h 42"/>
                <a:gd name="T8" fmla="*/ 0 w 71"/>
                <a:gd name="T9" fmla="*/ 9 h 42"/>
                <a:gd name="T10" fmla="*/ 18 w 71"/>
                <a:gd name="T11" fmla="*/ 3 h 42"/>
                <a:gd name="T12" fmla="*/ 36 w 71"/>
                <a:gd name="T13" fmla="*/ 0 h 42"/>
                <a:gd name="T14" fmla="*/ 53 w 71"/>
                <a:gd name="T15" fmla="*/ 4 h 42"/>
                <a:gd name="T16" fmla="*/ 68 w 71"/>
                <a:gd name="T17" fmla="*/ 3 h 42"/>
                <a:gd name="T18" fmla="*/ 71 w 71"/>
                <a:gd name="T19" fmla="*/ 7 h 42"/>
                <a:gd name="T20" fmla="*/ 62 w 71"/>
                <a:gd name="T21" fmla="*/ 18 h 42"/>
                <a:gd name="T22" fmla="*/ 70 w 71"/>
                <a:gd name="T23" fmla="*/ 36 h 42"/>
                <a:gd name="T24" fmla="*/ 65 w 71"/>
                <a:gd name="T25" fmla="*/ 42 h 42"/>
                <a:gd name="T26" fmla="*/ 53 w 71"/>
                <a:gd name="T27" fmla="*/ 42 h 42"/>
                <a:gd name="T28" fmla="*/ 38 w 71"/>
                <a:gd name="T29" fmla="*/ 35 h 42"/>
                <a:gd name="T30" fmla="*/ 31 w 71"/>
                <a:gd name="T31" fmla="*/ 32 h 42"/>
                <a:gd name="T32" fmla="*/ 19 w 71"/>
                <a:gd name="T33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42">
                  <a:moveTo>
                    <a:pt x="19" y="36"/>
                  </a:moveTo>
                  <a:lnTo>
                    <a:pt x="19" y="24"/>
                  </a:lnTo>
                  <a:lnTo>
                    <a:pt x="14" y="27"/>
                  </a:lnTo>
                  <a:lnTo>
                    <a:pt x="3" y="20"/>
                  </a:lnTo>
                  <a:lnTo>
                    <a:pt x="0" y="9"/>
                  </a:lnTo>
                  <a:lnTo>
                    <a:pt x="18" y="3"/>
                  </a:lnTo>
                  <a:lnTo>
                    <a:pt x="36" y="0"/>
                  </a:lnTo>
                  <a:lnTo>
                    <a:pt x="53" y="4"/>
                  </a:lnTo>
                  <a:lnTo>
                    <a:pt x="68" y="3"/>
                  </a:lnTo>
                  <a:lnTo>
                    <a:pt x="71" y="7"/>
                  </a:lnTo>
                  <a:lnTo>
                    <a:pt x="62" y="18"/>
                  </a:lnTo>
                  <a:lnTo>
                    <a:pt x="70" y="36"/>
                  </a:lnTo>
                  <a:lnTo>
                    <a:pt x="65" y="42"/>
                  </a:lnTo>
                  <a:lnTo>
                    <a:pt x="53" y="42"/>
                  </a:lnTo>
                  <a:lnTo>
                    <a:pt x="38" y="35"/>
                  </a:lnTo>
                  <a:lnTo>
                    <a:pt x="31" y="32"/>
                  </a:lnTo>
                  <a:lnTo>
                    <a:pt x="19" y="3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79" name="Freeform 62">
              <a:extLst>
                <a:ext uri="{FF2B5EF4-FFF2-40B4-BE49-F238E27FC236}">
                  <a16:creationId xmlns:a16="http://schemas.microsoft.com/office/drawing/2014/main" id="{E5BC6C8C-3A81-5DAE-2840-527A10AE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2702" y="3416300"/>
              <a:ext cx="431800" cy="379413"/>
            </a:xfrm>
            <a:custGeom>
              <a:avLst/>
              <a:gdLst>
                <a:gd name="T0" fmla="*/ 86 w 272"/>
                <a:gd name="T1" fmla="*/ 0 h 239"/>
                <a:gd name="T2" fmla="*/ 98 w 272"/>
                <a:gd name="T3" fmla="*/ 9 h 239"/>
                <a:gd name="T4" fmla="*/ 108 w 272"/>
                <a:gd name="T5" fmla="*/ 4 h 239"/>
                <a:gd name="T6" fmla="*/ 113 w 272"/>
                <a:gd name="T7" fmla="*/ 8 h 239"/>
                <a:gd name="T8" fmla="*/ 125 w 272"/>
                <a:gd name="T9" fmla="*/ 9 h 239"/>
                <a:gd name="T10" fmla="*/ 141 w 272"/>
                <a:gd name="T11" fmla="*/ 17 h 239"/>
                <a:gd name="T12" fmla="*/ 146 w 272"/>
                <a:gd name="T13" fmla="*/ 24 h 239"/>
                <a:gd name="T14" fmla="*/ 155 w 272"/>
                <a:gd name="T15" fmla="*/ 31 h 239"/>
                <a:gd name="T16" fmla="*/ 163 w 272"/>
                <a:gd name="T17" fmla="*/ 43 h 239"/>
                <a:gd name="T18" fmla="*/ 169 w 272"/>
                <a:gd name="T19" fmla="*/ 50 h 239"/>
                <a:gd name="T20" fmla="*/ 163 w 272"/>
                <a:gd name="T21" fmla="*/ 59 h 239"/>
                <a:gd name="T22" fmla="*/ 157 w 272"/>
                <a:gd name="T23" fmla="*/ 69 h 239"/>
                <a:gd name="T24" fmla="*/ 159 w 272"/>
                <a:gd name="T25" fmla="*/ 75 h 239"/>
                <a:gd name="T26" fmla="*/ 160 w 272"/>
                <a:gd name="T27" fmla="*/ 81 h 239"/>
                <a:gd name="T28" fmla="*/ 170 w 272"/>
                <a:gd name="T29" fmla="*/ 81 h 239"/>
                <a:gd name="T30" fmla="*/ 174 w 272"/>
                <a:gd name="T31" fmla="*/ 80 h 239"/>
                <a:gd name="T32" fmla="*/ 178 w 272"/>
                <a:gd name="T33" fmla="*/ 83 h 239"/>
                <a:gd name="T34" fmla="*/ 175 w 272"/>
                <a:gd name="T35" fmla="*/ 91 h 239"/>
                <a:gd name="T36" fmla="*/ 182 w 272"/>
                <a:gd name="T37" fmla="*/ 102 h 239"/>
                <a:gd name="T38" fmla="*/ 189 w 272"/>
                <a:gd name="T39" fmla="*/ 112 h 239"/>
                <a:gd name="T40" fmla="*/ 196 w 272"/>
                <a:gd name="T41" fmla="*/ 119 h 239"/>
                <a:gd name="T42" fmla="*/ 257 w 272"/>
                <a:gd name="T43" fmla="*/ 144 h 239"/>
                <a:gd name="T44" fmla="*/ 272 w 272"/>
                <a:gd name="T45" fmla="*/ 144 h 239"/>
                <a:gd name="T46" fmla="*/ 222 w 272"/>
                <a:gd name="T47" fmla="*/ 207 h 239"/>
                <a:gd name="T48" fmla="*/ 198 w 272"/>
                <a:gd name="T49" fmla="*/ 207 h 239"/>
                <a:gd name="T50" fmla="*/ 182 w 272"/>
                <a:gd name="T51" fmla="*/ 222 h 239"/>
                <a:gd name="T52" fmla="*/ 170 w 272"/>
                <a:gd name="T53" fmla="*/ 222 h 239"/>
                <a:gd name="T54" fmla="*/ 165 w 272"/>
                <a:gd name="T55" fmla="*/ 229 h 239"/>
                <a:gd name="T56" fmla="*/ 152 w 272"/>
                <a:gd name="T57" fmla="*/ 229 h 239"/>
                <a:gd name="T58" fmla="*/ 145 w 272"/>
                <a:gd name="T59" fmla="*/ 222 h 239"/>
                <a:gd name="T60" fmla="*/ 128 w 272"/>
                <a:gd name="T61" fmla="*/ 231 h 239"/>
                <a:gd name="T62" fmla="*/ 123 w 272"/>
                <a:gd name="T63" fmla="*/ 239 h 239"/>
                <a:gd name="T64" fmla="*/ 111 w 272"/>
                <a:gd name="T65" fmla="*/ 238 h 239"/>
                <a:gd name="T66" fmla="*/ 107 w 272"/>
                <a:gd name="T67" fmla="*/ 235 h 239"/>
                <a:gd name="T68" fmla="*/ 102 w 272"/>
                <a:gd name="T69" fmla="*/ 236 h 239"/>
                <a:gd name="T70" fmla="*/ 96 w 272"/>
                <a:gd name="T71" fmla="*/ 236 h 239"/>
                <a:gd name="T72" fmla="*/ 73 w 272"/>
                <a:gd name="T73" fmla="*/ 218 h 239"/>
                <a:gd name="T74" fmla="*/ 60 w 272"/>
                <a:gd name="T75" fmla="*/ 218 h 239"/>
                <a:gd name="T76" fmla="*/ 54 w 272"/>
                <a:gd name="T77" fmla="*/ 211 h 239"/>
                <a:gd name="T78" fmla="*/ 54 w 272"/>
                <a:gd name="T79" fmla="*/ 200 h 239"/>
                <a:gd name="T80" fmla="*/ 44 w 272"/>
                <a:gd name="T81" fmla="*/ 196 h 239"/>
                <a:gd name="T82" fmla="*/ 33 w 272"/>
                <a:gd name="T83" fmla="*/ 173 h 239"/>
                <a:gd name="T84" fmla="*/ 25 w 272"/>
                <a:gd name="T85" fmla="*/ 169 h 239"/>
                <a:gd name="T86" fmla="*/ 21 w 272"/>
                <a:gd name="T87" fmla="*/ 160 h 239"/>
                <a:gd name="T88" fmla="*/ 12 w 272"/>
                <a:gd name="T89" fmla="*/ 150 h 239"/>
                <a:gd name="T90" fmla="*/ 0 w 272"/>
                <a:gd name="T91" fmla="*/ 149 h 239"/>
                <a:gd name="T92" fmla="*/ 6 w 272"/>
                <a:gd name="T93" fmla="*/ 137 h 239"/>
                <a:gd name="T94" fmla="*/ 16 w 272"/>
                <a:gd name="T95" fmla="*/ 136 h 239"/>
                <a:gd name="T96" fmla="*/ 19 w 272"/>
                <a:gd name="T97" fmla="*/ 130 h 239"/>
                <a:gd name="T98" fmla="*/ 18 w 272"/>
                <a:gd name="T99" fmla="*/ 111 h 239"/>
                <a:gd name="T100" fmla="*/ 23 w 272"/>
                <a:gd name="T101" fmla="*/ 89 h 239"/>
                <a:gd name="T102" fmla="*/ 31 w 272"/>
                <a:gd name="T103" fmla="*/ 84 h 239"/>
                <a:gd name="T104" fmla="*/ 33 w 272"/>
                <a:gd name="T105" fmla="*/ 75 h 239"/>
                <a:gd name="T106" fmla="*/ 40 w 272"/>
                <a:gd name="T107" fmla="*/ 59 h 239"/>
                <a:gd name="T108" fmla="*/ 51 w 272"/>
                <a:gd name="T109" fmla="*/ 49 h 239"/>
                <a:gd name="T110" fmla="*/ 57 w 272"/>
                <a:gd name="T111" fmla="*/ 28 h 239"/>
                <a:gd name="T112" fmla="*/ 60 w 272"/>
                <a:gd name="T113" fmla="*/ 11 h 239"/>
                <a:gd name="T114" fmla="*/ 81 w 272"/>
                <a:gd name="T115" fmla="*/ 15 h 239"/>
                <a:gd name="T116" fmla="*/ 86 w 272"/>
                <a:gd name="T117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2" h="239">
                  <a:moveTo>
                    <a:pt x="86" y="0"/>
                  </a:moveTo>
                  <a:lnTo>
                    <a:pt x="98" y="9"/>
                  </a:lnTo>
                  <a:lnTo>
                    <a:pt x="108" y="4"/>
                  </a:lnTo>
                  <a:lnTo>
                    <a:pt x="113" y="8"/>
                  </a:lnTo>
                  <a:lnTo>
                    <a:pt x="125" y="9"/>
                  </a:lnTo>
                  <a:lnTo>
                    <a:pt x="141" y="17"/>
                  </a:lnTo>
                  <a:lnTo>
                    <a:pt x="146" y="24"/>
                  </a:lnTo>
                  <a:lnTo>
                    <a:pt x="155" y="31"/>
                  </a:lnTo>
                  <a:lnTo>
                    <a:pt x="163" y="43"/>
                  </a:lnTo>
                  <a:lnTo>
                    <a:pt x="169" y="50"/>
                  </a:lnTo>
                  <a:lnTo>
                    <a:pt x="163" y="59"/>
                  </a:lnTo>
                  <a:lnTo>
                    <a:pt x="157" y="69"/>
                  </a:lnTo>
                  <a:lnTo>
                    <a:pt x="159" y="75"/>
                  </a:lnTo>
                  <a:lnTo>
                    <a:pt x="160" y="81"/>
                  </a:lnTo>
                  <a:lnTo>
                    <a:pt x="170" y="81"/>
                  </a:lnTo>
                  <a:lnTo>
                    <a:pt x="174" y="80"/>
                  </a:lnTo>
                  <a:lnTo>
                    <a:pt x="178" y="83"/>
                  </a:lnTo>
                  <a:lnTo>
                    <a:pt x="175" y="91"/>
                  </a:lnTo>
                  <a:lnTo>
                    <a:pt x="182" y="102"/>
                  </a:lnTo>
                  <a:lnTo>
                    <a:pt x="189" y="112"/>
                  </a:lnTo>
                  <a:lnTo>
                    <a:pt x="196" y="119"/>
                  </a:lnTo>
                  <a:lnTo>
                    <a:pt x="257" y="144"/>
                  </a:lnTo>
                  <a:lnTo>
                    <a:pt x="272" y="144"/>
                  </a:lnTo>
                  <a:lnTo>
                    <a:pt x="222" y="207"/>
                  </a:lnTo>
                  <a:lnTo>
                    <a:pt x="198" y="207"/>
                  </a:lnTo>
                  <a:lnTo>
                    <a:pt x="182" y="222"/>
                  </a:lnTo>
                  <a:lnTo>
                    <a:pt x="170" y="222"/>
                  </a:lnTo>
                  <a:lnTo>
                    <a:pt x="165" y="229"/>
                  </a:lnTo>
                  <a:lnTo>
                    <a:pt x="152" y="229"/>
                  </a:lnTo>
                  <a:lnTo>
                    <a:pt x="145" y="222"/>
                  </a:lnTo>
                  <a:lnTo>
                    <a:pt x="128" y="231"/>
                  </a:lnTo>
                  <a:lnTo>
                    <a:pt x="123" y="239"/>
                  </a:lnTo>
                  <a:lnTo>
                    <a:pt x="111" y="238"/>
                  </a:lnTo>
                  <a:lnTo>
                    <a:pt x="107" y="235"/>
                  </a:lnTo>
                  <a:lnTo>
                    <a:pt x="102" y="236"/>
                  </a:lnTo>
                  <a:lnTo>
                    <a:pt x="96" y="236"/>
                  </a:lnTo>
                  <a:lnTo>
                    <a:pt x="73" y="218"/>
                  </a:lnTo>
                  <a:lnTo>
                    <a:pt x="60" y="218"/>
                  </a:lnTo>
                  <a:lnTo>
                    <a:pt x="54" y="211"/>
                  </a:lnTo>
                  <a:lnTo>
                    <a:pt x="54" y="200"/>
                  </a:lnTo>
                  <a:lnTo>
                    <a:pt x="44" y="196"/>
                  </a:lnTo>
                  <a:lnTo>
                    <a:pt x="33" y="173"/>
                  </a:lnTo>
                  <a:lnTo>
                    <a:pt x="25" y="169"/>
                  </a:lnTo>
                  <a:lnTo>
                    <a:pt x="21" y="160"/>
                  </a:lnTo>
                  <a:lnTo>
                    <a:pt x="12" y="150"/>
                  </a:lnTo>
                  <a:lnTo>
                    <a:pt x="0" y="149"/>
                  </a:lnTo>
                  <a:lnTo>
                    <a:pt x="6" y="137"/>
                  </a:lnTo>
                  <a:lnTo>
                    <a:pt x="16" y="136"/>
                  </a:lnTo>
                  <a:lnTo>
                    <a:pt x="19" y="130"/>
                  </a:lnTo>
                  <a:lnTo>
                    <a:pt x="18" y="111"/>
                  </a:lnTo>
                  <a:lnTo>
                    <a:pt x="23" y="89"/>
                  </a:lnTo>
                  <a:lnTo>
                    <a:pt x="31" y="84"/>
                  </a:lnTo>
                  <a:lnTo>
                    <a:pt x="33" y="75"/>
                  </a:lnTo>
                  <a:lnTo>
                    <a:pt x="40" y="59"/>
                  </a:lnTo>
                  <a:lnTo>
                    <a:pt x="51" y="49"/>
                  </a:lnTo>
                  <a:lnTo>
                    <a:pt x="57" y="28"/>
                  </a:lnTo>
                  <a:lnTo>
                    <a:pt x="60" y="11"/>
                  </a:lnTo>
                  <a:lnTo>
                    <a:pt x="81" y="15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0" name="Freeform 63">
              <a:extLst>
                <a:ext uri="{FF2B5EF4-FFF2-40B4-BE49-F238E27FC236}">
                  <a16:creationId xmlns:a16="http://schemas.microsoft.com/office/drawing/2014/main" id="{AFE36418-B39B-1FFC-D89E-529CC88F2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414" y="1657350"/>
              <a:ext cx="279400" cy="300038"/>
            </a:xfrm>
            <a:custGeom>
              <a:avLst/>
              <a:gdLst>
                <a:gd name="T0" fmla="*/ 106 w 176"/>
                <a:gd name="T1" fmla="*/ 19 h 189"/>
                <a:gd name="T2" fmla="*/ 107 w 176"/>
                <a:gd name="T3" fmla="*/ 31 h 189"/>
                <a:gd name="T4" fmla="*/ 131 w 176"/>
                <a:gd name="T5" fmla="*/ 43 h 189"/>
                <a:gd name="T6" fmla="*/ 122 w 176"/>
                <a:gd name="T7" fmla="*/ 56 h 189"/>
                <a:gd name="T8" fmla="*/ 144 w 176"/>
                <a:gd name="T9" fmla="*/ 77 h 189"/>
                <a:gd name="T10" fmla="*/ 138 w 176"/>
                <a:gd name="T11" fmla="*/ 93 h 189"/>
                <a:gd name="T12" fmla="*/ 154 w 176"/>
                <a:gd name="T13" fmla="*/ 106 h 189"/>
                <a:gd name="T14" fmla="*/ 151 w 176"/>
                <a:gd name="T15" fmla="*/ 119 h 189"/>
                <a:gd name="T16" fmla="*/ 176 w 176"/>
                <a:gd name="T17" fmla="*/ 132 h 189"/>
                <a:gd name="T18" fmla="*/ 173 w 176"/>
                <a:gd name="T19" fmla="*/ 141 h 189"/>
                <a:gd name="T20" fmla="*/ 162 w 176"/>
                <a:gd name="T21" fmla="*/ 152 h 189"/>
                <a:gd name="T22" fmla="*/ 136 w 176"/>
                <a:gd name="T23" fmla="*/ 176 h 189"/>
                <a:gd name="T24" fmla="*/ 110 w 176"/>
                <a:gd name="T25" fmla="*/ 178 h 189"/>
                <a:gd name="T26" fmla="*/ 85 w 176"/>
                <a:gd name="T27" fmla="*/ 185 h 189"/>
                <a:gd name="T28" fmla="*/ 62 w 176"/>
                <a:gd name="T29" fmla="*/ 189 h 189"/>
                <a:gd name="T30" fmla="*/ 52 w 176"/>
                <a:gd name="T31" fmla="*/ 179 h 189"/>
                <a:gd name="T32" fmla="*/ 37 w 176"/>
                <a:gd name="T33" fmla="*/ 172 h 189"/>
                <a:gd name="T34" fmla="*/ 37 w 176"/>
                <a:gd name="T35" fmla="*/ 153 h 189"/>
                <a:gd name="T36" fmla="*/ 27 w 176"/>
                <a:gd name="T37" fmla="*/ 136 h 189"/>
                <a:gd name="T38" fmla="*/ 32 w 176"/>
                <a:gd name="T39" fmla="*/ 125 h 189"/>
                <a:gd name="T40" fmla="*/ 43 w 176"/>
                <a:gd name="T41" fmla="*/ 114 h 189"/>
                <a:gd name="T42" fmla="*/ 71 w 176"/>
                <a:gd name="T43" fmla="*/ 93 h 189"/>
                <a:gd name="T44" fmla="*/ 80 w 176"/>
                <a:gd name="T45" fmla="*/ 90 h 189"/>
                <a:gd name="T46" fmla="*/ 76 w 176"/>
                <a:gd name="T47" fmla="*/ 82 h 189"/>
                <a:gd name="T48" fmla="*/ 55 w 176"/>
                <a:gd name="T49" fmla="*/ 73 h 189"/>
                <a:gd name="T50" fmla="*/ 49 w 176"/>
                <a:gd name="T51" fmla="*/ 66 h 189"/>
                <a:gd name="T52" fmla="*/ 43 w 176"/>
                <a:gd name="T53" fmla="*/ 39 h 189"/>
                <a:gd name="T54" fmla="*/ 20 w 176"/>
                <a:gd name="T55" fmla="*/ 27 h 189"/>
                <a:gd name="T56" fmla="*/ 0 w 176"/>
                <a:gd name="T57" fmla="*/ 18 h 189"/>
                <a:gd name="T58" fmla="*/ 7 w 176"/>
                <a:gd name="T59" fmla="*/ 13 h 189"/>
                <a:gd name="T60" fmla="*/ 24 w 176"/>
                <a:gd name="T61" fmla="*/ 22 h 189"/>
                <a:gd name="T62" fmla="*/ 41 w 176"/>
                <a:gd name="T63" fmla="*/ 22 h 189"/>
                <a:gd name="T64" fmla="*/ 56 w 176"/>
                <a:gd name="T65" fmla="*/ 26 h 189"/>
                <a:gd name="T66" fmla="*/ 67 w 176"/>
                <a:gd name="T67" fmla="*/ 18 h 189"/>
                <a:gd name="T68" fmla="*/ 71 w 176"/>
                <a:gd name="T69" fmla="*/ 5 h 189"/>
                <a:gd name="T70" fmla="*/ 90 w 176"/>
                <a:gd name="T71" fmla="*/ 0 h 189"/>
                <a:gd name="T72" fmla="*/ 108 w 176"/>
                <a:gd name="T73" fmla="*/ 6 h 189"/>
                <a:gd name="T74" fmla="*/ 106 w 176"/>
                <a:gd name="T75" fmla="*/ 1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6" h="189">
                  <a:moveTo>
                    <a:pt x="106" y="19"/>
                  </a:moveTo>
                  <a:lnTo>
                    <a:pt x="107" y="31"/>
                  </a:lnTo>
                  <a:lnTo>
                    <a:pt x="131" y="43"/>
                  </a:lnTo>
                  <a:lnTo>
                    <a:pt x="122" y="56"/>
                  </a:lnTo>
                  <a:lnTo>
                    <a:pt x="144" y="77"/>
                  </a:lnTo>
                  <a:lnTo>
                    <a:pt x="138" y="93"/>
                  </a:lnTo>
                  <a:lnTo>
                    <a:pt x="154" y="106"/>
                  </a:lnTo>
                  <a:lnTo>
                    <a:pt x="151" y="119"/>
                  </a:lnTo>
                  <a:lnTo>
                    <a:pt x="176" y="132"/>
                  </a:lnTo>
                  <a:lnTo>
                    <a:pt x="173" y="141"/>
                  </a:lnTo>
                  <a:lnTo>
                    <a:pt x="162" y="152"/>
                  </a:lnTo>
                  <a:lnTo>
                    <a:pt x="136" y="176"/>
                  </a:lnTo>
                  <a:lnTo>
                    <a:pt x="110" y="178"/>
                  </a:lnTo>
                  <a:lnTo>
                    <a:pt x="85" y="185"/>
                  </a:lnTo>
                  <a:lnTo>
                    <a:pt x="62" y="189"/>
                  </a:lnTo>
                  <a:lnTo>
                    <a:pt x="52" y="179"/>
                  </a:lnTo>
                  <a:lnTo>
                    <a:pt x="37" y="172"/>
                  </a:lnTo>
                  <a:lnTo>
                    <a:pt x="37" y="153"/>
                  </a:lnTo>
                  <a:lnTo>
                    <a:pt x="27" y="136"/>
                  </a:lnTo>
                  <a:lnTo>
                    <a:pt x="32" y="125"/>
                  </a:lnTo>
                  <a:lnTo>
                    <a:pt x="43" y="114"/>
                  </a:lnTo>
                  <a:lnTo>
                    <a:pt x="71" y="93"/>
                  </a:lnTo>
                  <a:lnTo>
                    <a:pt x="80" y="90"/>
                  </a:lnTo>
                  <a:lnTo>
                    <a:pt x="76" y="82"/>
                  </a:lnTo>
                  <a:lnTo>
                    <a:pt x="55" y="73"/>
                  </a:lnTo>
                  <a:lnTo>
                    <a:pt x="49" y="66"/>
                  </a:lnTo>
                  <a:lnTo>
                    <a:pt x="43" y="39"/>
                  </a:lnTo>
                  <a:lnTo>
                    <a:pt x="20" y="27"/>
                  </a:lnTo>
                  <a:lnTo>
                    <a:pt x="0" y="18"/>
                  </a:lnTo>
                  <a:lnTo>
                    <a:pt x="7" y="13"/>
                  </a:lnTo>
                  <a:lnTo>
                    <a:pt x="24" y="22"/>
                  </a:lnTo>
                  <a:lnTo>
                    <a:pt x="41" y="22"/>
                  </a:lnTo>
                  <a:lnTo>
                    <a:pt x="56" y="26"/>
                  </a:lnTo>
                  <a:lnTo>
                    <a:pt x="67" y="18"/>
                  </a:lnTo>
                  <a:lnTo>
                    <a:pt x="71" y="5"/>
                  </a:lnTo>
                  <a:lnTo>
                    <a:pt x="90" y="0"/>
                  </a:lnTo>
                  <a:lnTo>
                    <a:pt x="108" y="6"/>
                  </a:lnTo>
                  <a:lnTo>
                    <a:pt x="106" y="19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1" name="Freeform 64">
              <a:extLst>
                <a:ext uri="{FF2B5EF4-FFF2-40B4-BE49-F238E27FC236}">
                  <a16:creationId xmlns:a16="http://schemas.microsoft.com/office/drawing/2014/main" id="{0F78238F-6652-3E9F-EE9B-BA20978CC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502" y="5586413"/>
              <a:ext cx="84138" cy="38100"/>
            </a:xfrm>
            <a:custGeom>
              <a:avLst/>
              <a:gdLst>
                <a:gd name="T0" fmla="*/ 0 w 53"/>
                <a:gd name="T1" fmla="*/ 15 h 24"/>
                <a:gd name="T2" fmla="*/ 15 w 53"/>
                <a:gd name="T3" fmla="*/ 3 h 24"/>
                <a:gd name="T4" fmla="*/ 30 w 53"/>
                <a:gd name="T5" fmla="*/ 8 h 24"/>
                <a:gd name="T6" fmla="*/ 37 w 53"/>
                <a:gd name="T7" fmla="*/ 0 h 24"/>
                <a:gd name="T8" fmla="*/ 53 w 53"/>
                <a:gd name="T9" fmla="*/ 9 h 24"/>
                <a:gd name="T10" fmla="*/ 50 w 53"/>
                <a:gd name="T11" fmla="*/ 16 h 24"/>
                <a:gd name="T12" fmla="*/ 31 w 53"/>
                <a:gd name="T13" fmla="*/ 22 h 24"/>
                <a:gd name="T14" fmla="*/ 21 w 53"/>
                <a:gd name="T15" fmla="*/ 15 h 24"/>
                <a:gd name="T16" fmla="*/ 11 w 53"/>
                <a:gd name="T17" fmla="*/ 24 h 24"/>
                <a:gd name="T18" fmla="*/ 0 w 53"/>
                <a:gd name="T19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24">
                  <a:moveTo>
                    <a:pt x="0" y="15"/>
                  </a:moveTo>
                  <a:lnTo>
                    <a:pt x="15" y="3"/>
                  </a:lnTo>
                  <a:lnTo>
                    <a:pt x="30" y="8"/>
                  </a:lnTo>
                  <a:lnTo>
                    <a:pt x="37" y="0"/>
                  </a:lnTo>
                  <a:lnTo>
                    <a:pt x="53" y="9"/>
                  </a:lnTo>
                  <a:lnTo>
                    <a:pt x="50" y="16"/>
                  </a:lnTo>
                  <a:lnTo>
                    <a:pt x="31" y="22"/>
                  </a:lnTo>
                  <a:lnTo>
                    <a:pt x="21" y="15"/>
                  </a:lnTo>
                  <a:lnTo>
                    <a:pt x="11" y="24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2" name="Freeform 65">
              <a:extLst>
                <a:ext uri="{FF2B5EF4-FFF2-40B4-BE49-F238E27FC236}">
                  <a16:creationId xmlns:a16="http://schemas.microsoft.com/office/drawing/2014/main" id="{7F02F584-6BC8-6C63-F9A6-B16AAB022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764" y="3719513"/>
              <a:ext cx="84138" cy="122238"/>
            </a:xfrm>
            <a:custGeom>
              <a:avLst/>
              <a:gdLst>
                <a:gd name="T0" fmla="*/ 36 w 53"/>
                <a:gd name="T1" fmla="*/ 67 h 77"/>
                <a:gd name="T2" fmla="*/ 29 w 53"/>
                <a:gd name="T3" fmla="*/ 75 h 77"/>
                <a:gd name="T4" fmla="*/ 20 w 53"/>
                <a:gd name="T5" fmla="*/ 77 h 77"/>
                <a:gd name="T6" fmla="*/ 18 w 53"/>
                <a:gd name="T7" fmla="*/ 71 h 77"/>
                <a:gd name="T8" fmla="*/ 13 w 53"/>
                <a:gd name="T9" fmla="*/ 70 h 77"/>
                <a:gd name="T10" fmla="*/ 8 w 53"/>
                <a:gd name="T11" fmla="*/ 76 h 77"/>
                <a:gd name="T12" fmla="*/ 0 w 53"/>
                <a:gd name="T13" fmla="*/ 71 h 77"/>
                <a:gd name="T14" fmla="*/ 4 w 53"/>
                <a:gd name="T15" fmla="*/ 62 h 77"/>
                <a:gd name="T16" fmla="*/ 6 w 53"/>
                <a:gd name="T17" fmla="*/ 53 h 77"/>
                <a:gd name="T18" fmla="*/ 10 w 53"/>
                <a:gd name="T19" fmla="*/ 44 h 77"/>
                <a:gd name="T20" fmla="*/ 2 w 53"/>
                <a:gd name="T21" fmla="*/ 32 h 77"/>
                <a:gd name="T22" fmla="*/ 1 w 53"/>
                <a:gd name="T23" fmla="*/ 18 h 77"/>
                <a:gd name="T24" fmla="*/ 11 w 53"/>
                <a:gd name="T25" fmla="*/ 0 h 77"/>
                <a:gd name="T26" fmla="*/ 17 w 53"/>
                <a:gd name="T27" fmla="*/ 2 h 77"/>
                <a:gd name="T28" fmla="*/ 31 w 53"/>
                <a:gd name="T29" fmla="*/ 7 h 77"/>
                <a:gd name="T30" fmla="*/ 50 w 53"/>
                <a:gd name="T31" fmla="*/ 25 h 77"/>
                <a:gd name="T32" fmla="*/ 53 w 53"/>
                <a:gd name="T33" fmla="*/ 33 h 77"/>
                <a:gd name="T34" fmla="*/ 42 w 53"/>
                <a:gd name="T35" fmla="*/ 52 h 77"/>
                <a:gd name="T36" fmla="*/ 36 w 53"/>
                <a:gd name="T37" fmla="*/ 6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77">
                  <a:moveTo>
                    <a:pt x="36" y="67"/>
                  </a:moveTo>
                  <a:lnTo>
                    <a:pt x="29" y="75"/>
                  </a:lnTo>
                  <a:lnTo>
                    <a:pt x="20" y="77"/>
                  </a:lnTo>
                  <a:lnTo>
                    <a:pt x="18" y="71"/>
                  </a:lnTo>
                  <a:lnTo>
                    <a:pt x="13" y="70"/>
                  </a:lnTo>
                  <a:lnTo>
                    <a:pt x="8" y="76"/>
                  </a:lnTo>
                  <a:lnTo>
                    <a:pt x="0" y="71"/>
                  </a:lnTo>
                  <a:lnTo>
                    <a:pt x="4" y="62"/>
                  </a:lnTo>
                  <a:lnTo>
                    <a:pt x="6" y="53"/>
                  </a:lnTo>
                  <a:lnTo>
                    <a:pt x="10" y="44"/>
                  </a:lnTo>
                  <a:lnTo>
                    <a:pt x="2" y="32"/>
                  </a:lnTo>
                  <a:lnTo>
                    <a:pt x="1" y="18"/>
                  </a:lnTo>
                  <a:lnTo>
                    <a:pt x="11" y="0"/>
                  </a:lnTo>
                  <a:lnTo>
                    <a:pt x="17" y="2"/>
                  </a:lnTo>
                  <a:lnTo>
                    <a:pt x="31" y="7"/>
                  </a:lnTo>
                  <a:lnTo>
                    <a:pt x="50" y="25"/>
                  </a:lnTo>
                  <a:lnTo>
                    <a:pt x="53" y="33"/>
                  </a:lnTo>
                  <a:lnTo>
                    <a:pt x="42" y="52"/>
                  </a:lnTo>
                  <a:lnTo>
                    <a:pt x="36" y="6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3" name="Freeform 66">
              <a:extLst>
                <a:ext uri="{FF2B5EF4-FFF2-40B4-BE49-F238E27FC236}">
                  <a16:creationId xmlns:a16="http://schemas.microsoft.com/office/drawing/2014/main" id="{6A6602FD-B50E-CDAB-D6DA-2DA4E3D73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864" y="2493962"/>
              <a:ext cx="26988" cy="52388"/>
            </a:xfrm>
            <a:custGeom>
              <a:avLst/>
              <a:gdLst>
                <a:gd name="T0" fmla="*/ 17 w 17"/>
                <a:gd name="T1" fmla="*/ 17 h 33"/>
                <a:gd name="T2" fmla="*/ 13 w 17"/>
                <a:gd name="T3" fmla="*/ 33 h 33"/>
                <a:gd name="T4" fmla="*/ 5 w 17"/>
                <a:gd name="T5" fmla="*/ 29 h 33"/>
                <a:gd name="T6" fmla="*/ 0 w 17"/>
                <a:gd name="T7" fmla="*/ 15 h 33"/>
                <a:gd name="T8" fmla="*/ 3 w 17"/>
                <a:gd name="T9" fmla="*/ 7 h 33"/>
                <a:gd name="T10" fmla="*/ 14 w 17"/>
                <a:gd name="T11" fmla="*/ 0 h 33"/>
                <a:gd name="T12" fmla="*/ 17 w 17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3">
                  <a:moveTo>
                    <a:pt x="17" y="17"/>
                  </a:moveTo>
                  <a:lnTo>
                    <a:pt x="13" y="33"/>
                  </a:lnTo>
                  <a:lnTo>
                    <a:pt x="5" y="29"/>
                  </a:lnTo>
                  <a:lnTo>
                    <a:pt x="0" y="15"/>
                  </a:lnTo>
                  <a:lnTo>
                    <a:pt x="3" y="7"/>
                  </a:lnTo>
                  <a:lnTo>
                    <a:pt x="14" y="0"/>
                  </a:lnTo>
                  <a:lnTo>
                    <a:pt x="17" y="1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4" name="Freeform 67">
              <a:extLst>
                <a:ext uri="{FF2B5EF4-FFF2-40B4-BE49-F238E27FC236}">
                  <a16:creationId xmlns:a16="http://schemas.microsoft.com/office/drawing/2014/main" id="{A0FE7CD0-3D3E-0FC0-AD53-C94F97937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377" y="2230437"/>
              <a:ext cx="323850" cy="284163"/>
            </a:xfrm>
            <a:custGeom>
              <a:avLst/>
              <a:gdLst>
                <a:gd name="T0" fmla="*/ 131 w 204"/>
                <a:gd name="T1" fmla="*/ 15 h 179"/>
                <a:gd name="T2" fmla="*/ 143 w 204"/>
                <a:gd name="T3" fmla="*/ 25 h 179"/>
                <a:gd name="T4" fmla="*/ 151 w 204"/>
                <a:gd name="T5" fmla="*/ 23 h 179"/>
                <a:gd name="T6" fmla="*/ 165 w 204"/>
                <a:gd name="T7" fmla="*/ 33 h 179"/>
                <a:gd name="T8" fmla="*/ 169 w 204"/>
                <a:gd name="T9" fmla="*/ 34 h 179"/>
                <a:gd name="T10" fmla="*/ 173 w 204"/>
                <a:gd name="T11" fmla="*/ 34 h 179"/>
                <a:gd name="T12" fmla="*/ 181 w 204"/>
                <a:gd name="T13" fmla="*/ 39 h 179"/>
                <a:gd name="T14" fmla="*/ 204 w 204"/>
                <a:gd name="T15" fmla="*/ 43 h 179"/>
                <a:gd name="T16" fmla="*/ 197 w 204"/>
                <a:gd name="T17" fmla="*/ 57 h 179"/>
                <a:gd name="T18" fmla="*/ 195 w 204"/>
                <a:gd name="T19" fmla="*/ 71 h 179"/>
                <a:gd name="T20" fmla="*/ 191 w 204"/>
                <a:gd name="T21" fmla="*/ 75 h 179"/>
                <a:gd name="T22" fmla="*/ 184 w 204"/>
                <a:gd name="T23" fmla="*/ 73 h 179"/>
                <a:gd name="T24" fmla="*/ 184 w 204"/>
                <a:gd name="T25" fmla="*/ 78 h 179"/>
                <a:gd name="T26" fmla="*/ 173 w 204"/>
                <a:gd name="T27" fmla="*/ 89 h 179"/>
                <a:gd name="T28" fmla="*/ 173 w 204"/>
                <a:gd name="T29" fmla="*/ 99 h 179"/>
                <a:gd name="T30" fmla="*/ 181 w 204"/>
                <a:gd name="T31" fmla="*/ 96 h 179"/>
                <a:gd name="T32" fmla="*/ 186 w 204"/>
                <a:gd name="T33" fmla="*/ 105 h 179"/>
                <a:gd name="T34" fmla="*/ 186 w 204"/>
                <a:gd name="T35" fmla="*/ 110 h 179"/>
                <a:gd name="T36" fmla="*/ 191 w 204"/>
                <a:gd name="T37" fmla="*/ 118 h 179"/>
                <a:gd name="T38" fmla="*/ 186 w 204"/>
                <a:gd name="T39" fmla="*/ 124 h 179"/>
                <a:gd name="T40" fmla="*/ 190 w 204"/>
                <a:gd name="T41" fmla="*/ 140 h 179"/>
                <a:gd name="T42" fmla="*/ 199 w 204"/>
                <a:gd name="T43" fmla="*/ 143 h 179"/>
                <a:gd name="T44" fmla="*/ 198 w 204"/>
                <a:gd name="T45" fmla="*/ 151 h 179"/>
                <a:gd name="T46" fmla="*/ 183 w 204"/>
                <a:gd name="T47" fmla="*/ 163 h 179"/>
                <a:gd name="T48" fmla="*/ 150 w 204"/>
                <a:gd name="T49" fmla="*/ 157 h 179"/>
                <a:gd name="T50" fmla="*/ 126 w 204"/>
                <a:gd name="T51" fmla="*/ 164 h 179"/>
                <a:gd name="T52" fmla="*/ 124 w 204"/>
                <a:gd name="T53" fmla="*/ 177 h 179"/>
                <a:gd name="T54" fmla="*/ 105 w 204"/>
                <a:gd name="T55" fmla="*/ 179 h 179"/>
                <a:gd name="T56" fmla="*/ 86 w 204"/>
                <a:gd name="T57" fmla="*/ 170 h 179"/>
                <a:gd name="T58" fmla="*/ 80 w 204"/>
                <a:gd name="T59" fmla="*/ 174 h 179"/>
                <a:gd name="T60" fmla="*/ 49 w 204"/>
                <a:gd name="T61" fmla="*/ 165 h 179"/>
                <a:gd name="T62" fmla="*/ 43 w 204"/>
                <a:gd name="T63" fmla="*/ 157 h 179"/>
                <a:gd name="T64" fmla="*/ 51 w 204"/>
                <a:gd name="T65" fmla="*/ 145 h 179"/>
                <a:gd name="T66" fmla="*/ 55 w 204"/>
                <a:gd name="T67" fmla="*/ 104 h 179"/>
                <a:gd name="T68" fmla="*/ 38 w 204"/>
                <a:gd name="T69" fmla="*/ 83 h 179"/>
                <a:gd name="T70" fmla="*/ 26 w 204"/>
                <a:gd name="T71" fmla="*/ 72 h 179"/>
                <a:gd name="T72" fmla="*/ 2 w 204"/>
                <a:gd name="T73" fmla="*/ 65 h 179"/>
                <a:gd name="T74" fmla="*/ 0 w 204"/>
                <a:gd name="T75" fmla="*/ 50 h 179"/>
                <a:gd name="T76" fmla="*/ 21 w 204"/>
                <a:gd name="T77" fmla="*/ 45 h 179"/>
                <a:gd name="T78" fmla="*/ 48 w 204"/>
                <a:gd name="T79" fmla="*/ 50 h 179"/>
                <a:gd name="T80" fmla="*/ 44 w 204"/>
                <a:gd name="T81" fmla="*/ 27 h 179"/>
                <a:gd name="T82" fmla="*/ 58 w 204"/>
                <a:gd name="T83" fmla="*/ 36 h 179"/>
                <a:gd name="T84" fmla="*/ 96 w 204"/>
                <a:gd name="T85" fmla="*/ 20 h 179"/>
                <a:gd name="T86" fmla="*/ 100 w 204"/>
                <a:gd name="T87" fmla="*/ 4 h 179"/>
                <a:gd name="T88" fmla="*/ 114 w 204"/>
                <a:gd name="T89" fmla="*/ 0 h 179"/>
                <a:gd name="T90" fmla="*/ 117 w 204"/>
                <a:gd name="T91" fmla="*/ 7 h 179"/>
                <a:gd name="T92" fmla="*/ 124 w 204"/>
                <a:gd name="T93" fmla="*/ 7 h 179"/>
                <a:gd name="T94" fmla="*/ 131 w 204"/>
                <a:gd name="T95" fmla="*/ 1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04" h="179">
                  <a:moveTo>
                    <a:pt x="131" y="15"/>
                  </a:moveTo>
                  <a:lnTo>
                    <a:pt x="143" y="25"/>
                  </a:lnTo>
                  <a:lnTo>
                    <a:pt x="151" y="23"/>
                  </a:lnTo>
                  <a:lnTo>
                    <a:pt x="165" y="33"/>
                  </a:lnTo>
                  <a:lnTo>
                    <a:pt x="169" y="34"/>
                  </a:lnTo>
                  <a:lnTo>
                    <a:pt x="173" y="34"/>
                  </a:lnTo>
                  <a:lnTo>
                    <a:pt x="181" y="39"/>
                  </a:lnTo>
                  <a:lnTo>
                    <a:pt x="204" y="43"/>
                  </a:lnTo>
                  <a:lnTo>
                    <a:pt x="197" y="57"/>
                  </a:lnTo>
                  <a:lnTo>
                    <a:pt x="195" y="71"/>
                  </a:lnTo>
                  <a:lnTo>
                    <a:pt x="191" y="75"/>
                  </a:lnTo>
                  <a:lnTo>
                    <a:pt x="184" y="73"/>
                  </a:lnTo>
                  <a:lnTo>
                    <a:pt x="184" y="78"/>
                  </a:lnTo>
                  <a:lnTo>
                    <a:pt x="173" y="89"/>
                  </a:lnTo>
                  <a:lnTo>
                    <a:pt x="173" y="99"/>
                  </a:lnTo>
                  <a:lnTo>
                    <a:pt x="181" y="96"/>
                  </a:lnTo>
                  <a:lnTo>
                    <a:pt x="186" y="105"/>
                  </a:lnTo>
                  <a:lnTo>
                    <a:pt x="186" y="110"/>
                  </a:lnTo>
                  <a:lnTo>
                    <a:pt x="191" y="118"/>
                  </a:lnTo>
                  <a:lnTo>
                    <a:pt x="186" y="124"/>
                  </a:lnTo>
                  <a:lnTo>
                    <a:pt x="190" y="140"/>
                  </a:lnTo>
                  <a:lnTo>
                    <a:pt x="199" y="143"/>
                  </a:lnTo>
                  <a:lnTo>
                    <a:pt x="198" y="151"/>
                  </a:lnTo>
                  <a:lnTo>
                    <a:pt x="183" y="163"/>
                  </a:lnTo>
                  <a:lnTo>
                    <a:pt x="150" y="157"/>
                  </a:lnTo>
                  <a:lnTo>
                    <a:pt x="126" y="164"/>
                  </a:lnTo>
                  <a:lnTo>
                    <a:pt x="124" y="177"/>
                  </a:lnTo>
                  <a:lnTo>
                    <a:pt x="105" y="179"/>
                  </a:lnTo>
                  <a:lnTo>
                    <a:pt x="86" y="170"/>
                  </a:lnTo>
                  <a:lnTo>
                    <a:pt x="80" y="174"/>
                  </a:lnTo>
                  <a:lnTo>
                    <a:pt x="49" y="165"/>
                  </a:lnTo>
                  <a:lnTo>
                    <a:pt x="43" y="157"/>
                  </a:lnTo>
                  <a:lnTo>
                    <a:pt x="51" y="145"/>
                  </a:lnTo>
                  <a:lnTo>
                    <a:pt x="55" y="104"/>
                  </a:lnTo>
                  <a:lnTo>
                    <a:pt x="38" y="83"/>
                  </a:lnTo>
                  <a:lnTo>
                    <a:pt x="26" y="72"/>
                  </a:lnTo>
                  <a:lnTo>
                    <a:pt x="2" y="65"/>
                  </a:lnTo>
                  <a:lnTo>
                    <a:pt x="0" y="50"/>
                  </a:lnTo>
                  <a:lnTo>
                    <a:pt x="21" y="45"/>
                  </a:lnTo>
                  <a:lnTo>
                    <a:pt x="48" y="50"/>
                  </a:lnTo>
                  <a:lnTo>
                    <a:pt x="44" y="27"/>
                  </a:lnTo>
                  <a:lnTo>
                    <a:pt x="58" y="36"/>
                  </a:lnTo>
                  <a:lnTo>
                    <a:pt x="96" y="20"/>
                  </a:lnTo>
                  <a:lnTo>
                    <a:pt x="100" y="4"/>
                  </a:lnTo>
                  <a:lnTo>
                    <a:pt x="114" y="0"/>
                  </a:lnTo>
                  <a:lnTo>
                    <a:pt x="117" y="7"/>
                  </a:lnTo>
                  <a:lnTo>
                    <a:pt x="124" y="7"/>
                  </a:lnTo>
                  <a:lnTo>
                    <a:pt x="131" y="15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285" name="Freeform 68">
              <a:extLst>
                <a:ext uri="{FF2B5EF4-FFF2-40B4-BE49-F238E27FC236}">
                  <a16:creationId xmlns:a16="http://schemas.microsoft.com/office/drawing/2014/main" id="{5DEB2534-6769-4D73-54B1-FC9F0D451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027" y="3832225"/>
              <a:ext cx="163513" cy="207963"/>
            </a:xfrm>
            <a:custGeom>
              <a:avLst/>
              <a:gdLst>
                <a:gd name="T0" fmla="*/ 42 w 103"/>
                <a:gd name="T1" fmla="*/ 131 h 131"/>
                <a:gd name="T2" fmla="*/ 23 w 103"/>
                <a:gd name="T3" fmla="*/ 110 h 131"/>
                <a:gd name="T4" fmla="*/ 11 w 103"/>
                <a:gd name="T5" fmla="*/ 93 h 131"/>
                <a:gd name="T6" fmla="*/ 0 w 103"/>
                <a:gd name="T7" fmla="*/ 71 h 131"/>
                <a:gd name="T8" fmla="*/ 1 w 103"/>
                <a:gd name="T9" fmla="*/ 65 h 131"/>
                <a:gd name="T10" fmla="*/ 5 w 103"/>
                <a:gd name="T11" fmla="*/ 58 h 131"/>
                <a:gd name="T12" fmla="*/ 9 w 103"/>
                <a:gd name="T13" fmla="*/ 43 h 131"/>
                <a:gd name="T14" fmla="*/ 13 w 103"/>
                <a:gd name="T15" fmla="*/ 27 h 131"/>
                <a:gd name="T16" fmla="*/ 19 w 103"/>
                <a:gd name="T17" fmla="*/ 26 h 131"/>
                <a:gd name="T18" fmla="*/ 46 w 103"/>
                <a:gd name="T19" fmla="*/ 26 h 131"/>
                <a:gd name="T20" fmla="*/ 46 w 103"/>
                <a:gd name="T21" fmla="*/ 1 h 131"/>
                <a:gd name="T22" fmla="*/ 54 w 103"/>
                <a:gd name="T23" fmla="*/ 0 h 131"/>
                <a:gd name="T24" fmla="*/ 65 w 103"/>
                <a:gd name="T25" fmla="*/ 3 h 131"/>
                <a:gd name="T26" fmla="*/ 76 w 103"/>
                <a:gd name="T27" fmla="*/ 0 h 131"/>
                <a:gd name="T28" fmla="*/ 79 w 103"/>
                <a:gd name="T29" fmla="*/ 1 h 131"/>
                <a:gd name="T30" fmla="*/ 77 w 103"/>
                <a:gd name="T31" fmla="*/ 10 h 131"/>
                <a:gd name="T32" fmla="*/ 82 w 103"/>
                <a:gd name="T33" fmla="*/ 21 h 131"/>
                <a:gd name="T34" fmla="*/ 96 w 103"/>
                <a:gd name="T35" fmla="*/ 19 h 131"/>
                <a:gd name="T36" fmla="*/ 101 w 103"/>
                <a:gd name="T37" fmla="*/ 24 h 131"/>
                <a:gd name="T38" fmla="*/ 93 w 103"/>
                <a:gd name="T39" fmla="*/ 48 h 131"/>
                <a:gd name="T40" fmla="*/ 102 w 103"/>
                <a:gd name="T41" fmla="*/ 60 h 131"/>
                <a:gd name="T42" fmla="*/ 103 w 103"/>
                <a:gd name="T43" fmla="*/ 76 h 131"/>
                <a:gd name="T44" fmla="*/ 101 w 103"/>
                <a:gd name="T45" fmla="*/ 90 h 131"/>
                <a:gd name="T46" fmla="*/ 95 w 103"/>
                <a:gd name="T47" fmla="*/ 100 h 131"/>
                <a:gd name="T48" fmla="*/ 79 w 103"/>
                <a:gd name="T49" fmla="*/ 99 h 131"/>
                <a:gd name="T50" fmla="*/ 69 w 103"/>
                <a:gd name="T51" fmla="*/ 89 h 131"/>
                <a:gd name="T52" fmla="*/ 68 w 103"/>
                <a:gd name="T53" fmla="*/ 98 h 131"/>
                <a:gd name="T54" fmla="*/ 56 w 103"/>
                <a:gd name="T55" fmla="*/ 101 h 131"/>
                <a:gd name="T56" fmla="*/ 49 w 103"/>
                <a:gd name="T57" fmla="*/ 106 h 131"/>
                <a:gd name="T58" fmla="*/ 56 w 103"/>
                <a:gd name="T59" fmla="*/ 120 h 131"/>
                <a:gd name="T60" fmla="*/ 42 w 103"/>
                <a:gd name="T6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31">
                  <a:moveTo>
                    <a:pt x="42" y="131"/>
                  </a:moveTo>
                  <a:lnTo>
                    <a:pt x="23" y="110"/>
                  </a:lnTo>
                  <a:lnTo>
                    <a:pt x="11" y="93"/>
                  </a:lnTo>
                  <a:lnTo>
                    <a:pt x="0" y="71"/>
                  </a:lnTo>
                  <a:lnTo>
                    <a:pt x="1" y="65"/>
                  </a:lnTo>
                  <a:lnTo>
                    <a:pt x="5" y="58"/>
                  </a:lnTo>
                  <a:lnTo>
                    <a:pt x="9" y="43"/>
                  </a:lnTo>
                  <a:lnTo>
                    <a:pt x="13" y="27"/>
                  </a:lnTo>
                  <a:lnTo>
                    <a:pt x="19" y="26"/>
                  </a:lnTo>
                  <a:lnTo>
                    <a:pt x="46" y="26"/>
                  </a:lnTo>
                  <a:lnTo>
                    <a:pt x="46" y="1"/>
                  </a:lnTo>
                  <a:lnTo>
                    <a:pt x="54" y="0"/>
                  </a:lnTo>
                  <a:lnTo>
                    <a:pt x="65" y="3"/>
                  </a:lnTo>
                  <a:lnTo>
                    <a:pt x="76" y="0"/>
                  </a:lnTo>
                  <a:lnTo>
                    <a:pt x="79" y="1"/>
                  </a:lnTo>
                  <a:lnTo>
                    <a:pt x="77" y="10"/>
                  </a:lnTo>
                  <a:lnTo>
                    <a:pt x="82" y="21"/>
                  </a:lnTo>
                  <a:lnTo>
                    <a:pt x="96" y="19"/>
                  </a:lnTo>
                  <a:lnTo>
                    <a:pt x="101" y="24"/>
                  </a:lnTo>
                  <a:lnTo>
                    <a:pt x="93" y="48"/>
                  </a:lnTo>
                  <a:lnTo>
                    <a:pt x="102" y="60"/>
                  </a:lnTo>
                  <a:lnTo>
                    <a:pt x="103" y="76"/>
                  </a:lnTo>
                  <a:lnTo>
                    <a:pt x="101" y="90"/>
                  </a:lnTo>
                  <a:lnTo>
                    <a:pt x="95" y="100"/>
                  </a:lnTo>
                  <a:lnTo>
                    <a:pt x="79" y="99"/>
                  </a:lnTo>
                  <a:lnTo>
                    <a:pt x="69" y="89"/>
                  </a:lnTo>
                  <a:lnTo>
                    <a:pt x="68" y="98"/>
                  </a:lnTo>
                  <a:lnTo>
                    <a:pt x="56" y="101"/>
                  </a:lnTo>
                  <a:lnTo>
                    <a:pt x="49" y="106"/>
                  </a:lnTo>
                  <a:lnTo>
                    <a:pt x="56" y="120"/>
                  </a:lnTo>
                  <a:lnTo>
                    <a:pt x="42" y="13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6" name="Freeform 69">
              <a:extLst>
                <a:ext uri="{FF2B5EF4-FFF2-40B4-BE49-F238E27FC236}">
                  <a16:creationId xmlns:a16="http://schemas.microsoft.com/office/drawing/2014/main" id="{79E5D603-D8E7-F2EC-7D5D-E54B98959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8114" y="2101850"/>
              <a:ext cx="47625" cy="41275"/>
            </a:xfrm>
            <a:custGeom>
              <a:avLst/>
              <a:gdLst>
                <a:gd name="T0" fmla="*/ 30 w 30"/>
                <a:gd name="T1" fmla="*/ 13 h 26"/>
                <a:gd name="T2" fmla="*/ 21 w 30"/>
                <a:gd name="T3" fmla="*/ 26 h 26"/>
                <a:gd name="T4" fmla="*/ 10 w 30"/>
                <a:gd name="T5" fmla="*/ 22 h 26"/>
                <a:gd name="T6" fmla="*/ 0 w 30"/>
                <a:gd name="T7" fmla="*/ 23 h 26"/>
                <a:gd name="T8" fmla="*/ 4 w 30"/>
                <a:gd name="T9" fmla="*/ 12 h 26"/>
                <a:gd name="T10" fmla="*/ 1 w 30"/>
                <a:gd name="T11" fmla="*/ 1 h 26"/>
                <a:gd name="T12" fmla="*/ 14 w 30"/>
                <a:gd name="T13" fmla="*/ 0 h 26"/>
                <a:gd name="T14" fmla="*/ 30 w 30"/>
                <a:gd name="T15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6">
                  <a:moveTo>
                    <a:pt x="30" y="13"/>
                  </a:moveTo>
                  <a:lnTo>
                    <a:pt x="21" y="26"/>
                  </a:lnTo>
                  <a:lnTo>
                    <a:pt x="10" y="22"/>
                  </a:lnTo>
                  <a:lnTo>
                    <a:pt x="0" y="23"/>
                  </a:lnTo>
                  <a:lnTo>
                    <a:pt x="4" y="12"/>
                  </a:lnTo>
                  <a:lnTo>
                    <a:pt x="1" y="1"/>
                  </a:lnTo>
                  <a:lnTo>
                    <a:pt x="14" y="0"/>
                  </a:lnTo>
                  <a:lnTo>
                    <a:pt x="30" y="1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7" name="Freeform 70">
              <a:extLst>
                <a:ext uri="{FF2B5EF4-FFF2-40B4-BE49-F238E27FC236}">
                  <a16:creationId xmlns:a16="http://schemas.microsoft.com/office/drawing/2014/main" id="{E8E2A480-7263-A1B5-4F1C-20422EA83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14" y="1995487"/>
              <a:ext cx="190500" cy="273050"/>
            </a:xfrm>
            <a:custGeom>
              <a:avLst/>
              <a:gdLst>
                <a:gd name="T0" fmla="*/ 49 w 120"/>
                <a:gd name="T1" fmla="*/ 0 h 172"/>
                <a:gd name="T2" fmla="*/ 32 w 120"/>
                <a:gd name="T3" fmla="*/ 21 h 172"/>
                <a:gd name="T4" fmla="*/ 47 w 120"/>
                <a:gd name="T5" fmla="*/ 18 h 172"/>
                <a:gd name="T6" fmla="*/ 64 w 120"/>
                <a:gd name="T7" fmla="*/ 18 h 172"/>
                <a:gd name="T8" fmla="*/ 60 w 120"/>
                <a:gd name="T9" fmla="*/ 34 h 172"/>
                <a:gd name="T10" fmla="*/ 46 w 120"/>
                <a:gd name="T11" fmla="*/ 51 h 172"/>
                <a:gd name="T12" fmla="*/ 62 w 120"/>
                <a:gd name="T13" fmla="*/ 53 h 172"/>
                <a:gd name="T14" fmla="*/ 63 w 120"/>
                <a:gd name="T15" fmla="*/ 55 h 172"/>
                <a:gd name="T16" fmla="*/ 76 w 120"/>
                <a:gd name="T17" fmla="*/ 78 h 172"/>
                <a:gd name="T18" fmla="*/ 87 w 120"/>
                <a:gd name="T19" fmla="*/ 82 h 172"/>
                <a:gd name="T20" fmla="*/ 96 w 120"/>
                <a:gd name="T21" fmla="*/ 104 h 172"/>
                <a:gd name="T22" fmla="*/ 101 w 120"/>
                <a:gd name="T23" fmla="*/ 112 h 172"/>
                <a:gd name="T24" fmla="*/ 120 w 120"/>
                <a:gd name="T25" fmla="*/ 116 h 172"/>
                <a:gd name="T26" fmla="*/ 118 w 120"/>
                <a:gd name="T27" fmla="*/ 129 h 172"/>
                <a:gd name="T28" fmla="*/ 110 w 120"/>
                <a:gd name="T29" fmla="*/ 135 h 172"/>
                <a:gd name="T30" fmla="*/ 116 w 120"/>
                <a:gd name="T31" fmla="*/ 145 h 172"/>
                <a:gd name="T32" fmla="*/ 102 w 120"/>
                <a:gd name="T33" fmla="*/ 155 h 172"/>
                <a:gd name="T34" fmla="*/ 81 w 120"/>
                <a:gd name="T35" fmla="*/ 155 h 172"/>
                <a:gd name="T36" fmla="*/ 54 w 120"/>
                <a:gd name="T37" fmla="*/ 161 h 172"/>
                <a:gd name="T38" fmla="*/ 46 w 120"/>
                <a:gd name="T39" fmla="*/ 157 h 172"/>
                <a:gd name="T40" fmla="*/ 36 w 120"/>
                <a:gd name="T41" fmla="*/ 166 h 172"/>
                <a:gd name="T42" fmla="*/ 21 w 120"/>
                <a:gd name="T43" fmla="*/ 164 h 172"/>
                <a:gd name="T44" fmla="*/ 10 w 120"/>
                <a:gd name="T45" fmla="*/ 172 h 172"/>
                <a:gd name="T46" fmla="*/ 1 w 120"/>
                <a:gd name="T47" fmla="*/ 168 h 172"/>
                <a:gd name="T48" fmla="*/ 25 w 120"/>
                <a:gd name="T49" fmla="*/ 147 h 172"/>
                <a:gd name="T50" fmla="*/ 39 w 120"/>
                <a:gd name="T51" fmla="*/ 142 h 172"/>
                <a:gd name="T52" fmla="*/ 39 w 120"/>
                <a:gd name="T53" fmla="*/ 142 h 172"/>
                <a:gd name="T54" fmla="*/ 15 w 120"/>
                <a:gd name="T55" fmla="*/ 139 h 172"/>
                <a:gd name="T56" fmla="*/ 11 w 120"/>
                <a:gd name="T57" fmla="*/ 131 h 172"/>
                <a:gd name="T58" fmla="*/ 27 w 120"/>
                <a:gd name="T59" fmla="*/ 125 h 172"/>
                <a:gd name="T60" fmla="*/ 19 w 120"/>
                <a:gd name="T61" fmla="*/ 114 h 172"/>
                <a:gd name="T62" fmla="*/ 22 w 120"/>
                <a:gd name="T63" fmla="*/ 101 h 172"/>
                <a:gd name="T64" fmla="*/ 45 w 120"/>
                <a:gd name="T65" fmla="*/ 102 h 172"/>
                <a:gd name="T66" fmla="*/ 45 w 120"/>
                <a:gd name="T67" fmla="*/ 102 h 172"/>
                <a:gd name="T68" fmla="*/ 48 w 120"/>
                <a:gd name="T69" fmla="*/ 91 h 172"/>
                <a:gd name="T70" fmla="*/ 38 w 120"/>
                <a:gd name="T71" fmla="*/ 79 h 172"/>
                <a:gd name="T72" fmla="*/ 37 w 120"/>
                <a:gd name="T73" fmla="*/ 79 h 172"/>
                <a:gd name="T74" fmla="*/ 19 w 120"/>
                <a:gd name="T75" fmla="*/ 75 h 172"/>
                <a:gd name="T76" fmla="*/ 15 w 120"/>
                <a:gd name="T77" fmla="*/ 70 h 172"/>
                <a:gd name="T78" fmla="*/ 21 w 120"/>
                <a:gd name="T79" fmla="*/ 61 h 172"/>
                <a:gd name="T80" fmla="*/ 16 w 120"/>
                <a:gd name="T81" fmla="*/ 55 h 172"/>
                <a:gd name="T82" fmla="*/ 8 w 120"/>
                <a:gd name="T83" fmla="*/ 65 h 172"/>
                <a:gd name="T84" fmla="*/ 8 w 120"/>
                <a:gd name="T85" fmla="*/ 46 h 172"/>
                <a:gd name="T86" fmla="*/ 0 w 120"/>
                <a:gd name="T87" fmla="*/ 36 h 172"/>
                <a:gd name="T88" fmla="*/ 7 w 120"/>
                <a:gd name="T89" fmla="*/ 15 h 172"/>
                <a:gd name="T90" fmla="*/ 19 w 120"/>
                <a:gd name="T91" fmla="*/ 0 h 172"/>
                <a:gd name="T92" fmla="*/ 31 w 120"/>
                <a:gd name="T93" fmla="*/ 1 h 172"/>
                <a:gd name="T94" fmla="*/ 49 w 120"/>
                <a:gd name="T9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172">
                  <a:moveTo>
                    <a:pt x="49" y="0"/>
                  </a:moveTo>
                  <a:lnTo>
                    <a:pt x="32" y="21"/>
                  </a:lnTo>
                  <a:lnTo>
                    <a:pt x="47" y="18"/>
                  </a:lnTo>
                  <a:lnTo>
                    <a:pt x="64" y="18"/>
                  </a:lnTo>
                  <a:lnTo>
                    <a:pt x="60" y="34"/>
                  </a:lnTo>
                  <a:lnTo>
                    <a:pt x="46" y="51"/>
                  </a:lnTo>
                  <a:lnTo>
                    <a:pt x="62" y="53"/>
                  </a:lnTo>
                  <a:lnTo>
                    <a:pt x="63" y="55"/>
                  </a:lnTo>
                  <a:lnTo>
                    <a:pt x="76" y="78"/>
                  </a:lnTo>
                  <a:lnTo>
                    <a:pt x="87" y="82"/>
                  </a:lnTo>
                  <a:lnTo>
                    <a:pt x="96" y="104"/>
                  </a:lnTo>
                  <a:lnTo>
                    <a:pt x="101" y="112"/>
                  </a:lnTo>
                  <a:lnTo>
                    <a:pt x="120" y="116"/>
                  </a:lnTo>
                  <a:lnTo>
                    <a:pt x="118" y="129"/>
                  </a:lnTo>
                  <a:lnTo>
                    <a:pt x="110" y="135"/>
                  </a:lnTo>
                  <a:lnTo>
                    <a:pt x="116" y="145"/>
                  </a:lnTo>
                  <a:lnTo>
                    <a:pt x="102" y="155"/>
                  </a:lnTo>
                  <a:lnTo>
                    <a:pt x="81" y="155"/>
                  </a:lnTo>
                  <a:lnTo>
                    <a:pt x="54" y="161"/>
                  </a:lnTo>
                  <a:lnTo>
                    <a:pt x="46" y="157"/>
                  </a:lnTo>
                  <a:lnTo>
                    <a:pt x="36" y="166"/>
                  </a:lnTo>
                  <a:lnTo>
                    <a:pt x="21" y="164"/>
                  </a:lnTo>
                  <a:lnTo>
                    <a:pt x="10" y="172"/>
                  </a:lnTo>
                  <a:lnTo>
                    <a:pt x="1" y="168"/>
                  </a:lnTo>
                  <a:lnTo>
                    <a:pt x="25" y="147"/>
                  </a:lnTo>
                  <a:lnTo>
                    <a:pt x="39" y="142"/>
                  </a:lnTo>
                  <a:lnTo>
                    <a:pt x="39" y="142"/>
                  </a:lnTo>
                  <a:lnTo>
                    <a:pt x="15" y="139"/>
                  </a:lnTo>
                  <a:lnTo>
                    <a:pt x="11" y="131"/>
                  </a:lnTo>
                  <a:lnTo>
                    <a:pt x="27" y="125"/>
                  </a:lnTo>
                  <a:lnTo>
                    <a:pt x="19" y="114"/>
                  </a:lnTo>
                  <a:lnTo>
                    <a:pt x="22" y="101"/>
                  </a:lnTo>
                  <a:lnTo>
                    <a:pt x="45" y="102"/>
                  </a:lnTo>
                  <a:lnTo>
                    <a:pt x="45" y="102"/>
                  </a:lnTo>
                  <a:lnTo>
                    <a:pt x="48" y="91"/>
                  </a:lnTo>
                  <a:lnTo>
                    <a:pt x="38" y="79"/>
                  </a:lnTo>
                  <a:lnTo>
                    <a:pt x="37" y="79"/>
                  </a:lnTo>
                  <a:lnTo>
                    <a:pt x="19" y="75"/>
                  </a:lnTo>
                  <a:lnTo>
                    <a:pt x="15" y="70"/>
                  </a:lnTo>
                  <a:lnTo>
                    <a:pt x="21" y="61"/>
                  </a:lnTo>
                  <a:lnTo>
                    <a:pt x="16" y="55"/>
                  </a:lnTo>
                  <a:lnTo>
                    <a:pt x="8" y="65"/>
                  </a:lnTo>
                  <a:lnTo>
                    <a:pt x="8" y="46"/>
                  </a:lnTo>
                  <a:lnTo>
                    <a:pt x="0" y="36"/>
                  </a:lnTo>
                  <a:lnTo>
                    <a:pt x="7" y="15"/>
                  </a:lnTo>
                  <a:lnTo>
                    <a:pt x="19" y="0"/>
                  </a:lnTo>
                  <a:lnTo>
                    <a:pt x="31" y="1"/>
                  </a:lnTo>
                  <a:lnTo>
                    <a:pt x="49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8" name="Freeform 71">
              <a:extLst>
                <a:ext uri="{FF2B5EF4-FFF2-40B4-BE49-F238E27FC236}">
                  <a16:creationId xmlns:a16="http://schemas.microsoft.com/office/drawing/2014/main" id="{E9AB769D-5C6B-142A-1975-642A6F19F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539" y="2474912"/>
              <a:ext cx="190500" cy="82550"/>
            </a:xfrm>
            <a:custGeom>
              <a:avLst/>
              <a:gdLst>
                <a:gd name="T0" fmla="*/ 33 w 120"/>
                <a:gd name="T1" fmla="*/ 42 h 52"/>
                <a:gd name="T2" fmla="*/ 34 w 120"/>
                <a:gd name="T3" fmla="*/ 33 h 52"/>
                <a:gd name="T4" fmla="*/ 28 w 120"/>
                <a:gd name="T5" fmla="*/ 19 h 52"/>
                <a:gd name="T6" fmla="*/ 17 w 120"/>
                <a:gd name="T7" fmla="*/ 11 h 52"/>
                <a:gd name="T8" fmla="*/ 7 w 120"/>
                <a:gd name="T9" fmla="*/ 9 h 52"/>
                <a:gd name="T10" fmla="*/ 0 w 120"/>
                <a:gd name="T11" fmla="*/ 3 h 52"/>
                <a:gd name="T12" fmla="*/ 1 w 120"/>
                <a:gd name="T13" fmla="*/ 0 h 52"/>
                <a:gd name="T14" fmla="*/ 16 w 120"/>
                <a:gd name="T15" fmla="*/ 4 h 52"/>
                <a:gd name="T16" fmla="*/ 41 w 120"/>
                <a:gd name="T17" fmla="*/ 7 h 52"/>
                <a:gd name="T18" fmla="*/ 66 w 120"/>
                <a:gd name="T19" fmla="*/ 17 h 52"/>
                <a:gd name="T20" fmla="*/ 69 w 120"/>
                <a:gd name="T21" fmla="*/ 21 h 52"/>
                <a:gd name="T22" fmla="*/ 79 w 120"/>
                <a:gd name="T23" fmla="*/ 18 h 52"/>
                <a:gd name="T24" fmla="*/ 95 w 120"/>
                <a:gd name="T25" fmla="*/ 22 h 52"/>
                <a:gd name="T26" fmla="*/ 102 w 120"/>
                <a:gd name="T27" fmla="*/ 30 h 52"/>
                <a:gd name="T28" fmla="*/ 113 w 120"/>
                <a:gd name="T29" fmla="*/ 35 h 52"/>
                <a:gd name="T30" fmla="*/ 110 w 120"/>
                <a:gd name="T31" fmla="*/ 38 h 52"/>
                <a:gd name="T32" fmla="*/ 120 w 120"/>
                <a:gd name="T33" fmla="*/ 49 h 52"/>
                <a:gd name="T34" fmla="*/ 118 w 120"/>
                <a:gd name="T35" fmla="*/ 52 h 52"/>
                <a:gd name="T36" fmla="*/ 109 w 120"/>
                <a:gd name="T37" fmla="*/ 50 h 52"/>
                <a:gd name="T38" fmla="*/ 95 w 120"/>
                <a:gd name="T39" fmla="*/ 44 h 52"/>
                <a:gd name="T40" fmla="*/ 92 w 120"/>
                <a:gd name="T41" fmla="*/ 48 h 52"/>
                <a:gd name="T42" fmla="*/ 69 w 120"/>
                <a:gd name="T43" fmla="*/ 51 h 52"/>
                <a:gd name="T44" fmla="*/ 51 w 120"/>
                <a:gd name="T45" fmla="*/ 41 h 52"/>
                <a:gd name="T46" fmla="*/ 33 w 120"/>
                <a:gd name="T47" fmla="*/ 4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0" h="52">
                  <a:moveTo>
                    <a:pt x="33" y="42"/>
                  </a:moveTo>
                  <a:lnTo>
                    <a:pt x="34" y="33"/>
                  </a:lnTo>
                  <a:lnTo>
                    <a:pt x="28" y="19"/>
                  </a:lnTo>
                  <a:lnTo>
                    <a:pt x="17" y="11"/>
                  </a:lnTo>
                  <a:lnTo>
                    <a:pt x="7" y="9"/>
                  </a:lnTo>
                  <a:lnTo>
                    <a:pt x="0" y="3"/>
                  </a:lnTo>
                  <a:lnTo>
                    <a:pt x="1" y="0"/>
                  </a:lnTo>
                  <a:lnTo>
                    <a:pt x="16" y="4"/>
                  </a:lnTo>
                  <a:lnTo>
                    <a:pt x="41" y="7"/>
                  </a:lnTo>
                  <a:lnTo>
                    <a:pt x="66" y="17"/>
                  </a:lnTo>
                  <a:lnTo>
                    <a:pt x="69" y="21"/>
                  </a:lnTo>
                  <a:lnTo>
                    <a:pt x="79" y="18"/>
                  </a:lnTo>
                  <a:lnTo>
                    <a:pt x="95" y="22"/>
                  </a:lnTo>
                  <a:lnTo>
                    <a:pt x="102" y="30"/>
                  </a:lnTo>
                  <a:lnTo>
                    <a:pt x="113" y="35"/>
                  </a:lnTo>
                  <a:lnTo>
                    <a:pt x="110" y="38"/>
                  </a:lnTo>
                  <a:lnTo>
                    <a:pt x="120" y="49"/>
                  </a:lnTo>
                  <a:lnTo>
                    <a:pt x="118" y="52"/>
                  </a:lnTo>
                  <a:lnTo>
                    <a:pt x="109" y="50"/>
                  </a:lnTo>
                  <a:lnTo>
                    <a:pt x="95" y="44"/>
                  </a:lnTo>
                  <a:lnTo>
                    <a:pt x="92" y="48"/>
                  </a:lnTo>
                  <a:lnTo>
                    <a:pt x="69" y="51"/>
                  </a:lnTo>
                  <a:lnTo>
                    <a:pt x="51" y="41"/>
                  </a:lnTo>
                  <a:lnTo>
                    <a:pt x="33" y="4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89" name="Freeform 72">
              <a:extLst>
                <a:ext uri="{FF2B5EF4-FFF2-40B4-BE49-F238E27FC236}">
                  <a16:creationId xmlns:a16="http://schemas.microsoft.com/office/drawing/2014/main" id="{E940A4CF-87DC-3FFF-FF80-E135BCB78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189" y="3543300"/>
              <a:ext cx="125413" cy="209550"/>
            </a:xfrm>
            <a:custGeom>
              <a:avLst/>
              <a:gdLst>
                <a:gd name="T0" fmla="*/ 79 w 79"/>
                <a:gd name="T1" fmla="*/ 107 h 132"/>
                <a:gd name="T2" fmla="*/ 50 w 79"/>
                <a:gd name="T3" fmla="*/ 119 h 132"/>
                <a:gd name="T4" fmla="*/ 40 w 79"/>
                <a:gd name="T5" fmla="*/ 127 h 132"/>
                <a:gd name="T6" fmla="*/ 23 w 79"/>
                <a:gd name="T7" fmla="*/ 132 h 132"/>
                <a:gd name="T8" fmla="*/ 7 w 79"/>
                <a:gd name="T9" fmla="*/ 127 h 132"/>
                <a:gd name="T10" fmla="*/ 8 w 79"/>
                <a:gd name="T11" fmla="*/ 119 h 132"/>
                <a:gd name="T12" fmla="*/ 0 w 79"/>
                <a:gd name="T13" fmla="*/ 100 h 132"/>
                <a:gd name="T14" fmla="*/ 5 w 79"/>
                <a:gd name="T15" fmla="*/ 77 h 132"/>
                <a:gd name="T16" fmla="*/ 12 w 79"/>
                <a:gd name="T17" fmla="*/ 60 h 132"/>
                <a:gd name="T18" fmla="*/ 8 w 79"/>
                <a:gd name="T19" fmla="*/ 30 h 132"/>
                <a:gd name="T20" fmla="*/ 5 w 79"/>
                <a:gd name="T21" fmla="*/ 14 h 132"/>
                <a:gd name="T22" fmla="*/ 6 w 79"/>
                <a:gd name="T23" fmla="*/ 3 h 132"/>
                <a:gd name="T24" fmla="*/ 37 w 79"/>
                <a:gd name="T25" fmla="*/ 2 h 132"/>
                <a:gd name="T26" fmla="*/ 45 w 79"/>
                <a:gd name="T27" fmla="*/ 3 h 132"/>
                <a:gd name="T28" fmla="*/ 51 w 79"/>
                <a:gd name="T29" fmla="*/ 0 h 132"/>
                <a:gd name="T30" fmla="*/ 60 w 79"/>
                <a:gd name="T31" fmla="*/ 1 h 132"/>
                <a:gd name="T32" fmla="*/ 58 w 79"/>
                <a:gd name="T33" fmla="*/ 8 h 132"/>
                <a:gd name="T34" fmla="*/ 66 w 79"/>
                <a:gd name="T35" fmla="*/ 19 h 132"/>
                <a:gd name="T36" fmla="*/ 66 w 79"/>
                <a:gd name="T37" fmla="*/ 34 h 132"/>
                <a:gd name="T38" fmla="*/ 68 w 79"/>
                <a:gd name="T39" fmla="*/ 50 h 132"/>
                <a:gd name="T40" fmla="*/ 72 w 79"/>
                <a:gd name="T41" fmla="*/ 58 h 132"/>
                <a:gd name="T42" fmla="*/ 68 w 79"/>
                <a:gd name="T43" fmla="*/ 76 h 132"/>
                <a:gd name="T44" fmla="*/ 70 w 79"/>
                <a:gd name="T45" fmla="*/ 87 h 132"/>
                <a:gd name="T46" fmla="*/ 75 w 79"/>
                <a:gd name="T47" fmla="*/ 100 h 132"/>
                <a:gd name="T48" fmla="*/ 79 w 79"/>
                <a:gd name="T49" fmla="*/ 107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9" h="132">
                  <a:moveTo>
                    <a:pt x="79" y="107"/>
                  </a:moveTo>
                  <a:lnTo>
                    <a:pt x="50" y="119"/>
                  </a:lnTo>
                  <a:lnTo>
                    <a:pt x="40" y="127"/>
                  </a:lnTo>
                  <a:lnTo>
                    <a:pt x="23" y="132"/>
                  </a:lnTo>
                  <a:lnTo>
                    <a:pt x="7" y="127"/>
                  </a:lnTo>
                  <a:lnTo>
                    <a:pt x="8" y="119"/>
                  </a:lnTo>
                  <a:lnTo>
                    <a:pt x="0" y="100"/>
                  </a:lnTo>
                  <a:lnTo>
                    <a:pt x="5" y="77"/>
                  </a:lnTo>
                  <a:lnTo>
                    <a:pt x="12" y="60"/>
                  </a:lnTo>
                  <a:lnTo>
                    <a:pt x="8" y="30"/>
                  </a:lnTo>
                  <a:lnTo>
                    <a:pt x="5" y="14"/>
                  </a:lnTo>
                  <a:lnTo>
                    <a:pt x="6" y="3"/>
                  </a:lnTo>
                  <a:lnTo>
                    <a:pt x="37" y="2"/>
                  </a:lnTo>
                  <a:lnTo>
                    <a:pt x="45" y="3"/>
                  </a:lnTo>
                  <a:lnTo>
                    <a:pt x="51" y="0"/>
                  </a:lnTo>
                  <a:lnTo>
                    <a:pt x="60" y="1"/>
                  </a:lnTo>
                  <a:lnTo>
                    <a:pt x="58" y="8"/>
                  </a:lnTo>
                  <a:lnTo>
                    <a:pt x="66" y="19"/>
                  </a:lnTo>
                  <a:lnTo>
                    <a:pt x="66" y="34"/>
                  </a:lnTo>
                  <a:lnTo>
                    <a:pt x="68" y="50"/>
                  </a:lnTo>
                  <a:lnTo>
                    <a:pt x="72" y="58"/>
                  </a:lnTo>
                  <a:lnTo>
                    <a:pt x="68" y="76"/>
                  </a:lnTo>
                  <a:lnTo>
                    <a:pt x="70" y="87"/>
                  </a:lnTo>
                  <a:lnTo>
                    <a:pt x="75" y="100"/>
                  </a:lnTo>
                  <a:lnTo>
                    <a:pt x="79" y="10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0" name="Freeform 73">
              <a:extLst>
                <a:ext uri="{FF2B5EF4-FFF2-40B4-BE49-F238E27FC236}">
                  <a16:creationId xmlns:a16="http://schemas.microsoft.com/office/drawing/2014/main" id="{4C4B9532-2995-BC77-0BB4-0FF4E347A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702" y="3494087"/>
              <a:ext cx="211138" cy="174625"/>
            </a:xfrm>
            <a:custGeom>
              <a:avLst/>
              <a:gdLst>
                <a:gd name="T0" fmla="*/ 116 w 133"/>
                <a:gd name="T1" fmla="*/ 101 h 110"/>
                <a:gd name="T2" fmla="*/ 108 w 133"/>
                <a:gd name="T3" fmla="*/ 110 h 110"/>
                <a:gd name="T4" fmla="*/ 105 w 133"/>
                <a:gd name="T5" fmla="*/ 97 h 110"/>
                <a:gd name="T6" fmla="*/ 93 w 133"/>
                <a:gd name="T7" fmla="*/ 86 h 110"/>
                <a:gd name="T8" fmla="*/ 84 w 133"/>
                <a:gd name="T9" fmla="*/ 88 h 110"/>
                <a:gd name="T10" fmla="*/ 81 w 133"/>
                <a:gd name="T11" fmla="*/ 75 h 110"/>
                <a:gd name="T12" fmla="*/ 78 w 133"/>
                <a:gd name="T13" fmla="*/ 60 h 110"/>
                <a:gd name="T14" fmla="*/ 58 w 133"/>
                <a:gd name="T15" fmla="*/ 53 h 110"/>
                <a:gd name="T16" fmla="*/ 49 w 133"/>
                <a:gd name="T17" fmla="*/ 57 h 110"/>
                <a:gd name="T18" fmla="*/ 44 w 133"/>
                <a:gd name="T19" fmla="*/ 67 h 110"/>
                <a:gd name="T20" fmla="*/ 26 w 133"/>
                <a:gd name="T21" fmla="*/ 64 h 110"/>
                <a:gd name="T22" fmla="*/ 14 w 133"/>
                <a:gd name="T23" fmla="*/ 53 h 110"/>
                <a:gd name="T24" fmla="*/ 8 w 133"/>
                <a:gd name="T25" fmla="*/ 40 h 110"/>
                <a:gd name="T26" fmla="*/ 0 w 133"/>
                <a:gd name="T27" fmla="*/ 32 h 110"/>
                <a:gd name="T28" fmla="*/ 14 w 133"/>
                <a:gd name="T29" fmla="*/ 22 h 110"/>
                <a:gd name="T30" fmla="*/ 22 w 133"/>
                <a:gd name="T31" fmla="*/ 19 h 110"/>
                <a:gd name="T32" fmla="*/ 24 w 133"/>
                <a:gd name="T33" fmla="*/ 9 h 110"/>
                <a:gd name="T34" fmla="*/ 26 w 133"/>
                <a:gd name="T35" fmla="*/ 0 h 110"/>
                <a:gd name="T36" fmla="*/ 48 w 133"/>
                <a:gd name="T37" fmla="*/ 5 h 110"/>
                <a:gd name="T38" fmla="*/ 54 w 133"/>
                <a:gd name="T39" fmla="*/ 2 h 110"/>
                <a:gd name="T40" fmla="*/ 66 w 133"/>
                <a:gd name="T41" fmla="*/ 3 h 110"/>
                <a:gd name="T42" fmla="*/ 70 w 133"/>
                <a:gd name="T43" fmla="*/ 10 h 110"/>
                <a:gd name="T44" fmla="*/ 78 w 133"/>
                <a:gd name="T45" fmla="*/ 8 h 110"/>
                <a:gd name="T46" fmla="*/ 91 w 133"/>
                <a:gd name="T47" fmla="*/ 15 h 110"/>
                <a:gd name="T48" fmla="*/ 102 w 133"/>
                <a:gd name="T49" fmla="*/ 8 h 110"/>
                <a:gd name="T50" fmla="*/ 110 w 133"/>
                <a:gd name="T51" fmla="*/ 6 h 110"/>
                <a:gd name="T52" fmla="*/ 116 w 133"/>
                <a:gd name="T53" fmla="*/ 16 h 110"/>
                <a:gd name="T54" fmla="*/ 120 w 133"/>
                <a:gd name="T55" fmla="*/ 30 h 110"/>
                <a:gd name="T56" fmla="*/ 123 w 133"/>
                <a:gd name="T57" fmla="*/ 35 h 110"/>
                <a:gd name="T58" fmla="*/ 124 w 133"/>
                <a:gd name="T59" fmla="*/ 43 h 110"/>
                <a:gd name="T60" fmla="*/ 126 w 133"/>
                <a:gd name="T61" fmla="*/ 51 h 110"/>
                <a:gd name="T62" fmla="*/ 128 w 133"/>
                <a:gd name="T63" fmla="*/ 67 h 110"/>
                <a:gd name="T64" fmla="*/ 126 w 133"/>
                <a:gd name="T65" fmla="*/ 86 h 110"/>
                <a:gd name="T66" fmla="*/ 126 w 133"/>
                <a:gd name="T67" fmla="*/ 93 h 110"/>
                <a:gd name="T68" fmla="*/ 122 w 133"/>
                <a:gd name="T69" fmla="*/ 10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3" h="110">
                  <a:moveTo>
                    <a:pt x="122" y="102"/>
                  </a:moveTo>
                  <a:lnTo>
                    <a:pt x="116" y="101"/>
                  </a:lnTo>
                  <a:lnTo>
                    <a:pt x="113" y="110"/>
                  </a:lnTo>
                  <a:lnTo>
                    <a:pt x="108" y="110"/>
                  </a:lnTo>
                  <a:lnTo>
                    <a:pt x="104" y="105"/>
                  </a:lnTo>
                  <a:lnTo>
                    <a:pt x="105" y="97"/>
                  </a:lnTo>
                  <a:lnTo>
                    <a:pt x="98" y="84"/>
                  </a:lnTo>
                  <a:lnTo>
                    <a:pt x="93" y="86"/>
                  </a:lnTo>
                  <a:lnTo>
                    <a:pt x="89" y="87"/>
                  </a:lnTo>
                  <a:lnTo>
                    <a:pt x="84" y="88"/>
                  </a:lnTo>
                  <a:lnTo>
                    <a:pt x="84" y="80"/>
                  </a:lnTo>
                  <a:lnTo>
                    <a:pt x="81" y="75"/>
                  </a:lnTo>
                  <a:lnTo>
                    <a:pt x="82" y="69"/>
                  </a:lnTo>
                  <a:lnTo>
                    <a:pt x="78" y="60"/>
                  </a:lnTo>
                  <a:lnTo>
                    <a:pt x="73" y="53"/>
                  </a:lnTo>
                  <a:lnTo>
                    <a:pt x="58" y="53"/>
                  </a:lnTo>
                  <a:lnTo>
                    <a:pt x="54" y="57"/>
                  </a:lnTo>
                  <a:lnTo>
                    <a:pt x="49" y="57"/>
                  </a:lnTo>
                  <a:lnTo>
                    <a:pt x="46" y="61"/>
                  </a:lnTo>
                  <a:lnTo>
                    <a:pt x="44" y="67"/>
                  </a:lnTo>
                  <a:lnTo>
                    <a:pt x="34" y="76"/>
                  </a:lnTo>
                  <a:lnTo>
                    <a:pt x="26" y="64"/>
                  </a:lnTo>
                  <a:lnTo>
                    <a:pt x="19" y="56"/>
                  </a:lnTo>
                  <a:lnTo>
                    <a:pt x="14" y="53"/>
                  </a:lnTo>
                  <a:lnTo>
                    <a:pt x="10" y="49"/>
                  </a:lnTo>
                  <a:lnTo>
                    <a:pt x="8" y="40"/>
                  </a:lnTo>
                  <a:lnTo>
                    <a:pt x="5" y="35"/>
                  </a:lnTo>
                  <a:lnTo>
                    <a:pt x="0" y="32"/>
                  </a:lnTo>
                  <a:lnTo>
                    <a:pt x="8" y="22"/>
                  </a:lnTo>
                  <a:lnTo>
                    <a:pt x="14" y="22"/>
                  </a:lnTo>
                  <a:lnTo>
                    <a:pt x="18" y="19"/>
                  </a:lnTo>
                  <a:lnTo>
                    <a:pt x="22" y="19"/>
                  </a:lnTo>
                  <a:lnTo>
                    <a:pt x="25" y="16"/>
                  </a:lnTo>
                  <a:lnTo>
                    <a:pt x="24" y="9"/>
                  </a:lnTo>
                  <a:lnTo>
                    <a:pt x="26" y="7"/>
                  </a:lnTo>
                  <a:lnTo>
                    <a:pt x="26" y="0"/>
                  </a:lnTo>
                  <a:lnTo>
                    <a:pt x="35" y="0"/>
                  </a:lnTo>
                  <a:lnTo>
                    <a:pt x="48" y="5"/>
                  </a:lnTo>
                  <a:lnTo>
                    <a:pt x="52" y="5"/>
                  </a:lnTo>
                  <a:lnTo>
                    <a:pt x="54" y="2"/>
                  </a:lnTo>
                  <a:lnTo>
                    <a:pt x="64" y="4"/>
                  </a:lnTo>
                  <a:lnTo>
                    <a:pt x="66" y="3"/>
                  </a:lnTo>
                  <a:lnTo>
                    <a:pt x="67" y="10"/>
                  </a:lnTo>
                  <a:lnTo>
                    <a:pt x="70" y="10"/>
                  </a:lnTo>
                  <a:lnTo>
                    <a:pt x="75" y="8"/>
                  </a:lnTo>
                  <a:lnTo>
                    <a:pt x="78" y="8"/>
                  </a:lnTo>
                  <a:lnTo>
                    <a:pt x="83" y="14"/>
                  </a:lnTo>
                  <a:lnTo>
                    <a:pt x="91" y="15"/>
                  </a:lnTo>
                  <a:lnTo>
                    <a:pt x="96" y="11"/>
                  </a:lnTo>
                  <a:lnTo>
                    <a:pt x="102" y="8"/>
                  </a:lnTo>
                  <a:lnTo>
                    <a:pt x="106" y="5"/>
                  </a:lnTo>
                  <a:lnTo>
                    <a:pt x="110" y="6"/>
                  </a:lnTo>
                  <a:lnTo>
                    <a:pt x="114" y="10"/>
                  </a:lnTo>
                  <a:lnTo>
                    <a:pt x="116" y="16"/>
                  </a:lnTo>
                  <a:lnTo>
                    <a:pt x="123" y="25"/>
                  </a:lnTo>
                  <a:lnTo>
                    <a:pt x="120" y="30"/>
                  </a:lnTo>
                  <a:lnTo>
                    <a:pt x="119" y="37"/>
                  </a:lnTo>
                  <a:lnTo>
                    <a:pt x="123" y="35"/>
                  </a:lnTo>
                  <a:lnTo>
                    <a:pt x="125" y="37"/>
                  </a:lnTo>
                  <a:lnTo>
                    <a:pt x="124" y="43"/>
                  </a:lnTo>
                  <a:lnTo>
                    <a:pt x="130" y="49"/>
                  </a:lnTo>
                  <a:lnTo>
                    <a:pt x="126" y="51"/>
                  </a:lnTo>
                  <a:lnTo>
                    <a:pt x="124" y="58"/>
                  </a:lnTo>
                  <a:lnTo>
                    <a:pt x="128" y="67"/>
                  </a:lnTo>
                  <a:lnTo>
                    <a:pt x="133" y="83"/>
                  </a:lnTo>
                  <a:lnTo>
                    <a:pt x="126" y="86"/>
                  </a:lnTo>
                  <a:lnTo>
                    <a:pt x="124" y="89"/>
                  </a:lnTo>
                  <a:lnTo>
                    <a:pt x="126" y="93"/>
                  </a:lnTo>
                  <a:lnTo>
                    <a:pt x="125" y="102"/>
                  </a:lnTo>
                  <a:lnTo>
                    <a:pt x="122" y="10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1" name="Freeform 74">
              <a:extLst>
                <a:ext uri="{FF2B5EF4-FFF2-40B4-BE49-F238E27FC236}">
                  <a16:creationId xmlns:a16="http://schemas.microsoft.com/office/drawing/2014/main" id="{FD75744E-5F96-CBF4-945F-9425FA173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489" y="3451225"/>
              <a:ext cx="87313" cy="25400"/>
            </a:xfrm>
            <a:custGeom>
              <a:avLst/>
              <a:gdLst>
                <a:gd name="T0" fmla="*/ 0 w 55"/>
                <a:gd name="T1" fmla="*/ 15 h 16"/>
                <a:gd name="T2" fmla="*/ 3 w 55"/>
                <a:gd name="T3" fmla="*/ 6 h 16"/>
                <a:gd name="T4" fmla="*/ 23 w 55"/>
                <a:gd name="T5" fmla="*/ 5 h 16"/>
                <a:gd name="T6" fmla="*/ 27 w 55"/>
                <a:gd name="T7" fmla="*/ 0 h 16"/>
                <a:gd name="T8" fmla="*/ 33 w 55"/>
                <a:gd name="T9" fmla="*/ 0 h 16"/>
                <a:gd name="T10" fmla="*/ 40 w 55"/>
                <a:gd name="T11" fmla="*/ 5 h 16"/>
                <a:gd name="T12" fmla="*/ 45 w 55"/>
                <a:gd name="T13" fmla="*/ 5 h 16"/>
                <a:gd name="T14" fmla="*/ 51 w 55"/>
                <a:gd name="T15" fmla="*/ 2 h 16"/>
                <a:gd name="T16" fmla="*/ 55 w 55"/>
                <a:gd name="T17" fmla="*/ 8 h 16"/>
                <a:gd name="T18" fmla="*/ 47 w 55"/>
                <a:gd name="T19" fmla="*/ 13 h 16"/>
                <a:gd name="T20" fmla="*/ 39 w 55"/>
                <a:gd name="T21" fmla="*/ 12 h 16"/>
                <a:gd name="T22" fmla="*/ 31 w 55"/>
                <a:gd name="T23" fmla="*/ 8 h 16"/>
                <a:gd name="T24" fmla="*/ 25 w 55"/>
                <a:gd name="T25" fmla="*/ 13 h 16"/>
                <a:gd name="T26" fmla="*/ 21 w 55"/>
                <a:gd name="T27" fmla="*/ 13 h 16"/>
                <a:gd name="T28" fmla="*/ 17 w 55"/>
                <a:gd name="T29" fmla="*/ 16 h 16"/>
                <a:gd name="T30" fmla="*/ 0 w 55"/>
                <a:gd name="T31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16">
                  <a:moveTo>
                    <a:pt x="0" y="15"/>
                  </a:moveTo>
                  <a:lnTo>
                    <a:pt x="3" y="6"/>
                  </a:lnTo>
                  <a:lnTo>
                    <a:pt x="23" y="5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40" y="5"/>
                  </a:lnTo>
                  <a:lnTo>
                    <a:pt x="45" y="5"/>
                  </a:lnTo>
                  <a:lnTo>
                    <a:pt x="51" y="2"/>
                  </a:lnTo>
                  <a:lnTo>
                    <a:pt x="55" y="8"/>
                  </a:lnTo>
                  <a:lnTo>
                    <a:pt x="47" y="13"/>
                  </a:lnTo>
                  <a:lnTo>
                    <a:pt x="39" y="12"/>
                  </a:lnTo>
                  <a:lnTo>
                    <a:pt x="31" y="8"/>
                  </a:lnTo>
                  <a:lnTo>
                    <a:pt x="25" y="13"/>
                  </a:lnTo>
                  <a:lnTo>
                    <a:pt x="21" y="13"/>
                  </a:lnTo>
                  <a:lnTo>
                    <a:pt x="17" y="16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2" name="Freeform 75">
              <a:extLst>
                <a:ext uri="{FF2B5EF4-FFF2-40B4-BE49-F238E27FC236}">
                  <a16:creationId xmlns:a16="http://schemas.microsoft.com/office/drawing/2014/main" id="{628B75F9-A31A-036F-A73C-7F30BAA2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252" y="3492500"/>
              <a:ext cx="85725" cy="52388"/>
            </a:xfrm>
            <a:custGeom>
              <a:avLst/>
              <a:gdLst>
                <a:gd name="T0" fmla="*/ 28 w 54"/>
                <a:gd name="T1" fmla="*/ 33 h 33"/>
                <a:gd name="T2" fmla="*/ 18 w 54"/>
                <a:gd name="T3" fmla="*/ 24 h 33"/>
                <a:gd name="T4" fmla="*/ 10 w 54"/>
                <a:gd name="T5" fmla="*/ 23 h 33"/>
                <a:gd name="T6" fmla="*/ 6 w 54"/>
                <a:gd name="T7" fmla="*/ 17 h 33"/>
                <a:gd name="T8" fmla="*/ 6 w 54"/>
                <a:gd name="T9" fmla="*/ 14 h 33"/>
                <a:gd name="T10" fmla="*/ 1 w 54"/>
                <a:gd name="T11" fmla="*/ 10 h 33"/>
                <a:gd name="T12" fmla="*/ 0 w 54"/>
                <a:gd name="T13" fmla="*/ 5 h 33"/>
                <a:gd name="T14" fmla="*/ 10 w 54"/>
                <a:gd name="T15" fmla="*/ 2 h 33"/>
                <a:gd name="T16" fmla="*/ 16 w 54"/>
                <a:gd name="T17" fmla="*/ 2 h 33"/>
                <a:gd name="T18" fmla="*/ 21 w 54"/>
                <a:gd name="T19" fmla="*/ 0 h 33"/>
                <a:gd name="T20" fmla="*/ 54 w 54"/>
                <a:gd name="T21" fmla="*/ 1 h 33"/>
                <a:gd name="T22" fmla="*/ 54 w 54"/>
                <a:gd name="T23" fmla="*/ 8 h 33"/>
                <a:gd name="T24" fmla="*/ 52 w 54"/>
                <a:gd name="T25" fmla="*/ 10 h 33"/>
                <a:gd name="T26" fmla="*/ 53 w 54"/>
                <a:gd name="T27" fmla="*/ 17 h 33"/>
                <a:gd name="T28" fmla="*/ 50 w 54"/>
                <a:gd name="T29" fmla="*/ 20 h 33"/>
                <a:gd name="T30" fmla="*/ 46 w 54"/>
                <a:gd name="T31" fmla="*/ 20 h 33"/>
                <a:gd name="T32" fmla="*/ 42 w 54"/>
                <a:gd name="T33" fmla="*/ 23 h 33"/>
                <a:gd name="T34" fmla="*/ 36 w 54"/>
                <a:gd name="T35" fmla="*/ 23 h 33"/>
                <a:gd name="T36" fmla="*/ 28 w 54"/>
                <a:gd name="T3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3">
                  <a:moveTo>
                    <a:pt x="28" y="33"/>
                  </a:moveTo>
                  <a:lnTo>
                    <a:pt x="18" y="24"/>
                  </a:lnTo>
                  <a:lnTo>
                    <a:pt x="10" y="23"/>
                  </a:lnTo>
                  <a:lnTo>
                    <a:pt x="6" y="17"/>
                  </a:lnTo>
                  <a:lnTo>
                    <a:pt x="6" y="14"/>
                  </a:lnTo>
                  <a:lnTo>
                    <a:pt x="1" y="10"/>
                  </a:lnTo>
                  <a:lnTo>
                    <a:pt x="0" y="5"/>
                  </a:lnTo>
                  <a:lnTo>
                    <a:pt x="10" y="2"/>
                  </a:lnTo>
                  <a:lnTo>
                    <a:pt x="16" y="2"/>
                  </a:lnTo>
                  <a:lnTo>
                    <a:pt x="21" y="0"/>
                  </a:lnTo>
                  <a:lnTo>
                    <a:pt x="54" y="1"/>
                  </a:lnTo>
                  <a:lnTo>
                    <a:pt x="54" y="8"/>
                  </a:lnTo>
                  <a:lnTo>
                    <a:pt x="52" y="10"/>
                  </a:lnTo>
                  <a:lnTo>
                    <a:pt x="53" y="17"/>
                  </a:lnTo>
                  <a:lnTo>
                    <a:pt x="50" y="20"/>
                  </a:lnTo>
                  <a:lnTo>
                    <a:pt x="46" y="20"/>
                  </a:lnTo>
                  <a:lnTo>
                    <a:pt x="42" y="23"/>
                  </a:lnTo>
                  <a:lnTo>
                    <a:pt x="36" y="23"/>
                  </a:lnTo>
                  <a:lnTo>
                    <a:pt x="28" y="3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3" name="Freeform 76">
              <a:extLst>
                <a:ext uri="{FF2B5EF4-FFF2-40B4-BE49-F238E27FC236}">
                  <a16:creationId xmlns:a16="http://schemas.microsoft.com/office/drawing/2014/main" id="{6CCF992C-55BA-2C81-C60C-908BD4304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5314" y="3833813"/>
              <a:ext cx="58738" cy="41275"/>
            </a:xfrm>
            <a:custGeom>
              <a:avLst/>
              <a:gdLst>
                <a:gd name="T0" fmla="*/ 4 w 37"/>
                <a:gd name="T1" fmla="*/ 26 h 26"/>
                <a:gd name="T2" fmla="*/ 0 w 37"/>
                <a:gd name="T3" fmla="*/ 23 h 26"/>
                <a:gd name="T4" fmla="*/ 7 w 37"/>
                <a:gd name="T5" fmla="*/ 0 h 26"/>
                <a:gd name="T6" fmla="*/ 37 w 37"/>
                <a:gd name="T7" fmla="*/ 0 h 26"/>
                <a:gd name="T8" fmla="*/ 37 w 37"/>
                <a:gd name="T9" fmla="*/ 25 h 26"/>
                <a:gd name="T10" fmla="*/ 10 w 37"/>
                <a:gd name="T11" fmla="*/ 25 h 26"/>
                <a:gd name="T12" fmla="*/ 4 w 37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6">
                  <a:moveTo>
                    <a:pt x="4" y="26"/>
                  </a:moveTo>
                  <a:lnTo>
                    <a:pt x="0" y="23"/>
                  </a:lnTo>
                  <a:lnTo>
                    <a:pt x="7" y="0"/>
                  </a:lnTo>
                  <a:lnTo>
                    <a:pt x="37" y="0"/>
                  </a:lnTo>
                  <a:lnTo>
                    <a:pt x="37" y="25"/>
                  </a:lnTo>
                  <a:lnTo>
                    <a:pt x="10" y="25"/>
                  </a:lnTo>
                  <a:lnTo>
                    <a:pt x="4" y="2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4" name="Freeform 77">
              <a:extLst>
                <a:ext uri="{FF2B5EF4-FFF2-40B4-BE49-F238E27FC236}">
                  <a16:creationId xmlns:a16="http://schemas.microsoft.com/office/drawing/2014/main" id="{973267C4-3D2B-9A5B-F5EB-7558C4E1C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964" y="2732087"/>
              <a:ext cx="76200" cy="25400"/>
            </a:xfrm>
            <a:custGeom>
              <a:avLst/>
              <a:gdLst>
                <a:gd name="T0" fmla="*/ 2 w 48"/>
                <a:gd name="T1" fmla="*/ 0 h 16"/>
                <a:gd name="T2" fmla="*/ 12 w 48"/>
                <a:gd name="T3" fmla="*/ 7 h 16"/>
                <a:gd name="T4" fmla="*/ 25 w 48"/>
                <a:gd name="T5" fmla="*/ 6 h 16"/>
                <a:gd name="T6" fmla="*/ 39 w 48"/>
                <a:gd name="T7" fmla="*/ 7 h 16"/>
                <a:gd name="T8" fmla="*/ 38 w 48"/>
                <a:gd name="T9" fmla="*/ 11 h 16"/>
                <a:gd name="T10" fmla="*/ 48 w 48"/>
                <a:gd name="T11" fmla="*/ 8 h 16"/>
                <a:gd name="T12" fmla="*/ 46 w 48"/>
                <a:gd name="T13" fmla="*/ 14 h 16"/>
                <a:gd name="T14" fmla="*/ 21 w 48"/>
                <a:gd name="T15" fmla="*/ 16 h 16"/>
                <a:gd name="T16" fmla="*/ 21 w 48"/>
                <a:gd name="T17" fmla="*/ 13 h 16"/>
                <a:gd name="T18" fmla="*/ 0 w 48"/>
                <a:gd name="T19" fmla="*/ 9 h 16"/>
                <a:gd name="T20" fmla="*/ 2 w 48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16">
                  <a:moveTo>
                    <a:pt x="2" y="0"/>
                  </a:moveTo>
                  <a:lnTo>
                    <a:pt x="12" y="7"/>
                  </a:lnTo>
                  <a:lnTo>
                    <a:pt x="25" y="6"/>
                  </a:lnTo>
                  <a:lnTo>
                    <a:pt x="39" y="7"/>
                  </a:lnTo>
                  <a:lnTo>
                    <a:pt x="38" y="11"/>
                  </a:lnTo>
                  <a:lnTo>
                    <a:pt x="48" y="8"/>
                  </a:lnTo>
                  <a:lnTo>
                    <a:pt x="46" y="14"/>
                  </a:lnTo>
                  <a:lnTo>
                    <a:pt x="21" y="16"/>
                  </a:lnTo>
                  <a:lnTo>
                    <a:pt x="21" y="13"/>
                  </a:lnTo>
                  <a:lnTo>
                    <a:pt x="0" y="9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5" name="Freeform 78">
              <a:extLst>
                <a:ext uri="{FF2B5EF4-FFF2-40B4-BE49-F238E27FC236}">
                  <a16:creationId xmlns:a16="http://schemas.microsoft.com/office/drawing/2014/main" id="{912E0616-9DE5-240A-2CFA-5C20D309D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777" y="2532062"/>
              <a:ext cx="166688" cy="176213"/>
            </a:xfrm>
            <a:custGeom>
              <a:avLst/>
              <a:gdLst>
                <a:gd name="T0" fmla="*/ 105 w 105"/>
                <a:gd name="T1" fmla="*/ 5 h 111"/>
                <a:gd name="T2" fmla="*/ 101 w 105"/>
                <a:gd name="T3" fmla="*/ 18 h 111"/>
                <a:gd name="T4" fmla="*/ 98 w 105"/>
                <a:gd name="T5" fmla="*/ 20 h 111"/>
                <a:gd name="T6" fmla="*/ 87 w 105"/>
                <a:gd name="T7" fmla="*/ 20 h 111"/>
                <a:gd name="T8" fmla="*/ 78 w 105"/>
                <a:gd name="T9" fmla="*/ 18 h 111"/>
                <a:gd name="T10" fmla="*/ 58 w 105"/>
                <a:gd name="T11" fmla="*/ 23 h 111"/>
                <a:gd name="T12" fmla="*/ 71 w 105"/>
                <a:gd name="T13" fmla="*/ 35 h 111"/>
                <a:gd name="T14" fmla="*/ 63 w 105"/>
                <a:gd name="T15" fmla="*/ 38 h 111"/>
                <a:gd name="T16" fmla="*/ 54 w 105"/>
                <a:gd name="T17" fmla="*/ 38 h 111"/>
                <a:gd name="T18" fmla="*/ 44 w 105"/>
                <a:gd name="T19" fmla="*/ 28 h 111"/>
                <a:gd name="T20" fmla="*/ 41 w 105"/>
                <a:gd name="T21" fmla="*/ 32 h 111"/>
                <a:gd name="T22" fmla="*/ 46 w 105"/>
                <a:gd name="T23" fmla="*/ 44 h 111"/>
                <a:gd name="T24" fmla="*/ 55 w 105"/>
                <a:gd name="T25" fmla="*/ 54 h 111"/>
                <a:gd name="T26" fmla="*/ 49 w 105"/>
                <a:gd name="T27" fmla="*/ 59 h 111"/>
                <a:gd name="T28" fmla="*/ 59 w 105"/>
                <a:gd name="T29" fmla="*/ 68 h 111"/>
                <a:gd name="T30" fmla="*/ 68 w 105"/>
                <a:gd name="T31" fmla="*/ 74 h 111"/>
                <a:gd name="T32" fmla="*/ 70 w 105"/>
                <a:gd name="T33" fmla="*/ 86 h 111"/>
                <a:gd name="T34" fmla="*/ 53 w 105"/>
                <a:gd name="T35" fmla="*/ 80 h 111"/>
                <a:gd name="T36" fmla="*/ 59 w 105"/>
                <a:gd name="T37" fmla="*/ 91 h 111"/>
                <a:gd name="T38" fmla="*/ 49 w 105"/>
                <a:gd name="T39" fmla="*/ 93 h 111"/>
                <a:gd name="T40" fmla="*/ 57 w 105"/>
                <a:gd name="T41" fmla="*/ 111 h 111"/>
                <a:gd name="T42" fmla="*/ 45 w 105"/>
                <a:gd name="T43" fmla="*/ 111 h 111"/>
                <a:gd name="T44" fmla="*/ 30 w 105"/>
                <a:gd name="T45" fmla="*/ 102 h 111"/>
                <a:gd name="T46" fmla="*/ 23 w 105"/>
                <a:gd name="T47" fmla="*/ 86 h 111"/>
                <a:gd name="T48" fmla="*/ 19 w 105"/>
                <a:gd name="T49" fmla="*/ 72 h 111"/>
                <a:gd name="T50" fmla="*/ 11 w 105"/>
                <a:gd name="T51" fmla="*/ 63 h 111"/>
                <a:gd name="T52" fmla="*/ 2 w 105"/>
                <a:gd name="T53" fmla="*/ 51 h 111"/>
                <a:gd name="T54" fmla="*/ 0 w 105"/>
                <a:gd name="T55" fmla="*/ 45 h 111"/>
                <a:gd name="T56" fmla="*/ 7 w 105"/>
                <a:gd name="T57" fmla="*/ 35 h 111"/>
                <a:gd name="T58" fmla="*/ 7 w 105"/>
                <a:gd name="T59" fmla="*/ 28 h 111"/>
                <a:gd name="T60" fmla="*/ 13 w 105"/>
                <a:gd name="T61" fmla="*/ 26 h 111"/>
                <a:gd name="T62" fmla="*/ 13 w 105"/>
                <a:gd name="T63" fmla="*/ 20 h 111"/>
                <a:gd name="T64" fmla="*/ 24 w 105"/>
                <a:gd name="T65" fmla="*/ 18 h 111"/>
                <a:gd name="T66" fmla="*/ 30 w 105"/>
                <a:gd name="T67" fmla="*/ 14 h 111"/>
                <a:gd name="T68" fmla="*/ 39 w 105"/>
                <a:gd name="T69" fmla="*/ 14 h 111"/>
                <a:gd name="T70" fmla="*/ 41 w 105"/>
                <a:gd name="T71" fmla="*/ 10 h 111"/>
                <a:gd name="T72" fmla="*/ 44 w 105"/>
                <a:gd name="T73" fmla="*/ 10 h 111"/>
                <a:gd name="T74" fmla="*/ 57 w 105"/>
                <a:gd name="T75" fmla="*/ 10 h 111"/>
                <a:gd name="T76" fmla="*/ 70 w 105"/>
                <a:gd name="T77" fmla="*/ 5 h 111"/>
                <a:gd name="T78" fmla="*/ 82 w 105"/>
                <a:gd name="T79" fmla="*/ 12 h 111"/>
                <a:gd name="T80" fmla="*/ 97 w 105"/>
                <a:gd name="T81" fmla="*/ 10 h 111"/>
                <a:gd name="T82" fmla="*/ 96 w 105"/>
                <a:gd name="T83" fmla="*/ 0 h 111"/>
                <a:gd name="T84" fmla="*/ 105 w 105"/>
                <a:gd name="T85" fmla="*/ 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5" h="111">
                  <a:moveTo>
                    <a:pt x="105" y="5"/>
                  </a:moveTo>
                  <a:lnTo>
                    <a:pt x="101" y="18"/>
                  </a:lnTo>
                  <a:lnTo>
                    <a:pt x="98" y="20"/>
                  </a:lnTo>
                  <a:lnTo>
                    <a:pt x="87" y="20"/>
                  </a:lnTo>
                  <a:lnTo>
                    <a:pt x="78" y="18"/>
                  </a:lnTo>
                  <a:lnTo>
                    <a:pt x="58" y="23"/>
                  </a:lnTo>
                  <a:lnTo>
                    <a:pt x="71" y="35"/>
                  </a:lnTo>
                  <a:lnTo>
                    <a:pt x="63" y="38"/>
                  </a:lnTo>
                  <a:lnTo>
                    <a:pt x="54" y="38"/>
                  </a:lnTo>
                  <a:lnTo>
                    <a:pt x="44" y="28"/>
                  </a:lnTo>
                  <a:lnTo>
                    <a:pt x="41" y="32"/>
                  </a:lnTo>
                  <a:lnTo>
                    <a:pt x="46" y="44"/>
                  </a:lnTo>
                  <a:lnTo>
                    <a:pt x="55" y="54"/>
                  </a:lnTo>
                  <a:lnTo>
                    <a:pt x="49" y="59"/>
                  </a:lnTo>
                  <a:lnTo>
                    <a:pt x="59" y="68"/>
                  </a:lnTo>
                  <a:lnTo>
                    <a:pt x="68" y="74"/>
                  </a:lnTo>
                  <a:lnTo>
                    <a:pt x="70" y="86"/>
                  </a:lnTo>
                  <a:lnTo>
                    <a:pt x="53" y="80"/>
                  </a:lnTo>
                  <a:lnTo>
                    <a:pt x="59" y="91"/>
                  </a:lnTo>
                  <a:lnTo>
                    <a:pt x="49" y="93"/>
                  </a:lnTo>
                  <a:lnTo>
                    <a:pt x="57" y="111"/>
                  </a:lnTo>
                  <a:lnTo>
                    <a:pt x="45" y="111"/>
                  </a:lnTo>
                  <a:lnTo>
                    <a:pt x="30" y="102"/>
                  </a:lnTo>
                  <a:lnTo>
                    <a:pt x="23" y="86"/>
                  </a:lnTo>
                  <a:lnTo>
                    <a:pt x="19" y="72"/>
                  </a:lnTo>
                  <a:lnTo>
                    <a:pt x="11" y="63"/>
                  </a:lnTo>
                  <a:lnTo>
                    <a:pt x="2" y="51"/>
                  </a:lnTo>
                  <a:lnTo>
                    <a:pt x="0" y="45"/>
                  </a:lnTo>
                  <a:lnTo>
                    <a:pt x="7" y="35"/>
                  </a:lnTo>
                  <a:lnTo>
                    <a:pt x="7" y="28"/>
                  </a:lnTo>
                  <a:lnTo>
                    <a:pt x="13" y="26"/>
                  </a:lnTo>
                  <a:lnTo>
                    <a:pt x="13" y="20"/>
                  </a:lnTo>
                  <a:lnTo>
                    <a:pt x="24" y="18"/>
                  </a:lnTo>
                  <a:lnTo>
                    <a:pt x="30" y="14"/>
                  </a:lnTo>
                  <a:lnTo>
                    <a:pt x="39" y="14"/>
                  </a:lnTo>
                  <a:lnTo>
                    <a:pt x="41" y="10"/>
                  </a:lnTo>
                  <a:lnTo>
                    <a:pt x="44" y="10"/>
                  </a:lnTo>
                  <a:lnTo>
                    <a:pt x="57" y="10"/>
                  </a:lnTo>
                  <a:lnTo>
                    <a:pt x="70" y="5"/>
                  </a:lnTo>
                  <a:lnTo>
                    <a:pt x="82" y="12"/>
                  </a:lnTo>
                  <a:lnTo>
                    <a:pt x="97" y="10"/>
                  </a:lnTo>
                  <a:lnTo>
                    <a:pt x="96" y="0"/>
                  </a:lnTo>
                  <a:lnTo>
                    <a:pt x="105" y="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6" name="Freeform 79">
              <a:extLst>
                <a:ext uri="{FF2B5EF4-FFF2-40B4-BE49-F238E27FC236}">
                  <a16:creationId xmlns:a16="http://schemas.microsoft.com/office/drawing/2014/main" id="{A6CAA617-5ECC-21D4-38C0-4A56ADD68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252" y="1341437"/>
              <a:ext cx="1154113" cy="609600"/>
            </a:xfrm>
            <a:custGeom>
              <a:avLst/>
              <a:gdLst>
                <a:gd name="T0" fmla="*/ 429 w 727"/>
                <a:gd name="T1" fmla="*/ 5 h 384"/>
                <a:gd name="T2" fmla="*/ 571 w 727"/>
                <a:gd name="T3" fmla="*/ 1 h 384"/>
                <a:gd name="T4" fmla="*/ 571 w 727"/>
                <a:gd name="T5" fmla="*/ 16 h 384"/>
                <a:gd name="T6" fmla="*/ 556 w 727"/>
                <a:gd name="T7" fmla="*/ 18 h 384"/>
                <a:gd name="T8" fmla="*/ 618 w 727"/>
                <a:gd name="T9" fmla="*/ 23 h 384"/>
                <a:gd name="T10" fmla="*/ 689 w 727"/>
                <a:gd name="T11" fmla="*/ 20 h 384"/>
                <a:gd name="T12" fmla="*/ 679 w 727"/>
                <a:gd name="T13" fmla="*/ 38 h 384"/>
                <a:gd name="T14" fmla="*/ 662 w 727"/>
                <a:gd name="T15" fmla="*/ 44 h 384"/>
                <a:gd name="T16" fmla="*/ 631 w 727"/>
                <a:gd name="T17" fmla="*/ 79 h 384"/>
                <a:gd name="T18" fmla="*/ 603 w 727"/>
                <a:gd name="T19" fmla="*/ 94 h 384"/>
                <a:gd name="T20" fmla="*/ 610 w 727"/>
                <a:gd name="T21" fmla="*/ 116 h 384"/>
                <a:gd name="T22" fmla="*/ 608 w 727"/>
                <a:gd name="T23" fmla="*/ 138 h 384"/>
                <a:gd name="T24" fmla="*/ 567 w 727"/>
                <a:gd name="T25" fmla="*/ 146 h 384"/>
                <a:gd name="T26" fmla="*/ 555 w 727"/>
                <a:gd name="T27" fmla="*/ 158 h 384"/>
                <a:gd name="T28" fmla="*/ 578 w 727"/>
                <a:gd name="T29" fmla="*/ 176 h 384"/>
                <a:gd name="T30" fmla="*/ 548 w 727"/>
                <a:gd name="T31" fmla="*/ 187 h 384"/>
                <a:gd name="T32" fmla="*/ 518 w 727"/>
                <a:gd name="T33" fmla="*/ 198 h 384"/>
                <a:gd name="T34" fmla="*/ 532 w 727"/>
                <a:gd name="T35" fmla="*/ 214 h 384"/>
                <a:gd name="T36" fmla="*/ 436 w 727"/>
                <a:gd name="T37" fmla="*/ 234 h 384"/>
                <a:gd name="T38" fmla="*/ 362 w 727"/>
                <a:gd name="T39" fmla="*/ 273 h 384"/>
                <a:gd name="T40" fmla="*/ 311 w 727"/>
                <a:gd name="T41" fmla="*/ 282 h 384"/>
                <a:gd name="T42" fmla="*/ 280 w 727"/>
                <a:gd name="T43" fmla="*/ 319 h 384"/>
                <a:gd name="T44" fmla="*/ 241 w 727"/>
                <a:gd name="T45" fmla="*/ 364 h 384"/>
                <a:gd name="T46" fmla="*/ 190 w 727"/>
                <a:gd name="T47" fmla="*/ 369 h 384"/>
                <a:gd name="T48" fmla="*/ 148 w 727"/>
                <a:gd name="T49" fmla="*/ 340 h 384"/>
                <a:gd name="T50" fmla="*/ 136 w 727"/>
                <a:gd name="T51" fmla="*/ 288 h 384"/>
                <a:gd name="T52" fmla="*/ 129 w 727"/>
                <a:gd name="T53" fmla="*/ 251 h 384"/>
                <a:gd name="T54" fmla="*/ 185 w 727"/>
                <a:gd name="T55" fmla="*/ 216 h 384"/>
                <a:gd name="T56" fmla="*/ 167 w 727"/>
                <a:gd name="T57" fmla="*/ 211 h 384"/>
                <a:gd name="T58" fmla="*/ 146 w 727"/>
                <a:gd name="T59" fmla="*/ 196 h 384"/>
                <a:gd name="T60" fmla="*/ 193 w 727"/>
                <a:gd name="T61" fmla="*/ 191 h 384"/>
                <a:gd name="T62" fmla="*/ 153 w 727"/>
                <a:gd name="T63" fmla="*/ 177 h 384"/>
                <a:gd name="T64" fmla="*/ 163 w 727"/>
                <a:gd name="T65" fmla="*/ 151 h 384"/>
                <a:gd name="T66" fmla="*/ 143 w 727"/>
                <a:gd name="T67" fmla="*/ 117 h 384"/>
                <a:gd name="T68" fmla="*/ 96 w 727"/>
                <a:gd name="T69" fmla="*/ 101 h 384"/>
                <a:gd name="T70" fmla="*/ 23 w 727"/>
                <a:gd name="T71" fmla="*/ 98 h 384"/>
                <a:gd name="T72" fmla="*/ 69 w 727"/>
                <a:gd name="T73" fmla="*/ 83 h 384"/>
                <a:gd name="T74" fmla="*/ 7 w 727"/>
                <a:gd name="T75" fmla="*/ 67 h 384"/>
                <a:gd name="T76" fmla="*/ 114 w 727"/>
                <a:gd name="T77" fmla="*/ 49 h 384"/>
                <a:gd name="T78" fmla="*/ 148 w 727"/>
                <a:gd name="T79" fmla="*/ 29 h 384"/>
                <a:gd name="T80" fmla="*/ 195 w 727"/>
                <a:gd name="T81" fmla="*/ 19 h 384"/>
                <a:gd name="T82" fmla="*/ 274 w 727"/>
                <a:gd name="T83" fmla="*/ 21 h 384"/>
                <a:gd name="T84" fmla="*/ 347 w 727"/>
                <a:gd name="T85" fmla="*/ 20 h 384"/>
                <a:gd name="T86" fmla="*/ 350 w 727"/>
                <a:gd name="T87" fmla="*/ 1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7" h="384">
                  <a:moveTo>
                    <a:pt x="350" y="12"/>
                  </a:moveTo>
                  <a:lnTo>
                    <a:pt x="392" y="5"/>
                  </a:lnTo>
                  <a:lnTo>
                    <a:pt x="429" y="5"/>
                  </a:lnTo>
                  <a:lnTo>
                    <a:pt x="446" y="1"/>
                  </a:lnTo>
                  <a:lnTo>
                    <a:pt x="485" y="0"/>
                  </a:lnTo>
                  <a:lnTo>
                    <a:pt x="571" y="1"/>
                  </a:lnTo>
                  <a:lnTo>
                    <a:pt x="636" y="10"/>
                  </a:lnTo>
                  <a:lnTo>
                    <a:pt x="614" y="15"/>
                  </a:lnTo>
                  <a:lnTo>
                    <a:pt x="571" y="16"/>
                  </a:lnTo>
                  <a:lnTo>
                    <a:pt x="511" y="17"/>
                  </a:lnTo>
                  <a:lnTo>
                    <a:pt x="516" y="19"/>
                  </a:lnTo>
                  <a:lnTo>
                    <a:pt x="556" y="18"/>
                  </a:lnTo>
                  <a:lnTo>
                    <a:pt x="588" y="22"/>
                  </a:lnTo>
                  <a:lnTo>
                    <a:pt x="610" y="18"/>
                  </a:lnTo>
                  <a:lnTo>
                    <a:pt x="618" y="23"/>
                  </a:lnTo>
                  <a:lnTo>
                    <a:pt x="604" y="30"/>
                  </a:lnTo>
                  <a:lnTo>
                    <a:pt x="634" y="26"/>
                  </a:lnTo>
                  <a:lnTo>
                    <a:pt x="689" y="20"/>
                  </a:lnTo>
                  <a:lnTo>
                    <a:pt x="722" y="23"/>
                  </a:lnTo>
                  <a:lnTo>
                    <a:pt x="727" y="28"/>
                  </a:lnTo>
                  <a:lnTo>
                    <a:pt x="679" y="38"/>
                  </a:lnTo>
                  <a:lnTo>
                    <a:pt x="672" y="41"/>
                  </a:lnTo>
                  <a:lnTo>
                    <a:pt x="636" y="43"/>
                  </a:lnTo>
                  <a:lnTo>
                    <a:pt x="662" y="44"/>
                  </a:lnTo>
                  <a:lnTo>
                    <a:pt x="646" y="54"/>
                  </a:lnTo>
                  <a:lnTo>
                    <a:pt x="634" y="63"/>
                  </a:lnTo>
                  <a:lnTo>
                    <a:pt x="631" y="79"/>
                  </a:lnTo>
                  <a:lnTo>
                    <a:pt x="643" y="88"/>
                  </a:lnTo>
                  <a:lnTo>
                    <a:pt x="624" y="89"/>
                  </a:lnTo>
                  <a:lnTo>
                    <a:pt x="603" y="94"/>
                  </a:lnTo>
                  <a:lnTo>
                    <a:pt x="624" y="102"/>
                  </a:lnTo>
                  <a:lnTo>
                    <a:pt x="624" y="115"/>
                  </a:lnTo>
                  <a:lnTo>
                    <a:pt x="610" y="116"/>
                  </a:lnTo>
                  <a:lnTo>
                    <a:pt x="623" y="130"/>
                  </a:lnTo>
                  <a:lnTo>
                    <a:pt x="595" y="131"/>
                  </a:lnTo>
                  <a:lnTo>
                    <a:pt x="608" y="138"/>
                  </a:lnTo>
                  <a:lnTo>
                    <a:pt x="603" y="143"/>
                  </a:lnTo>
                  <a:lnTo>
                    <a:pt x="585" y="146"/>
                  </a:lnTo>
                  <a:lnTo>
                    <a:pt x="567" y="146"/>
                  </a:lnTo>
                  <a:lnTo>
                    <a:pt x="580" y="157"/>
                  </a:lnTo>
                  <a:lnTo>
                    <a:pt x="579" y="164"/>
                  </a:lnTo>
                  <a:lnTo>
                    <a:pt x="555" y="158"/>
                  </a:lnTo>
                  <a:lnTo>
                    <a:pt x="548" y="162"/>
                  </a:lnTo>
                  <a:lnTo>
                    <a:pt x="564" y="166"/>
                  </a:lnTo>
                  <a:lnTo>
                    <a:pt x="578" y="176"/>
                  </a:lnTo>
                  <a:lnTo>
                    <a:pt x="580" y="190"/>
                  </a:lnTo>
                  <a:lnTo>
                    <a:pt x="556" y="193"/>
                  </a:lnTo>
                  <a:lnTo>
                    <a:pt x="548" y="187"/>
                  </a:lnTo>
                  <a:lnTo>
                    <a:pt x="534" y="177"/>
                  </a:lnTo>
                  <a:lnTo>
                    <a:pt x="536" y="189"/>
                  </a:lnTo>
                  <a:lnTo>
                    <a:pt x="518" y="198"/>
                  </a:lnTo>
                  <a:lnTo>
                    <a:pt x="553" y="198"/>
                  </a:lnTo>
                  <a:lnTo>
                    <a:pt x="571" y="199"/>
                  </a:lnTo>
                  <a:lnTo>
                    <a:pt x="532" y="214"/>
                  </a:lnTo>
                  <a:lnTo>
                    <a:pt x="492" y="228"/>
                  </a:lnTo>
                  <a:lnTo>
                    <a:pt x="451" y="234"/>
                  </a:lnTo>
                  <a:lnTo>
                    <a:pt x="436" y="234"/>
                  </a:lnTo>
                  <a:lnTo>
                    <a:pt x="420" y="241"/>
                  </a:lnTo>
                  <a:lnTo>
                    <a:pt x="396" y="260"/>
                  </a:lnTo>
                  <a:lnTo>
                    <a:pt x="362" y="273"/>
                  </a:lnTo>
                  <a:lnTo>
                    <a:pt x="353" y="274"/>
                  </a:lnTo>
                  <a:lnTo>
                    <a:pt x="333" y="278"/>
                  </a:lnTo>
                  <a:lnTo>
                    <a:pt x="311" y="282"/>
                  </a:lnTo>
                  <a:lnTo>
                    <a:pt x="295" y="294"/>
                  </a:lnTo>
                  <a:lnTo>
                    <a:pt x="291" y="307"/>
                  </a:lnTo>
                  <a:lnTo>
                    <a:pt x="280" y="319"/>
                  </a:lnTo>
                  <a:lnTo>
                    <a:pt x="251" y="334"/>
                  </a:lnTo>
                  <a:lnTo>
                    <a:pt x="252" y="349"/>
                  </a:lnTo>
                  <a:lnTo>
                    <a:pt x="241" y="364"/>
                  </a:lnTo>
                  <a:lnTo>
                    <a:pt x="227" y="383"/>
                  </a:lnTo>
                  <a:lnTo>
                    <a:pt x="206" y="384"/>
                  </a:lnTo>
                  <a:lnTo>
                    <a:pt x="190" y="369"/>
                  </a:lnTo>
                  <a:lnTo>
                    <a:pt x="161" y="369"/>
                  </a:lnTo>
                  <a:lnTo>
                    <a:pt x="150" y="358"/>
                  </a:lnTo>
                  <a:lnTo>
                    <a:pt x="148" y="340"/>
                  </a:lnTo>
                  <a:lnTo>
                    <a:pt x="133" y="316"/>
                  </a:lnTo>
                  <a:lnTo>
                    <a:pt x="130" y="304"/>
                  </a:lnTo>
                  <a:lnTo>
                    <a:pt x="136" y="288"/>
                  </a:lnTo>
                  <a:lnTo>
                    <a:pt x="124" y="271"/>
                  </a:lnTo>
                  <a:lnTo>
                    <a:pt x="135" y="257"/>
                  </a:lnTo>
                  <a:lnTo>
                    <a:pt x="129" y="251"/>
                  </a:lnTo>
                  <a:lnTo>
                    <a:pt x="153" y="230"/>
                  </a:lnTo>
                  <a:lnTo>
                    <a:pt x="176" y="223"/>
                  </a:lnTo>
                  <a:lnTo>
                    <a:pt x="185" y="216"/>
                  </a:lnTo>
                  <a:lnTo>
                    <a:pt x="194" y="203"/>
                  </a:lnTo>
                  <a:lnTo>
                    <a:pt x="176" y="209"/>
                  </a:lnTo>
                  <a:lnTo>
                    <a:pt x="167" y="211"/>
                  </a:lnTo>
                  <a:lnTo>
                    <a:pt x="154" y="214"/>
                  </a:lnTo>
                  <a:lnTo>
                    <a:pt x="141" y="208"/>
                  </a:lnTo>
                  <a:lnTo>
                    <a:pt x="146" y="196"/>
                  </a:lnTo>
                  <a:lnTo>
                    <a:pt x="156" y="187"/>
                  </a:lnTo>
                  <a:lnTo>
                    <a:pt x="168" y="187"/>
                  </a:lnTo>
                  <a:lnTo>
                    <a:pt x="193" y="191"/>
                  </a:lnTo>
                  <a:lnTo>
                    <a:pt x="176" y="181"/>
                  </a:lnTo>
                  <a:lnTo>
                    <a:pt x="167" y="175"/>
                  </a:lnTo>
                  <a:lnTo>
                    <a:pt x="153" y="177"/>
                  </a:lnTo>
                  <a:lnTo>
                    <a:pt x="145" y="173"/>
                  </a:lnTo>
                  <a:lnTo>
                    <a:pt x="168" y="158"/>
                  </a:lnTo>
                  <a:lnTo>
                    <a:pt x="163" y="151"/>
                  </a:lnTo>
                  <a:lnTo>
                    <a:pt x="160" y="140"/>
                  </a:lnTo>
                  <a:lnTo>
                    <a:pt x="155" y="123"/>
                  </a:lnTo>
                  <a:lnTo>
                    <a:pt x="143" y="117"/>
                  </a:lnTo>
                  <a:lnTo>
                    <a:pt x="148" y="111"/>
                  </a:lnTo>
                  <a:lnTo>
                    <a:pt x="121" y="102"/>
                  </a:lnTo>
                  <a:lnTo>
                    <a:pt x="96" y="101"/>
                  </a:lnTo>
                  <a:lnTo>
                    <a:pt x="63" y="101"/>
                  </a:lnTo>
                  <a:lnTo>
                    <a:pt x="33" y="102"/>
                  </a:lnTo>
                  <a:lnTo>
                    <a:pt x="23" y="98"/>
                  </a:lnTo>
                  <a:lnTo>
                    <a:pt x="10" y="88"/>
                  </a:lnTo>
                  <a:lnTo>
                    <a:pt x="45" y="83"/>
                  </a:lnTo>
                  <a:lnTo>
                    <a:pt x="69" y="83"/>
                  </a:lnTo>
                  <a:lnTo>
                    <a:pt x="21" y="79"/>
                  </a:lnTo>
                  <a:lnTo>
                    <a:pt x="0" y="73"/>
                  </a:lnTo>
                  <a:lnTo>
                    <a:pt x="7" y="67"/>
                  </a:lnTo>
                  <a:lnTo>
                    <a:pt x="57" y="60"/>
                  </a:lnTo>
                  <a:lnTo>
                    <a:pt x="105" y="54"/>
                  </a:lnTo>
                  <a:lnTo>
                    <a:pt x="114" y="49"/>
                  </a:lnTo>
                  <a:lnTo>
                    <a:pt x="87" y="44"/>
                  </a:lnTo>
                  <a:lnTo>
                    <a:pt x="101" y="38"/>
                  </a:lnTo>
                  <a:lnTo>
                    <a:pt x="148" y="29"/>
                  </a:lnTo>
                  <a:lnTo>
                    <a:pt x="166" y="28"/>
                  </a:lnTo>
                  <a:lnTo>
                    <a:pt x="166" y="22"/>
                  </a:lnTo>
                  <a:lnTo>
                    <a:pt x="195" y="19"/>
                  </a:lnTo>
                  <a:lnTo>
                    <a:pt x="231" y="17"/>
                  </a:lnTo>
                  <a:lnTo>
                    <a:pt x="265" y="17"/>
                  </a:lnTo>
                  <a:lnTo>
                    <a:pt x="274" y="21"/>
                  </a:lnTo>
                  <a:lnTo>
                    <a:pt x="309" y="14"/>
                  </a:lnTo>
                  <a:lnTo>
                    <a:pt x="332" y="19"/>
                  </a:lnTo>
                  <a:lnTo>
                    <a:pt x="347" y="20"/>
                  </a:lnTo>
                  <a:lnTo>
                    <a:pt x="367" y="24"/>
                  </a:lnTo>
                  <a:lnTo>
                    <a:pt x="345" y="17"/>
                  </a:lnTo>
                  <a:lnTo>
                    <a:pt x="350" y="1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7" name="Freeform 80">
              <a:extLst>
                <a:ext uri="{FF2B5EF4-FFF2-40B4-BE49-F238E27FC236}">
                  <a16:creationId xmlns:a16="http://schemas.microsoft.com/office/drawing/2014/main" id="{8DA6EF1C-F409-E88D-B0E1-321AA5C5C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439" y="3321050"/>
              <a:ext cx="119063" cy="134938"/>
            </a:xfrm>
            <a:custGeom>
              <a:avLst/>
              <a:gdLst>
                <a:gd name="T0" fmla="*/ 37 w 75"/>
                <a:gd name="T1" fmla="*/ 85 h 85"/>
                <a:gd name="T2" fmla="*/ 28 w 75"/>
                <a:gd name="T3" fmla="*/ 81 h 85"/>
                <a:gd name="T4" fmla="*/ 17 w 75"/>
                <a:gd name="T5" fmla="*/ 81 h 85"/>
                <a:gd name="T6" fmla="*/ 9 w 75"/>
                <a:gd name="T7" fmla="*/ 77 h 85"/>
                <a:gd name="T8" fmla="*/ 0 w 75"/>
                <a:gd name="T9" fmla="*/ 68 h 85"/>
                <a:gd name="T10" fmla="*/ 1 w 75"/>
                <a:gd name="T11" fmla="*/ 62 h 85"/>
                <a:gd name="T12" fmla="*/ 4 w 75"/>
                <a:gd name="T13" fmla="*/ 58 h 85"/>
                <a:gd name="T14" fmla="*/ 2 w 75"/>
                <a:gd name="T15" fmla="*/ 54 h 85"/>
                <a:gd name="T16" fmla="*/ 12 w 75"/>
                <a:gd name="T17" fmla="*/ 37 h 85"/>
                <a:gd name="T18" fmla="*/ 36 w 75"/>
                <a:gd name="T19" fmla="*/ 37 h 85"/>
                <a:gd name="T20" fmla="*/ 37 w 75"/>
                <a:gd name="T21" fmla="*/ 29 h 85"/>
                <a:gd name="T22" fmla="*/ 34 w 75"/>
                <a:gd name="T23" fmla="*/ 28 h 85"/>
                <a:gd name="T24" fmla="*/ 33 w 75"/>
                <a:gd name="T25" fmla="*/ 24 h 85"/>
                <a:gd name="T26" fmla="*/ 27 w 75"/>
                <a:gd name="T27" fmla="*/ 19 h 85"/>
                <a:gd name="T28" fmla="*/ 21 w 75"/>
                <a:gd name="T29" fmla="*/ 12 h 85"/>
                <a:gd name="T30" fmla="*/ 29 w 75"/>
                <a:gd name="T31" fmla="*/ 12 h 85"/>
                <a:gd name="T32" fmla="*/ 30 w 75"/>
                <a:gd name="T33" fmla="*/ 0 h 85"/>
                <a:gd name="T34" fmla="*/ 47 w 75"/>
                <a:gd name="T35" fmla="*/ 0 h 85"/>
                <a:gd name="T36" fmla="*/ 64 w 75"/>
                <a:gd name="T37" fmla="*/ 0 h 85"/>
                <a:gd name="T38" fmla="*/ 62 w 75"/>
                <a:gd name="T39" fmla="*/ 17 h 85"/>
                <a:gd name="T40" fmla="*/ 58 w 75"/>
                <a:gd name="T41" fmla="*/ 40 h 85"/>
                <a:gd name="T42" fmla="*/ 63 w 75"/>
                <a:gd name="T43" fmla="*/ 40 h 85"/>
                <a:gd name="T44" fmla="*/ 69 w 75"/>
                <a:gd name="T45" fmla="*/ 44 h 85"/>
                <a:gd name="T46" fmla="*/ 71 w 75"/>
                <a:gd name="T47" fmla="*/ 41 h 85"/>
                <a:gd name="T48" fmla="*/ 75 w 75"/>
                <a:gd name="T49" fmla="*/ 44 h 85"/>
                <a:gd name="T50" fmla="*/ 66 w 75"/>
                <a:gd name="T51" fmla="*/ 52 h 85"/>
                <a:gd name="T52" fmla="*/ 57 w 75"/>
                <a:gd name="T53" fmla="*/ 58 h 85"/>
                <a:gd name="T54" fmla="*/ 55 w 75"/>
                <a:gd name="T55" fmla="*/ 61 h 85"/>
                <a:gd name="T56" fmla="*/ 56 w 75"/>
                <a:gd name="T57" fmla="*/ 66 h 85"/>
                <a:gd name="T58" fmla="*/ 52 w 75"/>
                <a:gd name="T59" fmla="*/ 71 h 85"/>
                <a:gd name="T60" fmla="*/ 48 w 75"/>
                <a:gd name="T61" fmla="*/ 72 h 85"/>
                <a:gd name="T62" fmla="*/ 49 w 75"/>
                <a:gd name="T63" fmla="*/ 74 h 85"/>
                <a:gd name="T64" fmla="*/ 45 w 75"/>
                <a:gd name="T65" fmla="*/ 77 h 85"/>
                <a:gd name="T66" fmla="*/ 38 w 75"/>
                <a:gd name="T67" fmla="*/ 82 h 85"/>
                <a:gd name="T68" fmla="*/ 37 w 75"/>
                <a:gd name="T6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5" h="85">
                  <a:moveTo>
                    <a:pt x="37" y="85"/>
                  </a:moveTo>
                  <a:lnTo>
                    <a:pt x="28" y="81"/>
                  </a:lnTo>
                  <a:lnTo>
                    <a:pt x="17" y="81"/>
                  </a:lnTo>
                  <a:lnTo>
                    <a:pt x="9" y="77"/>
                  </a:lnTo>
                  <a:lnTo>
                    <a:pt x="0" y="68"/>
                  </a:lnTo>
                  <a:lnTo>
                    <a:pt x="1" y="62"/>
                  </a:lnTo>
                  <a:lnTo>
                    <a:pt x="4" y="58"/>
                  </a:lnTo>
                  <a:lnTo>
                    <a:pt x="2" y="54"/>
                  </a:lnTo>
                  <a:lnTo>
                    <a:pt x="12" y="37"/>
                  </a:lnTo>
                  <a:lnTo>
                    <a:pt x="36" y="37"/>
                  </a:lnTo>
                  <a:lnTo>
                    <a:pt x="37" y="29"/>
                  </a:lnTo>
                  <a:lnTo>
                    <a:pt x="34" y="28"/>
                  </a:lnTo>
                  <a:lnTo>
                    <a:pt x="33" y="24"/>
                  </a:lnTo>
                  <a:lnTo>
                    <a:pt x="27" y="19"/>
                  </a:lnTo>
                  <a:lnTo>
                    <a:pt x="21" y="12"/>
                  </a:lnTo>
                  <a:lnTo>
                    <a:pt x="29" y="12"/>
                  </a:lnTo>
                  <a:lnTo>
                    <a:pt x="30" y="0"/>
                  </a:lnTo>
                  <a:lnTo>
                    <a:pt x="47" y="0"/>
                  </a:lnTo>
                  <a:lnTo>
                    <a:pt x="64" y="0"/>
                  </a:lnTo>
                  <a:lnTo>
                    <a:pt x="62" y="17"/>
                  </a:lnTo>
                  <a:lnTo>
                    <a:pt x="58" y="40"/>
                  </a:lnTo>
                  <a:lnTo>
                    <a:pt x="63" y="40"/>
                  </a:lnTo>
                  <a:lnTo>
                    <a:pt x="69" y="44"/>
                  </a:lnTo>
                  <a:lnTo>
                    <a:pt x="71" y="41"/>
                  </a:lnTo>
                  <a:lnTo>
                    <a:pt x="75" y="44"/>
                  </a:lnTo>
                  <a:lnTo>
                    <a:pt x="66" y="52"/>
                  </a:lnTo>
                  <a:lnTo>
                    <a:pt x="57" y="58"/>
                  </a:lnTo>
                  <a:lnTo>
                    <a:pt x="55" y="61"/>
                  </a:lnTo>
                  <a:lnTo>
                    <a:pt x="56" y="66"/>
                  </a:lnTo>
                  <a:lnTo>
                    <a:pt x="52" y="71"/>
                  </a:lnTo>
                  <a:lnTo>
                    <a:pt x="48" y="72"/>
                  </a:lnTo>
                  <a:lnTo>
                    <a:pt x="49" y="74"/>
                  </a:lnTo>
                  <a:lnTo>
                    <a:pt x="45" y="77"/>
                  </a:lnTo>
                  <a:lnTo>
                    <a:pt x="38" y="82"/>
                  </a:lnTo>
                  <a:lnTo>
                    <a:pt x="37" y="8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8" name="Freeform 81">
              <a:extLst>
                <a:ext uri="{FF2B5EF4-FFF2-40B4-BE49-F238E27FC236}">
                  <a16:creationId xmlns:a16="http://schemas.microsoft.com/office/drawing/2014/main" id="{3A71A5AB-5394-072D-BFAB-ACDFFBBBA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327" y="3633788"/>
              <a:ext cx="139700" cy="233363"/>
            </a:xfrm>
            <a:custGeom>
              <a:avLst/>
              <a:gdLst>
                <a:gd name="T0" fmla="*/ 32 w 88"/>
                <a:gd name="T1" fmla="*/ 0 h 147"/>
                <a:gd name="T2" fmla="*/ 43 w 88"/>
                <a:gd name="T3" fmla="*/ 7 h 147"/>
                <a:gd name="T4" fmla="*/ 54 w 88"/>
                <a:gd name="T5" fmla="*/ 21 h 147"/>
                <a:gd name="T6" fmla="*/ 54 w 88"/>
                <a:gd name="T7" fmla="*/ 32 h 147"/>
                <a:gd name="T8" fmla="*/ 61 w 88"/>
                <a:gd name="T9" fmla="*/ 32 h 147"/>
                <a:gd name="T10" fmla="*/ 71 w 88"/>
                <a:gd name="T11" fmla="*/ 42 h 147"/>
                <a:gd name="T12" fmla="*/ 78 w 88"/>
                <a:gd name="T13" fmla="*/ 49 h 147"/>
                <a:gd name="T14" fmla="*/ 74 w 88"/>
                <a:gd name="T15" fmla="*/ 68 h 147"/>
                <a:gd name="T16" fmla="*/ 63 w 88"/>
                <a:gd name="T17" fmla="*/ 73 h 147"/>
                <a:gd name="T18" fmla="*/ 64 w 88"/>
                <a:gd name="T19" fmla="*/ 78 h 147"/>
                <a:gd name="T20" fmla="*/ 61 w 88"/>
                <a:gd name="T21" fmla="*/ 89 h 147"/>
                <a:gd name="T22" fmla="*/ 68 w 88"/>
                <a:gd name="T23" fmla="*/ 104 h 147"/>
                <a:gd name="T24" fmla="*/ 74 w 88"/>
                <a:gd name="T25" fmla="*/ 104 h 147"/>
                <a:gd name="T26" fmla="*/ 77 w 88"/>
                <a:gd name="T27" fmla="*/ 116 h 147"/>
                <a:gd name="T28" fmla="*/ 88 w 88"/>
                <a:gd name="T29" fmla="*/ 134 h 147"/>
                <a:gd name="T30" fmla="*/ 83 w 88"/>
                <a:gd name="T31" fmla="*/ 135 h 147"/>
                <a:gd name="T32" fmla="*/ 73 w 88"/>
                <a:gd name="T33" fmla="*/ 133 h 147"/>
                <a:gd name="T34" fmla="*/ 67 w 88"/>
                <a:gd name="T35" fmla="*/ 138 h 147"/>
                <a:gd name="T36" fmla="*/ 59 w 88"/>
                <a:gd name="T37" fmla="*/ 142 h 147"/>
                <a:gd name="T38" fmla="*/ 53 w 88"/>
                <a:gd name="T39" fmla="*/ 143 h 147"/>
                <a:gd name="T40" fmla="*/ 51 w 88"/>
                <a:gd name="T41" fmla="*/ 147 h 147"/>
                <a:gd name="T42" fmla="*/ 42 w 88"/>
                <a:gd name="T43" fmla="*/ 146 h 147"/>
                <a:gd name="T44" fmla="*/ 31 w 88"/>
                <a:gd name="T45" fmla="*/ 136 h 147"/>
                <a:gd name="T46" fmla="*/ 29 w 88"/>
                <a:gd name="T47" fmla="*/ 127 h 147"/>
                <a:gd name="T48" fmla="*/ 25 w 88"/>
                <a:gd name="T49" fmla="*/ 116 h 147"/>
                <a:gd name="T50" fmla="*/ 28 w 88"/>
                <a:gd name="T51" fmla="*/ 98 h 147"/>
                <a:gd name="T52" fmla="*/ 33 w 88"/>
                <a:gd name="T53" fmla="*/ 91 h 147"/>
                <a:gd name="T54" fmla="*/ 29 w 88"/>
                <a:gd name="T55" fmla="*/ 82 h 147"/>
                <a:gd name="T56" fmla="*/ 23 w 88"/>
                <a:gd name="T57" fmla="*/ 78 h 147"/>
                <a:gd name="T58" fmla="*/ 25 w 88"/>
                <a:gd name="T59" fmla="*/ 69 h 147"/>
                <a:gd name="T60" fmla="*/ 21 w 88"/>
                <a:gd name="T61" fmla="*/ 64 h 147"/>
                <a:gd name="T62" fmla="*/ 12 w 88"/>
                <a:gd name="T63" fmla="*/ 65 h 147"/>
                <a:gd name="T64" fmla="*/ 0 w 88"/>
                <a:gd name="T65" fmla="*/ 50 h 147"/>
                <a:gd name="T66" fmla="*/ 5 w 88"/>
                <a:gd name="T67" fmla="*/ 44 h 147"/>
                <a:gd name="T68" fmla="*/ 5 w 88"/>
                <a:gd name="T69" fmla="*/ 34 h 147"/>
                <a:gd name="T70" fmla="*/ 16 w 88"/>
                <a:gd name="T71" fmla="*/ 31 h 147"/>
                <a:gd name="T72" fmla="*/ 21 w 88"/>
                <a:gd name="T73" fmla="*/ 27 h 147"/>
                <a:gd name="T74" fmla="*/ 15 w 88"/>
                <a:gd name="T75" fmla="*/ 19 h 147"/>
                <a:gd name="T76" fmla="*/ 17 w 88"/>
                <a:gd name="T77" fmla="*/ 12 h 147"/>
                <a:gd name="T78" fmla="*/ 32 w 88"/>
                <a:gd name="T7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8" h="147">
                  <a:moveTo>
                    <a:pt x="32" y="0"/>
                  </a:moveTo>
                  <a:lnTo>
                    <a:pt x="43" y="7"/>
                  </a:lnTo>
                  <a:lnTo>
                    <a:pt x="54" y="21"/>
                  </a:lnTo>
                  <a:lnTo>
                    <a:pt x="54" y="32"/>
                  </a:lnTo>
                  <a:lnTo>
                    <a:pt x="61" y="32"/>
                  </a:lnTo>
                  <a:lnTo>
                    <a:pt x="71" y="42"/>
                  </a:lnTo>
                  <a:lnTo>
                    <a:pt x="78" y="49"/>
                  </a:lnTo>
                  <a:lnTo>
                    <a:pt x="74" y="68"/>
                  </a:lnTo>
                  <a:lnTo>
                    <a:pt x="63" y="73"/>
                  </a:lnTo>
                  <a:lnTo>
                    <a:pt x="64" y="78"/>
                  </a:lnTo>
                  <a:lnTo>
                    <a:pt x="61" y="89"/>
                  </a:lnTo>
                  <a:lnTo>
                    <a:pt x="68" y="104"/>
                  </a:lnTo>
                  <a:lnTo>
                    <a:pt x="74" y="104"/>
                  </a:lnTo>
                  <a:lnTo>
                    <a:pt x="77" y="116"/>
                  </a:lnTo>
                  <a:lnTo>
                    <a:pt x="88" y="134"/>
                  </a:lnTo>
                  <a:lnTo>
                    <a:pt x="83" y="135"/>
                  </a:lnTo>
                  <a:lnTo>
                    <a:pt x="73" y="133"/>
                  </a:lnTo>
                  <a:lnTo>
                    <a:pt x="67" y="138"/>
                  </a:lnTo>
                  <a:lnTo>
                    <a:pt x="59" y="142"/>
                  </a:lnTo>
                  <a:lnTo>
                    <a:pt x="53" y="143"/>
                  </a:lnTo>
                  <a:lnTo>
                    <a:pt x="51" y="147"/>
                  </a:lnTo>
                  <a:lnTo>
                    <a:pt x="42" y="146"/>
                  </a:lnTo>
                  <a:lnTo>
                    <a:pt x="31" y="136"/>
                  </a:lnTo>
                  <a:lnTo>
                    <a:pt x="29" y="127"/>
                  </a:lnTo>
                  <a:lnTo>
                    <a:pt x="25" y="116"/>
                  </a:lnTo>
                  <a:lnTo>
                    <a:pt x="28" y="98"/>
                  </a:lnTo>
                  <a:lnTo>
                    <a:pt x="33" y="91"/>
                  </a:lnTo>
                  <a:lnTo>
                    <a:pt x="29" y="82"/>
                  </a:lnTo>
                  <a:lnTo>
                    <a:pt x="23" y="78"/>
                  </a:lnTo>
                  <a:lnTo>
                    <a:pt x="25" y="69"/>
                  </a:lnTo>
                  <a:lnTo>
                    <a:pt x="21" y="64"/>
                  </a:lnTo>
                  <a:lnTo>
                    <a:pt x="12" y="65"/>
                  </a:lnTo>
                  <a:lnTo>
                    <a:pt x="0" y="50"/>
                  </a:lnTo>
                  <a:lnTo>
                    <a:pt x="5" y="44"/>
                  </a:lnTo>
                  <a:lnTo>
                    <a:pt x="5" y="34"/>
                  </a:lnTo>
                  <a:lnTo>
                    <a:pt x="16" y="31"/>
                  </a:lnTo>
                  <a:lnTo>
                    <a:pt x="21" y="27"/>
                  </a:lnTo>
                  <a:lnTo>
                    <a:pt x="15" y="19"/>
                  </a:lnTo>
                  <a:lnTo>
                    <a:pt x="17" y="12"/>
                  </a:lnTo>
                  <a:lnTo>
                    <a:pt x="32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299" name="Freeform 82">
              <a:extLst>
                <a:ext uri="{FF2B5EF4-FFF2-40B4-BE49-F238E27FC236}">
                  <a16:creationId xmlns:a16="http://schemas.microsoft.com/office/drawing/2014/main" id="{D35B724A-080F-E67F-30A4-6517D637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989" y="3381375"/>
              <a:ext cx="180975" cy="100013"/>
            </a:xfrm>
            <a:custGeom>
              <a:avLst/>
              <a:gdLst>
                <a:gd name="T0" fmla="*/ 34 w 114"/>
                <a:gd name="T1" fmla="*/ 63 h 63"/>
                <a:gd name="T2" fmla="*/ 32 w 114"/>
                <a:gd name="T3" fmla="*/ 56 h 63"/>
                <a:gd name="T4" fmla="*/ 27 w 114"/>
                <a:gd name="T5" fmla="*/ 54 h 63"/>
                <a:gd name="T6" fmla="*/ 29 w 114"/>
                <a:gd name="T7" fmla="*/ 46 h 63"/>
                <a:gd name="T8" fmla="*/ 26 w 114"/>
                <a:gd name="T9" fmla="*/ 44 h 63"/>
                <a:gd name="T10" fmla="*/ 23 w 114"/>
                <a:gd name="T11" fmla="*/ 42 h 63"/>
                <a:gd name="T12" fmla="*/ 14 w 114"/>
                <a:gd name="T13" fmla="*/ 45 h 63"/>
                <a:gd name="T14" fmla="*/ 14 w 114"/>
                <a:gd name="T15" fmla="*/ 42 h 63"/>
                <a:gd name="T16" fmla="*/ 9 w 114"/>
                <a:gd name="T17" fmla="*/ 39 h 63"/>
                <a:gd name="T18" fmla="*/ 5 w 114"/>
                <a:gd name="T19" fmla="*/ 34 h 63"/>
                <a:gd name="T20" fmla="*/ 0 w 114"/>
                <a:gd name="T21" fmla="*/ 33 h 63"/>
                <a:gd name="T22" fmla="*/ 4 w 114"/>
                <a:gd name="T23" fmla="*/ 28 h 63"/>
                <a:gd name="T24" fmla="*/ 3 w 114"/>
                <a:gd name="T25" fmla="*/ 23 h 63"/>
                <a:gd name="T26" fmla="*/ 5 w 114"/>
                <a:gd name="T27" fmla="*/ 19 h 63"/>
                <a:gd name="T28" fmla="*/ 14 w 114"/>
                <a:gd name="T29" fmla="*/ 14 h 63"/>
                <a:gd name="T30" fmla="*/ 23 w 114"/>
                <a:gd name="T31" fmla="*/ 6 h 63"/>
                <a:gd name="T32" fmla="*/ 25 w 114"/>
                <a:gd name="T33" fmla="*/ 7 h 63"/>
                <a:gd name="T34" fmla="*/ 30 w 114"/>
                <a:gd name="T35" fmla="*/ 3 h 63"/>
                <a:gd name="T36" fmla="*/ 35 w 114"/>
                <a:gd name="T37" fmla="*/ 2 h 63"/>
                <a:gd name="T38" fmla="*/ 36 w 114"/>
                <a:gd name="T39" fmla="*/ 4 h 63"/>
                <a:gd name="T40" fmla="*/ 39 w 114"/>
                <a:gd name="T41" fmla="*/ 3 h 63"/>
                <a:gd name="T42" fmla="*/ 48 w 114"/>
                <a:gd name="T43" fmla="*/ 5 h 63"/>
                <a:gd name="T44" fmla="*/ 56 w 114"/>
                <a:gd name="T45" fmla="*/ 4 h 63"/>
                <a:gd name="T46" fmla="*/ 62 w 114"/>
                <a:gd name="T47" fmla="*/ 2 h 63"/>
                <a:gd name="T48" fmla="*/ 65 w 114"/>
                <a:gd name="T49" fmla="*/ 0 h 63"/>
                <a:gd name="T50" fmla="*/ 70 w 114"/>
                <a:gd name="T51" fmla="*/ 1 h 63"/>
                <a:gd name="T52" fmla="*/ 74 w 114"/>
                <a:gd name="T53" fmla="*/ 2 h 63"/>
                <a:gd name="T54" fmla="*/ 79 w 114"/>
                <a:gd name="T55" fmla="*/ 2 h 63"/>
                <a:gd name="T56" fmla="*/ 83 w 114"/>
                <a:gd name="T57" fmla="*/ 0 h 63"/>
                <a:gd name="T58" fmla="*/ 91 w 114"/>
                <a:gd name="T59" fmla="*/ 3 h 63"/>
                <a:gd name="T60" fmla="*/ 94 w 114"/>
                <a:gd name="T61" fmla="*/ 3 h 63"/>
                <a:gd name="T62" fmla="*/ 99 w 114"/>
                <a:gd name="T63" fmla="*/ 7 h 63"/>
                <a:gd name="T64" fmla="*/ 104 w 114"/>
                <a:gd name="T65" fmla="*/ 12 h 63"/>
                <a:gd name="T66" fmla="*/ 110 w 114"/>
                <a:gd name="T67" fmla="*/ 15 h 63"/>
                <a:gd name="T68" fmla="*/ 114 w 114"/>
                <a:gd name="T69" fmla="*/ 21 h 63"/>
                <a:gd name="T70" fmla="*/ 108 w 114"/>
                <a:gd name="T71" fmla="*/ 20 h 63"/>
                <a:gd name="T72" fmla="*/ 105 w 114"/>
                <a:gd name="T73" fmla="*/ 23 h 63"/>
                <a:gd name="T74" fmla="*/ 99 w 114"/>
                <a:gd name="T75" fmla="*/ 26 h 63"/>
                <a:gd name="T76" fmla="*/ 94 w 114"/>
                <a:gd name="T77" fmla="*/ 26 h 63"/>
                <a:gd name="T78" fmla="*/ 90 w 114"/>
                <a:gd name="T79" fmla="*/ 29 h 63"/>
                <a:gd name="T80" fmla="*/ 86 w 114"/>
                <a:gd name="T81" fmla="*/ 28 h 63"/>
                <a:gd name="T82" fmla="*/ 84 w 114"/>
                <a:gd name="T83" fmla="*/ 25 h 63"/>
                <a:gd name="T84" fmla="*/ 82 w 114"/>
                <a:gd name="T85" fmla="*/ 25 h 63"/>
                <a:gd name="T86" fmla="*/ 79 w 114"/>
                <a:gd name="T87" fmla="*/ 30 h 63"/>
                <a:gd name="T88" fmla="*/ 77 w 114"/>
                <a:gd name="T89" fmla="*/ 30 h 63"/>
                <a:gd name="T90" fmla="*/ 76 w 114"/>
                <a:gd name="T91" fmla="*/ 34 h 63"/>
                <a:gd name="T92" fmla="*/ 69 w 114"/>
                <a:gd name="T93" fmla="*/ 40 h 63"/>
                <a:gd name="T94" fmla="*/ 66 w 114"/>
                <a:gd name="T95" fmla="*/ 42 h 63"/>
                <a:gd name="T96" fmla="*/ 64 w 114"/>
                <a:gd name="T97" fmla="*/ 45 h 63"/>
                <a:gd name="T98" fmla="*/ 59 w 114"/>
                <a:gd name="T99" fmla="*/ 41 h 63"/>
                <a:gd name="T100" fmla="*/ 54 w 114"/>
                <a:gd name="T101" fmla="*/ 46 h 63"/>
                <a:gd name="T102" fmla="*/ 51 w 114"/>
                <a:gd name="T103" fmla="*/ 46 h 63"/>
                <a:gd name="T104" fmla="*/ 46 w 114"/>
                <a:gd name="T105" fmla="*/ 47 h 63"/>
                <a:gd name="T106" fmla="*/ 46 w 114"/>
                <a:gd name="T107" fmla="*/ 57 h 63"/>
                <a:gd name="T108" fmla="*/ 43 w 114"/>
                <a:gd name="T109" fmla="*/ 57 h 63"/>
                <a:gd name="T110" fmla="*/ 40 w 114"/>
                <a:gd name="T111" fmla="*/ 62 h 63"/>
                <a:gd name="T112" fmla="*/ 34 w 114"/>
                <a:gd name="T1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4" h="63">
                  <a:moveTo>
                    <a:pt x="34" y="63"/>
                  </a:moveTo>
                  <a:lnTo>
                    <a:pt x="32" y="56"/>
                  </a:lnTo>
                  <a:lnTo>
                    <a:pt x="27" y="54"/>
                  </a:lnTo>
                  <a:lnTo>
                    <a:pt x="29" y="46"/>
                  </a:lnTo>
                  <a:lnTo>
                    <a:pt x="26" y="44"/>
                  </a:lnTo>
                  <a:lnTo>
                    <a:pt x="23" y="42"/>
                  </a:lnTo>
                  <a:lnTo>
                    <a:pt x="14" y="45"/>
                  </a:lnTo>
                  <a:lnTo>
                    <a:pt x="14" y="42"/>
                  </a:lnTo>
                  <a:lnTo>
                    <a:pt x="9" y="39"/>
                  </a:lnTo>
                  <a:lnTo>
                    <a:pt x="5" y="34"/>
                  </a:lnTo>
                  <a:lnTo>
                    <a:pt x="0" y="33"/>
                  </a:lnTo>
                  <a:lnTo>
                    <a:pt x="4" y="28"/>
                  </a:lnTo>
                  <a:lnTo>
                    <a:pt x="3" y="23"/>
                  </a:lnTo>
                  <a:lnTo>
                    <a:pt x="5" y="19"/>
                  </a:lnTo>
                  <a:lnTo>
                    <a:pt x="14" y="14"/>
                  </a:lnTo>
                  <a:lnTo>
                    <a:pt x="23" y="6"/>
                  </a:lnTo>
                  <a:lnTo>
                    <a:pt x="25" y="7"/>
                  </a:lnTo>
                  <a:lnTo>
                    <a:pt x="30" y="3"/>
                  </a:lnTo>
                  <a:lnTo>
                    <a:pt x="35" y="2"/>
                  </a:lnTo>
                  <a:lnTo>
                    <a:pt x="36" y="4"/>
                  </a:lnTo>
                  <a:lnTo>
                    <a:pt x="39" y="3"/>
                  </a:lnTo>
                  <a:lnTo>
                    <a:pt x="48" y="5"/>
                  </a:lnTo>
                  <a:lnTo>
                    <a:pt x="56" y="4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70" y="1"/>
                  </a:lnTo>
                  <a:lnTo>
                    <a:pt x="74" y="2"/>
                  </a:lnTo>
                  <a:lnTo>
                    <a:pt x="79" y="2"/>
                  </a:lnTo>
                  <a:lnTo>
                    <a:pt x="83" y="0"/>
                  </a:lnTo>
                  <a:lnTo>
                    <a:pt x="91" y="3"/>
                  </a:lnTo>
                  <a:lnTo>
                    <a:pt x="94" y="3"/>
                  </a:lnTo>
                  <a:lnTo>
                    <a:pt x="99" y="7"/>
                  </a:lnTo>
                  <a:lnTo>
                    <a:pt x="104" y="12"/>
                  </a:lnTo>
                  <a:lnTo>
                    <a:pt x="110" y="15"/>
                  </a:lnTo>
                  <a:lnTo>
                    <a:pt x="114" y="21"/>
                  </a:lnTo>
                  <a:lnTo>
                    <a:pt x="108" y="20"/>
                  </a:lnTo>
                  <a:lnTo>
                    <a:pt x="105" y="23"/>
                  </a:lnTo>
                  <a:lnTo>
                    <a:pt x="99" y="26"/>
                  </a:lnTo>
                  <a:lnTo>
                    <a:pt x="94" y="26"/>
                  </a:lnTo>
                  <a:lnTo>
                    <a:pt x="90" y="29"/>
                  </a:lnTo>
                  <a:lnTo>
                    <a:pt x="86" y="28"/>
                  </a:lnTo>
                  <a:lnTo>
                    <a:pt x="84" y="25"/>
                  </a:lnTo>
                  <a:lnTo>
                    <a:pt x="82" y="25"/>
                  </a:lnTo>
                  <a:lnTo>
                    <a:pt x="79" y="30"/>
                  </a:lnTo>
                  <a:lnTo>
                    <a:pt x="77" y="30"/>
                  </a:lnTo>
                  <a:lnTo>
                    <a:pt x="76" y="34"/>
                  </a:lnTo>
                  <a:lnTo>
                    <a:pt x="69" y="40"/>
                  </a:lnTo>
                  <a:lnTo>
                    <a:pt x="66" y="42"/>
                  </a:lnTo>
                  <a:lnTo>
                    <a:pt x="64" y="45"/>
                  </a:lnTo>
                  <a:lnTo>
                    <a:pt x="59" y="41"/>
                  </a:lnTo>
                  <a:lnTo>
                    <a:pt x="54" y="46"/>
                  </a:lnTo>
                  <a:lnTo>
                    <a:pt x="51" y="46"/>
                  </a:lnTo>
                  <a:lnTo>
                    <a:pt x="46" y="47"/>
                  </a:lnTo>
                  <a:lnTo>
                    <a:pt x="46" y="57"/>
                  </a:lnTo>
                  <a:lnTo>
                    <a:pt x="43" y="57"/>
                  </a:lnTo>
                  <a:lnTo>
                    <a:pt x="40" y="62"/>
                  </a:lnTo>
                  <a:lnTo>
                    <a:pt x="34" y="6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0" name="Freeform 83">
              <a:extLst>
                <a:ext uri="{FF2B5EF4-FFF2-40B4-BE49-F238E27FC236}">
                  <a16:creationId xmlns:a16="http://schemas.microsoft.com/office/drawing/2014/main" id="{9F946657-5E18-A220-43DF-6F0B95C8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039" y="2379662"/>
              <a:ext cx="149225" cy="130175"/>
            </a:xfrm>
            <a:custGeom>
              <a:avLst/>
              <a:gdLst>
                <a:gd name="T0" fmla="*/ 343 w 386"/>
                <a:gd name="T1" fmla="*/ 50 h 337"/>
                <a:gd name="T2" fmla="*/ 363 w 386"/>
                <a:gd name="T3" fmla="*/ 82 h 337"/>
                <a:gd name="T4" fmla="*/ 386 w 386"/>
                <a:gd name="T5" fmla="*/ 106 h 337"/>
                <a:gd name="T6" fmla="*/ 363 w 386"/>
                <a:gd name="T7" fmla="*/ 137 h 337"/>
                <a:gd name="T8" fmla="*/ 331 w 386"/>
                <a:gd name="T9" fmla="*/ 119 h 337"/>
                <a:gd name="T10" fmla="*/ 284 w 386"/>
                <a:gd name="T11" fmla="*/ 120 h 337"/>
                <a:gd name="T12" fmla="*/ 225 w 386"/>
                <a:gd name="T13" fmla="*/ 106 h 337"/>
                <a:gd name="T14" fmla="*/ 194 w 386"/>
                <a:gd name="T15" fmla="*/ 108 h 337"/>
                <a:gd name="T16" fmla="*/ 181 w 386"/>
                <a:gd name="T17" fmla="*/ 125 h 337"/>
                <a:gd name="T18" fmla="*/ 155 w 386"/>
                <a:gd name="T19" fmla="*/ 106 h 337"/>
                <a:gd name="T20" fmla="*/ 144 w 386"/>
                <a:gd name="T21" fmla="*/ 141 h 337"/>
                <a:gd name="T22" fmla="*/ 180 w 386"/>
                <a:gd name="T23" fmla="*/ 180 h 337"/>
                <a:gd name="T24" fmla="*/ 196 w 386"/>
                <a:gd name="T25" fmla="*/ 206 h 337"/>
                <a:gd name="T26" fmla="*/ 230 w 386"/>
                <a:gd name="T27" fmla="*/ 237 h 337"/>
                <a:gd name="T28" fmla="*/ 257 w 386"/>
                <a:gd name="T29" fmla="*/ 256 h 337"/>
                <a:gd name="T30" fmla="*/ 286 w 386"/>
                <a:gd name="T31" fmla="*/ 291 h 337"/>
                <a:gd name="T32" fmla="*/ 349 w 386"/>
                <a:gd name="T33" fmla="*/ 323 h 337"/>
                <a:gd name="T34" fmla="*/ 342 w 386"/>
                <a:gd name="T35" fmla="*/ 337 h 337"/>
                <a:gd name="T36" fmla="*/ 276 w 386"/>
                <a:gd name="T37" fmla="*/ 306 h 337"/>
                <a:gd name="T38" fmla="*/ 234 w 386"/>
                <a:gd name="T39" fmla="*/ 276 h 337"/>
                <a:gd name="T40" fmla="*/ 170 w 386"/>
                <a:gd name="T41" fmla="*/ 251 h 337"/>
                <a:gd name="T42" fmla="*/ 108 w 386"/>
                <a:gd name="T43" fmla="*/ 189 h 337"/>
                <a:gd name="T44" fmla="*/ 121 w 386"/>
                <a:gd name="T45" fmla="*/ 183 h 337"/>
                <a:gd name="T46" fmla="*/ 88 w 386"/>
                <a:gd name="T47" fmla="*/ 148 h 337"/>
                <a:gd name="T48" fmla="*/ 85 w 386"/>
                <a:gd name="T49" fmla="*/ 119 h 337"/>
                <a:gd name="T50" fmla="*/ 40 w 386"/>
                <a:gd name="T51" fmla="*/ 106 h 337"/>
                <a:gd name="T52" fmla="*/ 22 w 386"/>
                <a:gd name="T53" fmla="*/ 142 h 337"/>
                <a:gd name="T54" fmla="*/ 0 w 386"/>
                <a:gd name="T55" fmla="*/ 114 h 337"/>
                <a:gd name="T56" fmla="*/ 0 w 386"/>
                <a:gd name="T57" fmla="*/ 85 h 337"/>
                <a:gd name="T58" fmla="*/ 2 w 386"/>
                <a:gd name="T59" fmla="*/ 84 h 337"/>
                <a:gd name="T60" fmla="*/ 49 w 386"/>
                <a:gd name="T61" fmla="*/ 87 h 337"/>
                <a:gd name="T62" fmla="*/ 61 w 386"/>
                <a:gd name="T63" fmla="*/ 72 h 337"/>
                <a:gd name="T64" fmla="*/ 85 w 386"/>
                <a:gd name="T65" fmla="*/ 86 h 337"/>
                <a:gd name="T66" fmla="*/ 111 w 386"/>
                <a:gd name="T67" fmla="*/ 88 h 337"/>
                <a:gd name="T68" fmla="*/ 109 w 386"/>
                <a:gd name="T69" fmla="*/ 64 h 337"/>
                <a:gd name="T70" fmla="*/ 132 w 386"/>
                <a:gd name="T71" fmla="*/ 56 h 337"/>
                <a:gd name="T72" fmla="*/ 136 w 386"/>
                <a:gd name="T73" fmla="*/ 22 h 337"/>
                <a:gd name="T74" fmla="*/ 187 w 386"/>
                <a:gd name="T75" fmla="*/ 0 h 337"/>
                <a:gd name="T76" fmla="*/ 210 w 386"/>
                <a:gd name="T77" fmla="*/ 10 h 337"/>
                <a:gd name="T78" fmla="*/ 263 w 386"/>
                <a:gd name="T79" fmla="*/ 46 h 337"/>
                <a:gd name="T80" fmla="*/ 320 w 386"/>
                <a:gd name="T81" fmla="*/ 62 h 337"/>
                <a:gd name="T82" fmla="*/ 344 w 386"/>
                <a:gd name="T83" fmla="*/ 5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6" h="337">
                  <a:moveTo>
                    <a:pt x="343" y="50"/>
                  </a:moveTo>
                  <a:lnTo>
                    <a:pt x="363" y="82"/>
                  </a:lnTo>
                  <a:lnTo>
                    <a:pt x="386" y="106"/>
                  </a:lnTo>
                  <a:lnTo>
                    <a:pt x="363" y="137"/>
                  </a:lnTo>
                  <a:lnTo>
                    <a:pt x="331" y="119"/>
                  </a:lnTo>
                  <a:lnTo>
                    <a:pt x="284" y="120"/>
                  </a:lnTo>
                  <a:lnTo>
                    <a:pt x="225" y="106"/>
                  </a:lnTo>
                  <a:lnTo>
                    <a:pt x="194" y="108"/>
                  </a:lnTo>
                  <a:lnTo>
                    <a:pt x="181" y="125"/>
                  </a:lnTo>
                  <a:lnTo>
                    <a:pt x="155" y="106"/>
                  </a:lnTo>
                  <a:lnTo>
                    <a:pt x="144" y="141"/>
                  </a:lnTo>
                  <a:lnTo>
                    <a:pt x="180" y="180"/>
                  </a:lnTo>
                  <a:lnTo>
                    <a:pt x="196" y="206"/>
                  </a:lnTo>
                  <a:lnTo>
                    <a:pt x="230" y="237"/>
                  </a:lnTo>
                  <a:lnTo>
                    <a:pt x="257" y="256"/>
                  </a:lnTo>
                  <a:lnTo>
                    <a:pt x="286" y="291"/>
                  </a:lnTo>
                  <a:lnTo>
                    <a:pt x="349" y="323"/>
                  </a:lnTo>
                  <a:lnTo>
                    <a:pt x="342" y="337"/>
                  </a:lnTo>
                  <a:lnTo>
                    <a:pt x="276" y="306"/>
                  </a:lnTo>
                  <a:lnTo>
                    <a:pt x="234" y="276"/>
                  </a:lnTo>
                  <a:lnTo>
                    <a:pt x="170" y="251"/>
                  </a:lnTo>
                  <a:lnTo>
                    <a:pt x="108" y="189"/>
                  </a:lnTo>
                  <a:lnTo>
                    <a:pt x="121" y="183"/>
                  </a:lnTo>
                  <a:lnTo>
                    <a:pt x="88" y="148"/>
                  </a:lnTo>
                  <a:lnTo>
                    <a:pt x="85" y="119"/>
                  </a:lnTo>
                  <a:lnTo>
                    <a:pt x="40" y="106"/>
                  </a:lnTo>
                  <a:lnTo>
                    <a:pt x="22" y="142"/>
                  </a:lnTo>
                  <a:lnTo>
                    <a:pt x="0" y="114"/>
                  </a:lnTo>
                  <a:lnTo>
                    <a:pt x="0" y="85"/>
                  </a:lnTo>
                  <a:lnTo>
                    <a:pt x="2" y="84"/>
                  </a:lnTo>
                  <a:lnTo>
                    <a:pt x="49" y="87"/>
                  </a:lnTo>
                  <a:lnTo>
                    <a:pt x="61" y="72"/>
                  </a:lnTo>
                  <a:lnTo>
                    <a:pt x="85" y="86"/>
                  </a:lnTo>
                  <a:lnTo>
                    <a:pt x="111" y="88"/>
                  </a:lnTo>
                  <a:lnTo>
                    <a:pt x="109" y="64"/>
                  </a:lnTo>
                  <a:lnTo>
                    <a:pt x="132" y="56"/>
                  </a:lnTo>
                  <a:lnTo>
                    <a:pt x="136" y="22"/>
                  </a:lnTo>
                  <a:lnTo>
                    <a:pt x="187" y="0"/>
                  </a:lnTo>
                  <a:lnTo>
                    <a:pt x="210" y="10"/>
                  </a:lnTo>
                  <a:lnTo>
                    <a:pt x="263" y="46"/>
                  </a:lnTo>
                  <a:lnTo>
                    <a:pt x="320" y="62"/>
                  </a:lnTo>
                  <a:lnTo>
                    <a:pt x="344" y="50"/>
                  </a:ln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1" name="Freeform 84">
              <a:extLst>
                <a:ext uri="{FF2B5EF4-FFF2-40B4-BE49-F238E27FC236}">
                  <a16:creationId xmlns:a16="http://schemas.microsoft.com/office/drawing/2014/main" id="{7CC6D575-BE37-763B-D600-D6694A39C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902" y="3252787"/>
              <a:ext cx="85725" cy="61913"/>
            </a:xfrm>
            <a:custGeom>
              <a:avLst/>
              <a:gdLst>
                <a:gd name="T0" fmla="*/ 27 w 54"/>
                <a:gd name="T1" fmla="*/ 0 h 39"/>
                <a:gd name="T2" fmla="*/ 38 w 54"/>
                <a:gd name="T3" fmla="*/ 0 h 39"/>
                <a:gd name="T4" fmla="*/ 53 w 54"/>
                <a:gd name="T5" fmla="*/ 4 h 39"/>
                <a:gd name="T6" fmla="*/ 54 w 54"/>
                <a:gd name="T7" fmla="*/ 15 h 39"/>
                <a:gd name="T8" fmla="*/ 51 w 54"/>
                <a:gd name="T9" fmla="*/ 23 h 39"/>
                <a:gd name="T10" fmla="*/ 46 w 54"/>
                <a:gd name="T11" fmla="*/ 27 h 39"/>
                <a:gd name="T12" fmla="*/ 50 w 54"/>
                <a:gd name="T13" fmla="*/ 33 h 39"/>
                <a:gd name="T14" fmla="*/ 49 w 54"/>
                <a:gd name="T15" fmla="*/ 39 h 39"/>
                <a:gd name="T16" fmla="*/ 38 w 54"/>
                <a:gd name="T17" fmla="*/ 35 h 39"/>
                <a:gd name="T18" fmla="*/ 29 w 54"/>
                <a:gd name="T19" fmla="*/ 36 h 39"/>
                <a:gd name="T20" fmla="*/ 18 w 54"/>
                <a:gd name="T21" fmla="*/ 35 h 39"/>
                <a:gd name="T22" fmla="*/ 9 w 54"/>
                <a:gd name="T23" fmla="*/ 39 h 39"/>
                <a:gd name="T24" fmla="*/ 0 w 54"/>
                <a:gd name="T25" fmla="*/ 32 h 39"/>
                <a:gd name="T26" fmla="*/ 3 w 54"/>
                <a:gd name="T27" fmla="*/ 26 h 39"/>
                <a:gd name="T28" fmla="*/ 19 w 54"/>
                <a:gd name="T29" fmla="*/ 29 h 39"/>
                <a:gd name="T30" fmla="*/ 33 w 54"/>
                <a:gd name="T31" fmla="*/ 30 h 39"/>
                <a:gd name="T32" fmla="*/ 39 w 54"/>
                <a:gd name="T33" fmla="*/ 26 h 39"/>
                <a:gd name="T34" fmla="*/ 32 w 54"/>
                <a:gd name="T35" fmla="*/ 17 h 39"/>
                <a:gd name="T36" fmla="*/ 33 w 54"/>
                <a:gd name="T37" fmla="*/ 9 h 39"/>
                <a:gd name="T38" fmla="*/ 22 w 54"/>
                <a:gd name="T39" fmla="*/ 5 h 39"/>
                <a:gd name="T40" fmla="*/ 27 w 54"/>
                <a:gd name="T4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4" h="39">
                  <a:moveTo>
                    <a:pt x="27" y="0"/>
                  </a:moveTo>
                  <a:lnTo>
                    <a:pt x="38" y="0"/>
                  </a:lnTo>
                  <a:lnTo>
                    <a:pt x="53" y="4"/>
                  </a:lnTo>
                  <a:lnTo>
                    <a:pt x="54" y="15"/>
                  </a:lnTo>
                  <a:lnTo>
                    <a:pt x="51" y="23"/>
                  </a:lnTo>
                  <a:lnTo>
                    <a:pt x="46" y="27"/>
                  </a:lnTo>
                  <a:lnTo>
                    <a:pt x="50" y="33"/>
                  </a:lnTo>
                  <a:lnTo>
                    <a:pt x="49" y="39"/>
                  </a:lnTo>
                  <a:lnTo>
                    <a:pt x="38" y="35"/>
                  </a:lnTo>
                  <a:lnTo>
                    <a:pt x="29" y="36"/>
                  </a:lnTo>
                  <a:lnTo>
                    <a:pt x="18" y="35"/>
                  </a:lnTo>
                  <a:lnTo>
                    <a:pt x="9" y="39"/>
                  </a:lnTo>
                  <a:lnTo>
                    <a:pt x="0" y="32"/>
                  </a:lnTo>
                  <a:lnTo>
                    <a:pt x="3" y="26"/>
                  </a:lnTo>
                  <a:lnTo>
                    <a:pt x="19" y="29"/>
                  </a:lnTo>
                  <a:lnTo>
                    <a:pt x="33" y="30"/>
                  </a:lnTo>
                  <a:lnTo>
                    <a:pt x="39" y="26"/>
                  </a:lnTo>
                  <a:lnTo>
                    <a:pt x="32" y="17"/>
                  </a:lnTo>
                  <a:lnTo>
                    <a:pt x="33" y="9"/>
                  </a:lnTo>
                  <a:lnTo>
                    <a:pt x="22" y="5"/>
                  </a:lnTo>
                  <a:lnTo>
                    <a:pt x="27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2" name="Freeform 85">
              <a:extLst>
                <a:ext uri="{FF2B5EF4-FFF2-40B4-BE49-F238E27FC236}">
                  <a16:creationId xmlns:a16="http://schemas.microsoft.com/office/drawing/2014/main" id="{E83A2AE4-CE5D-E9FB-8DF1-913953447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2952" y="2311400"/>
              <a:ext cx="165100" cy="92075"/>
            </a:xfrm>
            <a:custGeom>
              <a:avLst/>
              <a:gdLst>
                <a:gd name="T0" fmla="*/ 0 w 104"/>
                <a:gd name="T1" fmla="*/ 36 h 58"/>
                <a:gd name="T2" fmla="*/ 5 w 104"/>
                <a:gd name="T3" fmla="*/ 23 h 58"/>
                <a:gd name="T4" fmla="*/ 1 w 104"/>
                <a:gd name="T5" fmla="*/ 18 h 58"/>
                <a:gd name="T6" fmla="*/ 10 w 104"/>
                <a:gd name="T7" fmla="*/ 18 h 58"/>
                <a:gd name="T8" fmla="*/ 11 w 104"/>
                <a:gd name="T9" fmla="*/ 10 h 58"/>
                <a:gd name="T10" fmla="*/ 20 w 104"/>
                <a:gd name="T11" fmla="*/ 15 h 58"/>
                <a:gd name="T12" fmla="*/ 26 w 104"/>
                <a:gd name="T13" fmla="*/ 17 h 58"/>
                <a:gd name="T14" fmla="*/ 39 w 104"/>
                <a:gd name="T15" fmla="*/ 15 h 58"/>
                <a:gd name="T16" fmla="*/ 40 w 104"/>
                <a:gd name="T17" fmla="*/ 11 h 58"/>
                <a:gd name="T18" fmla="*/ 46 w 104"/>
                <a:gd name="T19" fmla="*/ 10 h 58"/>
                <a:gd name="T20" fmla="*/ 54 w 104"/>
                <a:gd name="T21" fmla="*/ 7 h 58"/>
                <a:gd name="T22" fmla="*/ 56 w 104"/>
                <a:gd name="T23" fmla="*/ 8 h 58"/>
                <a:gd name="T24" fmla="*/ 63 w 104"/>
                <a:gd name="T25" fmla="*/ 6 h 58"/>
                <a:gd name="T26" fmla="*/ 66 w 104"/>
                <a:gd name="T27" fmla="*/ 1 h 58"/>
                <a:gd name="T28" fmla="*/ 72 w 104"/>
                <a:gd name="T29" fmla="*/ 0 h 58"/>
                <a:gd name="T30" fmla="*/ 90 w 104"/>
                <a:gd name="T31" fmla="*/ 6 h 58"/>
                <a:gd name="T32" fmla="*/ 93 w 104"/>
                <a:gd name="T33" fmla="*/ 4 h 58"/>
                <a:gd name="T34" fmla="*/ 102 w 104"/>
                <a:gd name="T35" fmla="*/ 9 h 58"/>
                <a:gd name="T36" fmla="*/ 104 w 104"/>
                <a:gd name="T37" fmla="*/ 15 h 58"/>
                <a:gd name="T38" fmla="*/ 95 w 104"/>
                <a:gd name="T39" fmla="*/ 19 h 58"/>
                <a:gd name="T40" fmla="*/ 89 w 104"/>
                <a:gd name="T41" fmla="*/ 33 h 58"/>
                <a:gd name="T42" fmla="*/ 80 w 104"/>
                <a:gd name="T43" fmla="*/ 47 h 58"/>
                <a:gd name="T44" fmla="*/ 67 w 104"/>
                <a:gd name="T45" fmla="*/ 51 h 58"/>
                <a:gd name="T46" fmla="*/ 57 w 104"/>
                <a:gd name="T47" fmla="*/ 50 h 58"/>
                <a:gd name="T48" fmla="*/ 45 w 104"/>
                <a:gd name="T49" fmla="*/ 55 h 58"/>
                <a:gd name="T50" fmla="*/ 39 w 104"/>
                <a:gd name="T51" fmla="*/ 58 h 58"/>
                <a:gd name="T52" fmla="*/ 25 w 104"/>
                <a:gd name="T53" fmla="*/ 54 h 58"/>
                <a:gd name="T54" fmla="*/ 12 w 104"/>
                <a:gd name="T55" fmla="*/ 45 h 58"/>
                <a:gd name="T56" fmla="*/ 7 w 104"/>
                <a:gd name="T57" fmla="*/ 43 h 58"/>
                <a:gd name="T58" fmla="*/ 3 w 104"/>
                <a:gd name="T59" fmla="*/ 36 h 58"/>
                <a:gd name="T60" fmla="*/ 0 w 104"/>
                <a:gd name="T61" fmla="*/ 3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4" h="58">
                  <a:moveTo>
                    <a:pt x="0" y="36"/>
                  </a:moveTo>
                  <a:lnTo>
                    <a:pt x="5" y="23"/>
                  </a:lnTo>
                  <a:lnTo>
                    <a:pt x="1" y="18"/>
                  </a:lnTo>
                  <a:lnTo>
                    <a:pt x="10" y="18"/>
                  </a:lnTo>
                  <a:lnTo>
                    <a:pt x="11" y="10"/>
                  </a:lnTo>
                  <a:lnTo>
                    <a:pt x="20" y="15"/>
                  </a:lnTo>
                  <a:lnTo>
                    <a:pt x="26" y="17"/>
                  </a:lnTo>
                  <a:lnTo>
                    <a:pt x="39" y="15"/>
                  </a:lnTo>
                  <a:lnTo>
                    <a:pt x="40" y="11"/>
                  </a:lnTo>
                  <a:lnTo>
                    <a:pt x="46" y="10"/>
                  </a:lnTo>
                  <a:lnTo>
                    <a:pt x="54" y="7"/>
                  </a:lnTo>
                  <a:lnTo>
                    <a:pt x="56" y="8"/>
                  </a:lnTo>
                  <a:lnTo>
                    <a:pt x="63" y="6"/>
                  </a:lnTo>
                  <a:lnTo>
                    <a:pt x="66" y="1"/>
                  </a:lnTo>
                  <a:lnTo>
                    <a:pt x="72" y="0"/>
                  </a:lnTo>
                  <a:lnTo>
                    <a:pt x="90" y="6"/>
                  </a:lnTo>
                  <a:lnTo>
                    <a:pt x="93" y="4"/>
                  </a:lnTo>
                  <a:lnTo>
                    <a:pt x="102" y="9"/>
                  </a:lnTo>
                  <a:lnTo>
                    <a:pt x="104" y="15"/>
                  </a:lnTo>
                  <a:lnTo>
                    <a:pt x="95" y="19"/>
                  </a:lnTo>
                  <a:lnTo>
                    <a:pt x="89" y="33"/>
                  </a:lnTo>
                  <a:lnTo>
                    <a:pt x="80" y="47"/>
                  </a:lnTo>
                  <a:lnTo>
                    <a:pt x="67" y="51"/>
                  </a:lnTo>
                  <a:lnTo>
                    <a:pt x="57" y="50"/>
                  </a:lnTo>
                  <a:lnTo>
                    <a:pt x="45" y="55"/>
                  </a:lnTo>
                  <a:lnTo>
                    <a:pt x="39" y="58"/>
                  </a:lnTo>
                  <a:lnTo>
                    <a:pt x="25" y="54"/>
                  </a:lnTo>
                  <a:lnTo>
                    <a:pt x="12" y="45"/>
                  </a:lnTo>
                  <a:lnTo>
                    <a:pt x="7" y="43"/>
                  </a:lnTo>
                  <a:lnTo>
                    <a:pt x="3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03" name="Freeform 86">
              <a:extLst>
                <a:ext uri="{FF2B5EF4-FFF2-40B4-BE49-F238E27FC236}">
                  <a16:creationId xmlns:a16="http://schemas.microsoft.com/office/drawing/2014/main" id="{40C1B698-7FC5-8335-757E-3FFAA0EDA3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90389" y="3729038"/>
              <a:ext cx="1335088" cy="522288"/>
            </a:xfrm>
            <a:custGeom>
              <a:avLst/>
              <a:gdLst>
                <a:gd name="T0" fmla="*/ 552 w 3445"/>
                <a:gd name="T1" fmla="*/ 826 h 1349"/>
                <a:gd name="T2" fmla="*/ 373 w 3445"/>
                <a:gd name="T3" fmla="*/ 522 h 1349"/>
                <a:gd name="T4" fmla="*/ 188 w 3445"/>
                <a:gd name="T5" fmla="*/ 258 h 1349"/>
                <a:gd name="T6" fmla="*/ 0 w 3445"/>
                <a:gd name="T7" fmla="*/ 0 h 1349"/>
                <a:gd name="T8" fmla="*/ 294 w 3445"/>
                <a:gd name="T9" fmla="*/ 161 h 1349"/>
                <a:gd name="T10" fmla="*/ 550 w 3445"/>
                <a:gd name="T11" fmla="*/ 347 h 1349"/>
                <a:gd name="T12" fmla="*/ 664 w 3445"/>
                <a:gd name="T13" fmla="*/ 557 h 1349"/>
                <a:gd name="T14" fmla="*/ 784 w 3445"/>
                <a:gd name="T15" fmla="*/ 673 h 1349"/>
                <a:gd name="T16" fmla="*/ 1707 w 3445"/>
                <a:gd name="T17" fmla="*/ 311 h 1349"/>
                <a:gd name="T18" fmla="*/ 1681 w 3445"/>
                <a:gd name="T19" fmla="*/ 535 h 1349"/>
                <a:gd name="T20" fmla="*/ 1562 w 3445"/>
                <a:gd name="T21" fmla="*/ 778 h 1349"/>
                <a:gd name="T22" fmla="*/ 1357 w 3445"/>
                <a:gd name="T23" fmla="*/ 732 h 1349"/>
                <a:gd name="T24" fmla="*/ 1129 w 3445"/>
                <a:gd name="T25" fmla="*/ 716 h 1349"/>
                <a:gd name="T26" fmla="*/ 1037 w 3445"/>
                <a:gd name="T27" fmla="*/ 431 h 1349"/>
                <a:gd name="T28" fmla="*/ 1154 w 3445"/>
                <a:gd name="T29" fmla="*/ 401 h 1349"/>
                <a:gd name="T30" fmla="*/ 1330 w 3445"/>
                <a:gd name="T31" fmla="*/ 339 h 1349"/>
                <a:gd name="T32" fmla="*/ 1527 w 3445"/>
                <a:gd name="T33" fmla="*/ 197 h 1349"/>
                <a:gd name="T34" fmla="*/ 1662 w 3445"/>
                <a:gd name="T35" fmla="*/ 191 h 1349"/>
                <a:gd name="T36" fmla="*/ 2518 w 3445"/>
                <a:gd name="T37" fmla="*/ 445 h 1349"/>
                <a:gd name="T38" fmla="*/ 2477 w 3445"/>
                <a:gd name="T39" fmla="*/ 543 h 1349"/>
                <a:gd name="T40" fmla="*/ 2463 w 3445"/>
                <a:gd name="T41" fmla="*/ 281 h 1349"/>
                <a:gd name="T42" fmla="*/ 2262 w 3445"/>
                <a:gd name="T43" fmla="*/ 346 h 1349"/>
                <a:gd name="T44" fmla="*/ 1948 w 3445"/>
                <a:gd name="T45" fmla="*/ 434 h 1349"/>
                <a:gd name="T46" fmla="*/ 1979 w 3445"/>
                <a:gd name="T47" fmla="*/ 548 h 1349"/>
                <a:gd name="T48" fmla="*/ 2047 w 3445"/>
                <a:gd name="T49" fmla="*/ 596 h 1349"/>
                <a:gd name="T50" fmla="*/ 2098 w 3445"/>
                <a:gd name="T51" fmla="*/ 865 h 1349"/>
                <a:gd name="T52" fmla="*/ 2065 w 3445"/>
                <a:gd name="T53" fmla="*/ 847 h 1349"/>
                <a:gd name="T54" fmla="*/ 1931 w 3445"/>
                <a:gd name="T55" fmla="*/ 773 h 1349"/>
                <a:gd name="T56" fmla="*/ 1889 w 3445"/>
                <a:gd name="T57" fmla="*/ 937 h 1349"/>
                <a:gd name="T58" fmla="*/ 1826 w 3445"/>
                <a:gd name="T59" fmla="*/ 764 h 1349"/>
                <a:gd name="T60" fmla="*/ 1816 w 3445"/>
                <a:gd name="T61" fmla="*/ 582 h 1349"/>
                <a:gd name="T62" fmla="*/ 1993 w 3445"/>
                <a:gd name="T63" fmla="*/ 380 h 1349"/>
                <a:gd name="T64" fmla="*/ 2262 w 3445"/>
                <a:gd name="T65" fmla="*/ 346 h 1349"/>
                <a:gd name="T66" fmla="*/ 3092 w 3445"/>
                <a:gd name="T67" fmla="*/ 663 h 1349"/>
                <a:gd name="T68" fmla="*/ 3365 w 3445"/>
                <a:gd name="T69" fmla="*/ 672 h 1349"/>
                <a:gd name="T70" fmla="*/ 3353 w 3445"/>
                <a:gd name="T71" fmla="*/ 1173 h 1349"/>
                <a:gd name="T72" fmla="*/ 3200 w 3445"/>
                <a:gd name="T73" fmla="*/ 1114 h 1349"/>
                <a:gd name="T74" fmla="*/ 3062 w 3445"/>
                <a:gd name="T75" fmla="*/ 854 h 1349"/>
                <a:gd name="T76" fmla="*/ 2838 w 3445"/>
                <a:gd name="T77" fmla="*/ 817 h 1349"/>
                <a:gd name="T78" fmla="*/ 2849 w 3445"/>
                <a:gd name="T79" fmla="*/ 676 h 1349"/>
                <a:gd name="T80" fmla="*/ 2758 w 3445"/>
                <a:gd name="T81" fmla="*/ 604 h 1349"/>
                <a:gd name="T82" fmla="*/ 2800 w 3445"/>
                <a:gd name="T83" fmla="*/ 498 h 1349"/>
                <a:gd name="T84" fmla="*/ 2677 w 3445"/>
                <a:gd name="T85" fmla="*/ 795 h 1349"/>
                <a:gd name="T86" fmla="*/ 2458 w 3445"/>
                <a:gd name="T87" fmla="*/ 755 h 1349"/>
                <a:gd name="T88" fmla="*/ 2409 w 3445"/>
                <a:gd name="T89" fmla="*/ 761 h 1349"/>
                <a:gd name="T90" fmla="*/ 2391 w 3445"/>
                <a:gd name="T91" fmla="*/ 733 h 1349"/>
                <a:gd name="T92" fmla="*/ 2914 w 3445"/>
                <a:gd name="T93" fmla="*/ 990 h 1349"/>
                <a:gd name="T94" fmla="*/ 2960 w 3445"/>
                <a:gd name="T95" fmla="*/ 996 h 1349"/>
                <a:gd name="T96" fmla="*/ 1295 w 3445"/>
                <a:gd name="T97" fmla="*/ 1058 h 1349"/>
                <a:gd name="T98" fmla="*/ 1431 w 3445"/>
                <a:gd name="T99" fmla="*/ 1212 h 1349"/>
                <a:gd name="T100" fmla="*/ 1136 w 3445"/>
                <a:gd name="T101" fmla="*/ 1158 h 1349"/>
                <a:gd name="T102" fmla="*/ 830 w 3445"/>
                <a:gd name="T103" fmla="*/ 1093 h 1349"/>
                <a:gd name="T104" fmla="*/ 898 w 3445"/>
                <a:gd name="T105" fmla="*/ 974 h 1349"/>
                <a:gd name="T106" fmla="*/ 2061 w 3445"/>
                <a:gd name="T107" fmla="*/ 1156 h 1349"/>
                <a:gd name="T108" fmla="*/ 1835 w 3445"/>
                <a:gd name="T109" fmla="*/ 1186 h 1349"/>
                <a:gd name="T110" fmla="*/ 2061 w 3445"/>
                <a:gd name="T111" fmla="*/ 1156 h 1349"/>
                <a:gd name="T112" fmla="*/ 1774 w 3445"/>
                <a:gd name="T113" fmla="*/ 1208 h 1349"/>
                <a:gd name="T114" fmla="*/ 1622 w 3445"/>
                <a:gd name="T115" fmla="*/ 1187 h 1349"/>
                <a:gd name="T116" fmla="*/ 2095 w 3445"/>
                <a:gd name="T117" fmla="*/ 1349 h 1349"/>
                <a:gd name="T118" fmla="*/ 2210 w 3445"/>
                <a:gd name="T119" fmla="*/ 1224 h 1349"/>
                <a:gd name="T120" fmla="*/ 1881 w 3445"/>
                <a:gd name="T121" fmla="*/ 1339 h 1349"/>
                <a:gd name="T122" fmla="*/ 1864 w 3445"/>
                <a:gd name="T123" fmla="*/ 129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45" h="1349">
                  <a:moveTo>
                    <a:pt x="789" y="965"/>
                  </a:moveTo>
                  <a:lnTo>
                    <a:pt x="706" y="967"/>
                  </a:lnTo>
                  <a:lnTo>
                    <a:pt x="646" y="895"/>
                  </a:lnTo>
                  <a:lnTo>
                    <a:pt x="552" y="826"/>
                  </a:lnTo>
                  <a:lnTo>
                    <a:pt x="521" y="774"/>
                  </a:lnTo>
                  <a:lnTo>
                    <a:pt x="466" y="705"/>
                  </a:lnTo>
                  <a:lnTo>
                    <a:pt x="429" y="641"/>
                  </a:lnTo>
                  <a:lnTo>
                    <a:pt x="373" y="522"/>
                  </a:lnTo>
                  <a:lnTo>
                    <a:pt x="307" y="451"/>
                  </a:lnTo>
                  <a:lnTo>
                    <a:pt x="285" y="378"/>
                  </a:lnTo>
                  <a:lnTo>
                    <a:pt x="257" y="311"/>
                  </a:lnTo>
                  <a:lnTo>
                    <a:pt x="188" y="258"/>
                  </a:lnTo>
                  <a:lnTo>
                    <a:pt x="147" y="185"/>
                  </a:lnTo>
                  <a:lnTo>
                    <a:pt x="89" y="137"/>
                  </a:lnTo>
                  <a:lnTo>
                    <a:pt x="8" y="43"/>
                  </a:lnTo>
                  <a:lnTo>
                    <a:pt x="0" y="0"/>
                  </a:lnTo>
                  <a:lnTo>
                    <a:pt x="48" y="3"/>
                  </a:lnTo>
                  <a:lnTo>
                    <a:pt x="165" y="20"/>
                  </a:lnTo>
                  <a:lnTo>
                    <a:pt x="234" y="103"/>
                  </a:lnTo>
                  <a:lnTo>
                    <a:pt x="294" y="161"/>
                  </a:lnTo>
                  <a:lnTo>
                    <a:pt x="337" y="196"/>
                  </a:lnTo>
                  <a:lnTo>
                    <a:pt x="410" y="288"/>
                  </a:lnTo>
                  <a:lnTo>
                    <a:pt x="486" y="289"/>
                  </a:lnTo>
                  <a:lnTo>
                    <a:pt x="550" y="347"/>
                  </a:lnTo>
                  <a:lnTo>
                    <a:pt x="594" y="419"/>
                  </a:lnTo>
                  <a:lnTo>
                    <a:pt x="652" y="458"/>
                  </a:lnTo>
                  <a:lnTo>
                    <a:pt x="621" y="527"/>
                  </a:lnTo>
                  <a:lnTo>
                    <a:pt x="664" y="557"/>
                  </a:lnTo>
                  <a:lnTo>
                    <a:pt x="691" y="559"/>
                  </a:lnTo>
                  <a:lnTo>
                    <a:pt x="703" y="618"/>
                  </a:lnTo>
                  <a:lnTo>
                    <a:pt x="729" y="666"/>
                  </a:lnTo>
                  <a:lnTo>
                    <a:pt x="784" y="673"/>
                  </a:lnTo>
                  <a:lnTo>
                    <a:pt x="819" y="727"/>
                  </a:lnTo>
                  <a:lnTo>
                    <a:pt x="797" y="833"/>
                  </a:lnTo>
                  <a:lnTo>
                    <a:pt x="789" y="965"/>
                  </a:lnTo>
                  <a:moveTo>
                    <a:pt x="1707" y="311"/>
                  </a:moveTo>
                  <a:lnTo>
                    <a:pt x="1792" y="390"/>
                  </a:lnTo>
                  <a:lnTo>
                    <a:pt x="1703" y="400"/>
                  </a:lnTo>
                  <a:lnTo>
                    <a:pt x="1678" y="458"/>
                  </a:lnTo>
                  <a:lnTo>
                    <a:pt x="1681" y="535"/>
                  </a:lnTo>
                  <a:lnTo>
                    <a:pt x="1608" y="593"/>
                  </a:lnTo>
                  <a:lnTo>
                    <a:pt x="1605" y="678"/>
                  </a:lnTo>
                  <a:lnTo>
                    <a:pt x="1572" y="808"/>
                  </a:lnTo>
                  <a:lnTo>
                    <a:pt x="1562" y="778"/>
                  </a:lnTo>
                  <a:lnTo>
                    <a:pt x="1475" y="816"/>
                  </a:lnTo>
                  <a:lnTo>
                    <a:pt x="1447" y="764"/>
                  </a:lnTo>
                  <a:lnTo>
                    <a:pt x="1394" y="759"/>
                  </a:lnTo>
                  <a:lnTo>
                    <a:pt x="1357" y="732"/>
                  </a:lnTo>
                  <a:lnTo>
                    <a:pt x="1267" y="763"/>
                  </a:lnTo>
                  <a:lnTo>
                    <a:pt x="1240" y="722"/>
                  </a:lnTo>
                  <a:lnTo>
                    <a:pt x="1191" y="726"/>
                  </a:lnTo>
                  <a:lnTo>
                    <a:pt x="1129" y="716"/>
                  </a:lnTo>
                  <a:lnTo>
                    <a:pt x="1120" y="602"/>
                  </a:lnTo>
                  <a:lnTo>
                    <a:pt x="1083" y="578"/>
                  </a:lnTo>
                  <a:lnTo>
                    <a:pt x="1047" y="506"/>
                  </a:lnTo>
                  <a:lnTo>
                    <a:pt x="1037" y="431"/>
                  </a:lnTo>
                  <a:lnTo>
                    <a:pt x="1045" y="352"/>
                  </a:lnTo>
                  <a:lnTo>
                    <a:pt x="1089" y="296"/>
                  </a:lnTo>
                  <a:lnTo>
                    <a:pt x="1102" y="353"/>
                  </a:lnTo>
                  <a:lnTo>
                    <a:pt x="1154" y="401"/>
                  </a:lnTo>
                  <a:lnTo>
                    <a:pt x="1202" y="383"/>
                  </a:lnTo>
                  <a:lnTo>
                    <a:pt x="1250" y="389"/>
                  </a:lnTo>
                  <a:lnTo>
                    <a:pt x="1294" y="346"/>
                  </a:lnTo>
                  <a:lnTo>
                    <a:pt x="1330" y="339"/>
                  </a:lnTo>
                  <a:lnTo>
                    <a:pt x="1401" y="363"/>
                  </a:lnTo>
                  <a:lnTo>
                    <a:pt x="1463" y="345"/>
                  </a:lnTo>
                  <a:lnTo>
                    <a:pt x="1499" y="226"/>
                  </a:lnTo>
                  <a:lnTo>
                    <a:pt x="1527" y="197"/>
                  </a:lnTo>
                  <a:lnTo>
                    <a:pt x="1550" y="100"/>
                  </a:lnTo>
                  <a:lnTo>
                    <a:pt x="1637" y="100"/>
                  </a:lnTo>
                  <a:lnTo>
                    <a:pt x="1702" y="114"/>
                  </a:lnTo>
                  <a:lnTo>
                    <a:pt x="1662" y="191"/>
                  </a:lnTo>
                  <a:lnTo>
                    <a:pt x="1719" y="272"/>
                  </a:lnTo>
                  <a:lnTo>
                    <a:pt x="1707" y="311"/>
                  </a:lnTo>
                  <a:moveTo>
                    <a:pt x="2521" y="370"/>
                  </a:moveTo>
                  <a:lnTo>
                    <a:pt x="2518" y="445"/>
                  </a:lnTo>
                  <a:lnTo>
                    <a:pt x="2479" y="436"/>
                  </a:lnTo>
                  <a:lnTo>
                    <a:pt x="2468" y="488"/>
                  </a:lnTo>
                  <a:lnTo>
                    <a:pt x="2498" y="533"/>
                  </a:lnTo>
                  <a:lnTo>
                    <a:pt x="2477" y="543"/>
                  </a:lnTo>
                  <a:lnTo>
                    <a:pt x="2447" y="489"/>
                  </a:lnTo>
                  <a:lnTo>
                    <a:pt x="2424" y="380"/>
                  </a:lnTo>
                  <a:lnTo>
                    <a:pt x="2439" y="312"/>
                  </a:lnTo>
                  <a:lnTo>
                    <a:pt x="2463" y="281"/>
                  </a:lnTo>
                  <a:lnTo>
                    <a:pt x="2469" y="328"/>
                  </a:lnTo>
                  <a:lnTo>
                    <a:pt x="2514" y="335"/>
                  </a:lnTo>
                  <a:lnTo>
                    <a:pt x="2521" y="370"/>
                  </a:lnTo>
                  <a:moveTo>
                    <a:pt x="2262" y="346"/>
                  </a:moveTo>
                  <a:lnTo>
                    <a:pt x="2202" y="430"/>
                  </a:lnTo>
                  <a:lnTo>
                    <a:pt x="2145" y="446"/>
                  </a:lnTo>
                  <a:lnTo>
                    <a:pt x="2073" y="430"/>
                  </a:lnTo>
                  <a:lnTo>
                    <a:pt x="1948" y="434"/>
                  </a:lnTo>
                  <a:lnTo>
                    <a:pt x="1882" y="446"/>
                  </a:lnTo>
                  <a:lnTo>
                    <a:pt x="1871" y="511"/>
                  </a:lnTo>
                  <a:lnTo>
                    <a:pt x="1938" y="586"/>
                  </a:lnTo>
                  <a:lnTo>
                    <a:pt x="1979" y="548"/>
                  </a:lnTo>
                  <a:lnTo>
                    <a:pt x="2119" y="519"/>
                  </a:lnTo>
                  <a:lnTo>
                    <a:pt x="2113" y="558"/>
                  </a:lnTo>
                  <a:lnTo>
                    <a:pt x="2080" y="546"/>
                  </a:lnTo>
                  <a:lnTo>
                    <a:pt x="2047" y="596"/>
                  </a:lnTo>
                  <a:lnTo>
                    <a:pt x="1980" y="629"/>
                  </a:lnTo>
                  <a:lnTo>
                    <a:pt x="2049" y="738"/>
                  </a:lnTo>
                  <a:lnTo>
                    <a:pt x="2034" y="767"/>
                  </a:lnTo>
                  <a:lnTo>
                    <a:pt x="2098" y="865"/>
                  </a:lnTo>
                  <a:lnTo>
                    <a:pt x="2095" y="921"/>
                  </a:lnTo>
                  <a:lnTo>
                    <a:pt x="2054" y="946"/>
                  </a:lnTo>
                  <a:lnTo>
                    <a:pt x="2026" y="916"/>
                  </a:lnTo>
                  <a:lnTo>
                    <a:pt x="2065" y="847"/>
                  </a:lnTo>
                  <a:lnTo>
                    <a:pt x="1990" y="880"/>
                  </a:lnTo>
                  <a:lnTo>
                    <a:pt x="1972" y="856"/>
                  </a:lnTo>
                  <a:lnTo>
                    <a:pt x="1983" y="823"/>
                  </a:lnTo>
                  <a:lnTo>
                    <a:pt x="1931" y="773"/>
                  </a:lnTo>
                  <a:lnTo>
                    <a:pt x="1939" y="690"/>
                  </a:lnTo>
                  <a:lnTo>
                    <a:pt x="1888" y="716"/>
                  </a:lnTo>
                  <a:lnTo>
                    <a:pt x="1891" y="815"/>
                  </a:lnTo>
                  <a:lnTo>
                    <a:pt x="1889" y="937"/>
                  </a:lnTo>
                  <a:lnTo>
                    <a:pt x="1841" y="950"/>
                  </a:lnTo>
                  <a:lnTo>
                    <a:pt x="1809" y="925"/>
                  </a:lnTo>
                  <a:lnTo>
                    <a:pt x="1834" y="846"/>
                  </a:lnTo>
                  <a:lnTo>
                    <a:pt x="1826" y="764"/>
                  </a:lnTo>
                  <a:lnTo>
                    <a:pt x="1794" y="763"/>
                  </a:lnTo>
                  <a:lnTo>
                    <a:pt x="1772" y="705"/>
                  </a:lnTo>
                  <a:lnTo>
                    <a:pt x="1805" y="649"/>
                  </a:lnTo>
                  <a:lnTo>
                    <a:pt x="1816" y="582"/>
                  </a:lnTo>
                  <a:lnTo>
                    <a:pt x="1855" y="453"/>
                  </a:lnTo>
                  <a:lnTo>
                    <a:pt x="1871" y="418"/>
                  </a:lnTo>
                  <a:lnTo>
                    <a:pt x="1934" y="355"/>
                  </a:lnTo>
                  <a:lnTo>
                    <a:pt x="1993" y="380"/>
                  </a:lnTo>
                  <a:lnTo>
                    <a:pt x="2088" y="392"/>
                  </a:lnTo>
                  <a:lnTo>
                    <a:pt x="2175" y="388"/>
                  </a:lnTo>
                  <a:lnTo>
                    <a:pt x="2248" y="327"/>
                  </a:lnTo>
                  <a:lnTo>
                    <a:pt x="2262" y="346"/>
                  </a:lnTo>
                  <a:moveTo>
                    <a:pt x="2932" y="565"/>
                  </a:moveTo>
                  <a:lnTo>
                    <a:pt x="2950" y="702"/>
                  </a:lnTo>
                  <a:lnTo>
                    <a:pt x="3026" y="753"/>
                  </a:lnTo>
                  <a:lnTo>
                    <a:pt x="3092" y="663"/>
                  </a:lnTo>
                  <a:lnTo>
                    <a:pt x="3179" y="612"/>
                  </a:lnTo>
                  <a:lnTo>
                    <a:pt x="3246" y="612"/>
                  </a:lnTo>
                  <a:lnTo>
                    <a:pt x="3310" y="641"/>
                  </a:lnTo>
                  <a:lnTo>
                    <a:pt x="3365" y="672"/>
                  </a:lnTo>
                  <a:lnTo>
                    <a:pt x="3445" y="688"/>
                  </a:lnTo>
                  <a:lnTo>
                    <a:pt x="3434" y="965"/>
                  </a:lnTo>
                  <a:lnTo>
                    <a:pt x="3414" y="1243"/>
                  </a:lnTo>
                  <a:lnTo>
                    <a:pt x="3353" y="1173"/>
                  </a:lnTo>
                  <a:lnTo>
                    <a:pt x="3279" y="1156"/>
                  </a:lnTo>
                  <a:lnTo>
                    <a:pt x="3258" y="1180"/>
                  </a:lnTo>
                  <a:lnTo>
                    <a:pt x="3163" y="1183"/>
                  </a:lnTo>
                  <a:lnTo>
                    <a:pt x="3200" y="1114"/>
                  </a:lnTo>
                  <a:lnTo>
                    <a:pt x="3249" y="1090"/>
                  </a:lnTo>
                  <a:lnTo>
                    <a:pt x="3236" y="997"/>
                  </a:lnTo>
                  <a:lnTo>
                    <a:pt x="3205" y="926"/>
                  </a:lnTo>
                  <a:lnTo>
                    <a:pt x="3062" y="854"/>
                  </a:lnTo>
                  <a:lnTo>
                    <a:pt x="3001" y="847"/>
                  </a:lnTo>
                  <a:lnTo>
                    <a:pt x="2891" y="768"/>
                  </a:lnTo>
                  <a:lnTo>
                    <a:pt x="2867" y="809"/>
                  </a:lnTo>
                  <a:lnTo>
                    <a:pt x="2838" y="817"/>
                  </a:lnTo>
                  <a:lnTo>
                    <a:pt x="2822" y="786"/>
                  </a:lnTo>
                  <a:lnTo>
                    <a:pt x="2823" y="749"/>
                  </a:lnTo>
                  <a:lnTo>
                    <a:pt x="2767" y="707"/>
                  </a:lnTo>
                  <a:lnTo>
                    <a:pt x="2849" y="676"/>
                  </a:lnTo>
                  <a:lnTo>
                    <a:pt x="2902" y="678"/>
                  </a:lnTo>
                  <a:lnTo>
                    <a:pt x="2897" y="655"/>
                  </a:lnTo>
                  <a:lnTo>
                    <a:pt x="2787" y="655"/>
                  </a:lnTo>
                  <a:lnTo>
                    <a:pt x="2758" y="604"/>
                  </a:lnTo>
                  <a:lnTo>
                    <a:pt x="2691" y="589"/>
                  </a:lnTo>
                  <a:lnTo>
                    <a:pt x="2659" y="546"/>
                  </a:lnTo>
                  <a:lnTo>
                    <a:pt x="2761" y="526"/>
                  </a:lnTo>
                  <a:lnTo>
                    <a:pt x="2800" y="498"/>
                  </a:lnTo>
                  <a:lnTo>
                    <a:pt x="2920" y="533"/>
                  </a:lnTo>
                  <a:lnTo>
                    <a:pt x="2932" y="565"/>
                  </a:lnTo>
                  <a:moveTo>
                    <a:pt x="2652" y="730"/>
                  </a:moveTo>
                  <a:lnTo>
                    <a:pt x="2677" y="795"/>
                  </a:lnTo>
                  <a:lnTo>
                    <a:pt x="2615" y="760"/>
                  </a:lnTo>
                  <a:lnTo>
                    <a:pt x="2552" y="753"/>
                  </a:lnTo>
                  <a:lnTo>
                    <a:pt x="2510" y="758"/>
                  </a:lnTo>
                  <a:lnTo>
                    <a:pt x="2458" y="755"/>
                  </a:lnTo>
                  <a:lnTo>
                    <a:pt x="2477" y="709"/>
                  </a:lnTo>
                  <a:lnTo>
                    <a:pt x="2570" y="705"/>
                  </a:lnTo>
                  <a:lnTo>
                    <a:pt x="2652" y="730"/>
                  </a:lnTo>
                  <a:moveTo>
                    <a:pt x="2409" y="761"/>
                  </a:moveTo>
                  <a:lnTo>
                    <a:pt x="2380" y="789"/>
                  </a:lnTo>
                  <a:lnTo>
                    <a:pt x="2328" y="774"/>
                  </a:lnTo>
                  <a:lnTo>
                    <a:pt x="2315" y="737"/>
                  </a:lnTo>
                  <a:lnTo>
                    <a:pt x="2391" y="733"/>
                  </a:lnTo>
                  <a:lnTo>
                    <a:pt x="2409" y="761"/>
                  </a:lnTo>
                  <a:moveTo>
                    <a:pt x="2960" y="996"/>
                  </a:moveTo>
                  <a:lnTo>
                    <a:pt x="2917" y="1054"/>
                  </a:lnTo>
                  <a:lnTo>
                    <a:pt x="2914" y="990"/>
                  </a:lnTo>
                  <a:lnTo>
                    <a:pt x="2929" y="959"/>
                  </a:lnTo>
                  <a:lnTo>
                    <a:pt x="2947" y="930"/>
                  </a:lnTo>
                  <a:lnTo>
                    <a:pt x="2962" y="955"/>
                  </a:lnTo>
                  <a:lnTo>
                    <a:pt x="2960" y="996"/>
                  </a:lnTo>
                  <a:moveTo>
                    <a:pt x="996" y="1044"/>
                  </a:moveTo>
                  <a:lnTo>
                    <a:pt x="1139" y="1052"/>
                  </a:lnTo>
                  <a:lnTo>
                    <a:pt x="1158" y="1017"/>
                  </a:lnTo>
                  <a:lnTo>
                    <a:pt x="1295" y="1058"/>
                  </a:lnTo>
                  <a:lnTo>
                    <a:pt x="1319" y="1113"/>
                  </a:lnTo>
                  <a:lnTo>
                    <a:pt x="1431" y="1129"/>
                  </a:lnTo>
                  <a:lnTo>
                    <a:pt x="1519" y="1179"/>
                  </a:lnTo>
                  <a:lnTo>
                    <a:pt x="1431" y="1212"/>
                  </a:lnTo>
                  <a:lnTo>
                    <a:pt x="1351" y="1177"/>
                  </a:lnTo>
                  <a:lnTo>
                    <a:pt x="1283" y="1180"/>
                  </a:lnTo>
                  <a:lnTo>
                    <a:pt x="1206" y="1174"/>
                  </a:lnTo>
                  <a:lnTo>
                    <a:pt x="1136" y="1158"/>
                  </a:lnTo>
                  <a:lnTo>
                    <a:pt x="1052" y="1126"/>
                  </a:lnTo>
                  <a:lnTo>
                    <a:pt x="997" y="1117"/>
                  </a:lnTo>
                  <a:lnTo>
                    <a:pt x="965" y="1128"/>
                  </a:lnTo>
                  <a:lnTo>
                    <a:pt x="830" y="1093"/>
                  </a:lnTo>
                  <a:lnTo>
                    <a:pt x="819" y="1056"/>
                  </a:lnTo>
                  <a:lnTo>
                    <a:pt x="751" y="1050"/>
                  </a:lnTo>
                  <a:lnTo>
                    <a:pt x="807" y="969"/>
                  </a:lnTo>
                  <a:lnTo>
                    <a:pt x="898" y="974"/>
                  </a:lnTo>
                  <a:lnTo>
                    <a:pt x="957" y="1007"/>
                  </a:lnTo>
                  <a:lnTo>
                    <a:pt x="987" y="1013"/>
                  </a:lnTo>
                  <a:lnTo>
                    <a:pt x="996" y="1044"/>
                  </a:lnTo>
                  <a:moveTo>
                    <a:pt x="2061" y="1156"/>
                  </a:moveTo>
                  <a:lnTo>
                    <a:pt x="2046" y="1203"/>
                  </a:lnTo>
                  <a:lnTo>
                    <a:pt x="1932" y="1227"/>
                  </a:lnTo>
                  <a:lnTo>
                    <a:pt x="1833" y="1217"/>
                  </a:lnTo>
                  <a:lnTo>
                    <a:pt x="1835" y="1186"/>
                  </a:lnTo>
                  <a:lnTo>
                    <a:pt x="1896" y="1168"/>
                  </a:lnTo>
                  <a:lnTo>
                    <a:pt x="1941" y="1193"/>
                  </a:lnTo>
                  <a:lnTo>
                    <a:pt x="1991" y="1187"/>
                  </a:lnTo>
                  <a:lnTo>
                    <a:pt x="2061" y="1156"/>
                  </a:lnTo>
                  <a:moveTo>
                    <a:pt x="1685" y="1156"/>
                  </a:moveTo>
                  <a:lnTo>
                    <a:pt x="1711" y="1179"/>
                  </a:lnTo>
                  <a:lnTo>
                    <a:pt x="1758" y="1172"/>
                  </a:lnTo>
                  <a:lnTo>
                    <a:pt x="1774" y="1208"/>
                  </a:lnTo>
                  <a:lnTo>
                    <a:pt x="1685" y="1225"/>
                  </a:lnTo>
                  <a:lnTo>
                    <a:pt x="1633" y="1236"/>
                  </a:lnTo>
                  <a:lnTo>
                    <a:pt x="1592" y="1236"/>
                  </a:lnTo>
                  <a:lnTo>
                    <a:pt x="1622" y="1187"/>
                  </a:lnTo>
                  <a:lnTo>
                    <a:pt x="1663" y="1186"/>
                  </a:lnTo>
                  <a:lnTo>
                    <a:pt x="1685" y="1156"/>
                  </a:lnTo>
                  <a:moveTo>
                    <a:pt x="2161" y="1330"/>
                  </a:moveTo>
                  <a:lnTo>
                    <a:pt x="2095" y="1349"/>
                  </a:lnTo>
                  <a:lnTo>
                    <a:pt x="2087" y="1339"/>
                  </a:lnTo>
                  <a:lnTo>
                    <a:pt x="2097" y="1310"/>
                  </a:lnTo>
                  <a:lnTo>
                    <a:pt x="2133" y="1258"/>
                  </a:lnTo>
                  <a:lnTo>
                    <a:pt x="2210" y="1224"/>
                  </a:lnTo>
                  <a:lnTo>
                    <a:pt x="2217" y="1241"/>
                  </a:lnTo>
                  <a:lnTo>
                    <a:pt x="2216" y="1266"/>
                  </a:lnTo>
                  <a:lnTo>
                    <a:pt x="2161" y="1330"/>
                  </a:lnTo>
                  <a:moveTo>
                    <a:pt x="1881" y="1339"/>
                  </a:moveTo>
                  <a:lnTo>
                    <a:pt x="1850" y="1340"/>
                  </a:lnTo>
                  <a:lnTo>
                    <a:pt x="1756" y="1280"/>
                  </a:lnTo>
                  <a:lnTo>
                    <a:pt x="1827" y="1264"/>
                  </a:lnTo>
                  <a:lnTo>
                    <a:pt x="1864" y="1290"/>
                  </a:lnTo>
                  <a:lnTo>
                    <a:pt x="1888" y="1316"/>
                  </a:lnTo>
                  <a:lnTo>
                    <a:pt x="1881" y="1339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4" name="Freeform 87">
              <a:extLst>
                <a:ext uri="{FF2B5EF4-FFF2-40B4-BE49-F238E27FC236}">
                  <a16:creationId xmlns:a16="http://schemas.microsoft.com/office/drawing/2014/main" id="{75E1F4A7-2327-BEBE-AF1E-64C8D94F9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3777" y="2738437"/>
              <a:ext cx="800100" cy="908050"/>
            </a:xfrm>
            <a:custGeom>
              <a:avLst/>
              <a:gdLst>
                <a:gd name="T0" fmla="*/ 149 w 504"/>
                <a:gd name="T1" fmla="*/ 42 h 572"/>
                <a:gd name="T2" fmla="*/ 148 w 504"/>
                <a:gd name="T3" fmla="*/ 60 h 572"/>
                <a:gd name="T4" fmla="*/ 206 w 504"/>
                <a:gd name="T5" fmla="*/ 110 h 572"/>
                <a:gd name="T6" fmla="*/ 212 w 504"/>
                <a:gd name="T7" fmla="*/ 147 h 572"/>
                <a:gd name="T8" fmla="*/ 282 w 504"/>
                <a:gd name="T9" fmla="*/ 172 h 572"/>
                <a:gd name="T10" fmla="*/ 330 w 504"/>
                <a:gd name="T11" fmla="*/ 189 h 572"/>
                <a:gd name="T12" fmla="*/ 340 w 504"/>
                <a:gd name="T13" fmla="*/ 167 h 572"/>
                <a:gd name="T14" fmla="*/ 355 w 504"/>
                <a:gd name="T15" fmla="*/ 170 h 572"/>
                <a:gd name="T16" fmla="*/ 384 w 504"/>
                <a:gd name="T17" fmla="*/ 179 h 572"/>
                <a:gd name="T18" fmla="*/ 412 w 504"/>
                <a:gd name="T19" fmla="*/ 167 h 572"/>
                <a:gd name="T20" fmla="*/ 430 w 504"/>
                <a:gd name="T21" fmla="*/ 142 h 572"/>
                <a:gd name="T22" fmla="*/ 474 w 504"/>
                <a:gd name="T23" fmla="*/ 126 h 572"/>
                <a:gd name="T24" fmla="*/ 501 w 504"/>
                <a:gd name="T25" fmla="*/ 150 h 572"/>
                <a:gd name="T26" fmla="*/ 504 w 504"/>
                <a:gd name="T27" fmla="*/ 175 h 572"/>
                <a:gd name="T28" fmla="*/ 473 w 504"/>
                <a:gd name="T29" fmla="*/ 197 h 572"/>
                <a:gd name="T30" fmla="*/ 463 w 504"/>
                <a:gd name="T31" fmla="*/ 242 h 572"/>
                <a:gd name="T32" fmla="*/ 449 w 504"/>
                <a:gd name="T33" fmla="*/ 266 h 572"/>
                <a:gd name="T34" fmla="*/ 429 w 504"/>
                <a:gd name="T35" fmla="*/ 247 h 572"/>
                <a:gd name="T36" fmla="*/ 412 w 504"/>
                <a:gd name="T37" fmla="*/ 249 h 572"/>
                <a:gd name="T38" fmla="*/ 428 w 504"/>
                <a:gd name="T39" fmla="*/ 219 h 572"/>
                <a:gd name="T40" fmla="*/ 383 w 504"/>
                <a:gd name="T41" fmla="*/ 212 h 572"/>
                <a:gd name="T42" fmla="*/ 354 w 504"/>
                <a:gd name="T43" fmla="*/ 188 h 572"/>
                <a:gd name="T44" fmla="*/ 356 w 504"/>
                <a:gd name="T45" fmla="*/ 221 h 572"/>
                <a:gd name="T46" fmla="*/ 364 w 504"/>
                <a:gd name="T47" fmla="*/ 246 h 572"/>
                <a:gd name="T48" fmla="*/ 378 w 504"/>
                <a:gd name="T49" fmla="*/ 287 h 572"/>
                <a:gd name="T50" fmla="*/ 347 w 504"/>
                <a:gd name="T51" fmla="*/ 306 h 572"/>
                <a:gd name="T52" fmla="*/ 298 w 504"/>
                <a:gd name="T53" fmla="*/ 357 h 572"/>
                <a:gd name="T54" fmla="*/ 271 w 504"/>
                <a:gd name="T55" fmla="*/ 394 h 572"/>
                <a:gd name="T56" fmla="*/ 238 w 504"/>
                <a:gd name="T57" fmla="*/ 407 h 572"/>
                <a:gd name="T58" fmla="*/ 243 w 504"/>
                <a:gd name="T59" fmla="*/ 467 h 572"/>
                <a:gd name="T60" fmla="*/ 230 w 504"/>
                <a:gd name="T61" fmla="*/ 523 h 572"/>
                <a:gd name="T62" fmla="*/ 212 w 504"/>
                <a:gd name="T63" fmla="*/ 552 h 572"/>
                <a:gd name="T64" fmla="*/ 181 w 504"/>
                <a:gd name="T65" fmla="*/ 553 h 572"/>
                <a:gd name="T66" fmla="*/ 156 w 504"/>
                <a:gd name="T67" fmla="*/ 493 h 572"/>
                <a:gd name="T68" fmla="*/ 134 w 504"/>
                <a:gd name="T69" fmla="*/ 434 h 572"/>
                <a:gd name="T70" fmla="*/ 95 w 504"/>
                <a:gd name="T71" fmla="*/ 338 h 572"/>
                <a:gd name="T72" fmla="*/ 61 w 504"/>
                <a:gd name="T73" fmla="*/ 306 h 572"/>
                <a:gd name="T74" fmla="*/ 29 w 504"/>
                <a:gd name="T75" fmla="*/ 271 h 572"/>
                <a:gd name="T76" fmla="*/ 10 w 504"/>
                <a:gd name="T77" fmla="*/ 231 h 572"/>
                <a:gd name="T78" fmla="*/ 31 w 504"/>
                <a:gd name="T79" fmla="*/ 203 h 572"/>
                <a:gd name="T80" fmla="*/ 29 w 504"/>
                <a:gd name="T81" fmla="*/ 156 h 572"/>
                <a:gd name="T82" fmla="*/ 72 w 504"/>
                <a:gd name="T83" fmla="*/ 115 h 572"/>
                <a:gd name="T84" fmla="*/ 94 w 504"/>
                <a:gd name="T85" fmla="*/ 67 h 572"/>
                <a:gd name="T86" fmla="*/ 58 w 504"/>
                <a:gd name="T87" fmla="*/ 25 h 572"/>
                <a:gd name="T88" fmla="*/ 110 w 504"/>
                <a:gd name="T89" fmla="*/ 18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4" h="572">
                  <a:moveTo>
                    <a:pt x="122" y="0"/>
                  </a:moveTo>
                  <a:lnTo>
                    <a:pt x="147" y="25"/>
                  </a:lnTo>
                  <a:lnTo>
                    <a:pt x="149" y="42"/>
                  </a:lnTo>
                  <a:lnTo>
                    <a:pt x="159" y="52"/>
                  </a:lnTo>
                  <a:lnTo>
                    <a:pt x="161" y="63"/>
                  </a:lnTo>
                  <a:lnTo>
                    <a:pt x="148" y="60"/>
                  </a:lnTo>
                  <a:lnTo>
                    <a:pt x="158" y="83"/>
                  </a:lnTo>
                  <a:lnTo>
                    <a:pt x="178" y="96"/>
                  </a:lnTo>
                  <a:lnTo>
                    <a:pt x="206" y="110"/>
                  </a:lnTo>
                  <a:lnTo>
                    <a:pt x="197" y="120"/>
                  </a:lnTo>
                  <a:lnTo>
                    <a:pt x="194" y="139"/>
                  </a:lnTo>
                  <a:lnTo>
                    <a:pt x="212" y="147"/>
                  </a:lnTo>
                  <a:lnTo>
                    <a:pt x="231" y="157"/>
                  </a:lnTo>
                  <a:lnTo>
                    <a:pt x="257" y="169"/>
                  </a:lnTo>
                  <a:lnTo>
                    <a:pt x="282" y="172"/>
                  </a:lnTo>
                  <a:lnTo>
                    <a:pt x="294" y="182"/>
                  </a:lnTo>
                  <a:lnTo>
                    <a:pt x="308" y="184"/>
                  </a:lnTo>
                  <a:lnTo>
                    <a:pt x="330" y="189"/>
                  </a:lnTo>
                  <a:lnTo>
                    <a:pt x="345" y="189"/>
                  </a:lnTo>
                  <a:lnTo>
                    <a:pt x="346" y="181"/>
                  </a:lnTo>
                  <a:lnTo>
                    <a:pt x="340" y="167"/>
                  </a:lnTo>
                  <a:lnTo>
                    <a:pt x="340" y="158"/>
                  </a:lnTo>
                  <a:lnTo>
                    <a:pt x="350" y="154"/>
                  </a:lnTo>
                  <a:lnTo>
                    <a:pt x="355" y="170"/>
                  </a:lnTo>
                  <a:lnTo>
                    <a:pt x="356" y="174"/>
                  </a:lnTo>
                  <a:lnTo>
                    <a:pt x="374" y="182"/>
                  </a:lnTo>
                  <a:lnTo>
                    <a:pt x="384" y="179"/>
                  </a:lnTo>
                  <a:lnTo>
                    <a:pt x="400" y="181"/>
                  </a:lnTo>
                  <a:lnTo>
                    <a:pt x="414" y="180"/>
                  </a:lnTo>
                  <a:lnTo>
                    <a:pt x="412" y="167"/>
                  </a:lnTo>
                  <a:lnTo>
                    <a:pt x="404" y="161"/>
                  </a:lnTo>
                  <a:lnTo>
                    <a:pt x="418" y="158"/>
                  </a:lnTo>
                  <a:lnTo>
                    <a:pt x="430" y="142"/>
                  </a:lnTo>
                  <a:lnTo>
                    <a:pt x="447" y="129"/>
                  </a:lnTo>
                  <a:lnTo>
                    <a:pt x="463" y="134"/>
                  </a:lnTo>
                  <a:lnTo>
                    <a:pt x="474" y="126"/>
                  </a:lnTo>
                  <a:lnTo>
                    <a:pt x="485" y="139"/>
                  </a:lnTo>
                  <a:lnTo>
                    <a:pt x="481" y="147"/>
                  </a:lnTo>
                  <a:lnTo>
                    <a:pt x="501" y="150"/>
                  </a:lnTo>
                  <a:lnTo>
                    <a:pt x="504" y="158"/>
                  </a:lnTo>
                  <a:lnTo>
                    <a:pt x="499" y="162"/>
                  </a:lnTo>
                  <a:lnTo>
                    <a:pt x="504" y="175"/>
                  </a:lnTo>
                  <a:lnTo>
                    <a:pt x="490" y="171"/>
                  </a:lnTo>
                  <a:lnTo>
                    <a:pt x="470" y="185"/>
                  </a:lnTo>
                  <a:lnTo>
                    <a:pt x="473" y="197"/>
                  </a:lnTo>
                  <a:lnTo>
                    <a:pt x="467" y="215"/>
                  </a:lnTo>
                  <a:lnTo>
                    <a:pt x="468" y="225"/>
                  </a:lnTo>
                  <a:lnTo>
                    <a:pt x="463" y="242"/>
                  </a:lnTo>
                  <a:lnTo>
                    <a:pt x="449" y="237"/>
                  </a:lnTo>
                  <a:lnTo>
                    <a:pt x="452" y="259"/>
                  </a:lnTo>
                  <a:lnTo>
                    <a:pt x="449" y="266"/>
                  </a:lnTo>
                  <a:lnTo>
                    <a:pt x="452" y="274"/>
                  </a:lnTo>
                  <a:lnTo>
                    <a:pt x="444" y="280"/>
                  </a:lnTo>
                  <a:lnTo>
                    <a:pt x="429" y="247"/>
                  </a:lnTo>
                  <a:lnTo>
                    <a:pt x="424" y="247"/>
                  </a:lnTo>
                  <a:lnTo>
                    <a:pt x="424" y="260"/>
                  </a:lnTo>
                  <a:lnTo>
                    <a:pt x="412" y="249"/>
                  </a:lnTo>
                  <a:lnTo>
                    <a:pt x="415" y="237"/>
                  </a:lnTo>
                  <a:lnTo>
                    <a:pt x="423" y="236"/>
                  </a:lnTo>
                  <a:lnTo>
                    <a:pt x="428" y="219"/>
                  </a:lnTo>
                  <a:lnTo>
                    <a:pt x="417" y="215"/>
                  </a:lnTo>
                  <a:lnTo>
                    <a:pt x="400" y="215"/>
                  </a:lnTo>
                  <a:lnTo>
                    <a:pt x="383" y="212"/>
                  </a:lnTo>
                  <a:lnTo>
                    <a:pt x="378" y="198"/>
                  </a:lnTo>
                  <a:lnTo>
                    <a:pt x="370" y="197"/>
                  </a:lnTo>
                  <a:lnTo>
                    <a:pt x="354" y="188"/>
                  </a:lnTo>
                  <a:lnTo>
                    <a:pt x="350" y="202"/>
                  </a:lnTo>
                  <a:lnTo>
                    <a:pt x="366" y="213"/>
                  </a:lnTo>
                  <a:lnTo>
                    <a:pt x="356" y="221"/>
                  </a:lnTo>
                  <a:lnTo>
                    <a:pt x="353" y="228"/>
                  </a:lnTo>
                  <a:lnTo>
                    <a:pt x="365" y="234"/>
                  </a:lnTo>
                  <a:lnTo>
                    <a:pt x="364" y="246"/>
                  </a:lnTo>
                  <a:lnTo>
                    <a:pt x="373" y="262"/>
                  </a:lnTo>
                  <a:lnTo>
                    <a:pt x="379" y="279"/>
                  </a:lnTo>
                  <a:lnTo>
                    <a:pt x="378" y="287"/>
                  </a:lnTo>
                  <a:lnTo>
                    <a:pt x="365" y="286"/>
                  </a:lnTo>
                  <a:lnTo>
                    <a:pt x="344" y="291"/>
                  </a:lnTo>
                  <a:lnTo>
                    <a:pt x="347" y="306"/>
                  </a:lnTo>
                  <a:lnTo>
                    <a:pt x="339" y="319"/>
                  </a:lnTo>
                  <a:lnTo>
                    <a:pt x="315" y="333"/>
                  </a:lnTo>
                  <a:lnTo>
                    <a:pt x="298" y="357"/>
                  </a:lnTo>
                  <a:lnTo>
                    <a:pt x="286" y="370"/>
                  </a:lnTo>
                  <a:lnTo>
                    <a:pt x="270" y="384"/>
                  </a:lnTo>
                  <a:lnTo>
                    <a:pt x="271" y="394"/>
                  </a:lnTo>
                  <a:lnTo>
                    <a:pt x="262" y="399"/>
                  </a:lnTo>
                  <a:lnTo>
                    <a:pt x="246" y="406"/>
                  </a:lnTo>
                  <a:lnTo>
                    <a:pt x="238" y="407"/>
                  </a:lnTo>
                  <a:lnTo>
                    <a:pt x="234" y="423"/>
                  </a:lnTo>
                  <a:lnTo>
                    <a:pt x="241" y="450"/>
                  </a:lnTo>
                  <a:lnTo>
                    <a:pt x="243" y="467"/>
                  </a:lnTo>
                  <a:lnTo>
                    <a:pt x="237" y="487"/>
                  </a:lnTo>
                  <a:lnTo>
                    <a:pt x="239" y="522"/>
                  </a:lnTo>
                  <a:lnTo>
                    <a:pt x="230" y="523"/>
                  </a:lnTo>
                  <a:lnTo>
                    <a:pt x="222" y="539"/>
                  </a:lnTo>
                  <a:lnTo>
                    <a:pt x="228" y="546"/>
                  </a:lnTo>
                  <a:lnTo>
                    <a:pt x="212" y="552"/>
                  </a:lnTo>
                  <a:lnTo>
                    <a:pt x="206" y="566"/>
                  </a:lnTo>
                  <a:lnTo>
                    <a:pt x="199" y="572"/>
                  </a:lnTo>
                  <a:lnTo>
                    <a:pt x="181" y="553"/>
                  </a:lnTo>
                  <a:lnTo>
                    <a:pt x="171" y="523"/>
                  </a:lnTo>
                  <a:lnTo>
                    <a:pt x="163" y="503"/>
                  </a:lnTo>
                  <a:lnTo>
                    <a:pt x="156" y="493"/>
                  </a:lnTo>
                  <a:lnTo>
                    <a:pt x="144" y="473"/>
                  </a:lnTo>
                  <a:lnTo>
                    <a:pt x="138" y="447"/>
                  </a:lnTo>
                  <a:lnTo>
                    <a:pt x="134" y="434"/>
                  </a:lnTo>
                  <a:lnTo>
                    <a:pt x="115" y="405"/>
                  </a:lnTo>
                  <a:lnTo>
                    <a:pt x="103" y="365"/>
                  </a:lnTo>
                  <a:lnTo>
                    <a:pt x="95" y="338"/>
                  </a:lnTo>
                  <a:lnTo>
                    <a:pt x="92" y="313"/>
                  </a:lnTo>
                  <a:lnTo>
                    <a:pt x="86" y="294"/>
                  </a:lnTo>
                  <a:lnTo>
                    <a:pt x="61" y="306"/>
                  </a:lnTo>
                  <a:lnTo>
                    <a:pt x="48" y="304"/>
                  </a:lnTo>
                  <a:lnTo>
                    <a:pt x="22" y="279"/>
                  </a:lnTo>
                  <a:lnTo>
                    <a:pt x="29" y="271"/>
                  </a:lnTo>
                  <a:lnTo>
                    <a:pt x="23" y="263"/>
                  </a:lnTo>
                  <a:lnTo>
                    <a:pt x="0" y="245"/>
                  </a:lnTo>
                  <a:lnTo>
                    <a:pt x="10" y="231"/>
                  </a:lnTo>
                  <a:lnTo>
                    <a:pt x="49" y="231"/>
                  </a:lnTo>
                  <a:lnTo>
                    <a:pt x="43" y="213"/>
                  </a:lnTo>
                  <a:lnTo>
                    <a:pt x="31" y="203"/>
                  </a:lnTo>
                  <a:lnTo>
                    <a:pt x="27" y="187"/>
                  </a:lnTo>
                  <a:lnTo>
                    <a:pt x="13" y="178"/>
                  </a:lnTo>
                  <a:lnTo>
                    <a:pt x="29" y="156"/>
                  </a:lnTo>
                  <a:lnTo>
                    <a:pt x="50" y="158"/>
                  </a:lnTo>
                  <a:lnTo>
                    <a:pt x="65" y="136"/>
                  </a:lnTo>
                  <a:lnTo>
                    <a:pt x="72" y="115"/>
                  </a:lnTo>
                  <a:lnTo>
                    <a:pt x="85" y="94"/>
                  </a:lnTo>
                  <a:lnTo>
                    <a:pt x="81" y="79"/>
                  </a:lnTo>
                  <a:lnTo>
                    <a:pt x="94" y="67"/>
                  </a:lnTo>
                  <a:lnTo>
                    <a:pt x="77" y="57"/>
                  </a:lnTo>
                  <a:lnTo>
                    <a:pt x="68" y="43"/>
                  </a:lnTo>
                  <a:lnTo>
                    <a:pt x="58" y="25"/>
                  </a:lnTo>
                  <a:lnTo>
                    <a:pt x="64" y="16"/>
                  </a:lnTo>
                  <a:lnTo>
                    <a:pt x="92" y="21"/>
                  </a:lnTo>
                  <a:lnTo>
                    <a:pt x="110" y="1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05" name="Freeform 88">
              <a:extLst>
                <a:ext uri="{FF2B5EF4-FFF2-40B4-BE49-F238E27FC236}">
                  <a16:creationId xmlns:a16="http://schemas.microsoft.com/office/drawing/2014/main" id="{59F03E4B-9F12-BACC-9A0C-7CF03D92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4614" y="2103437"/>
              <a:ext cx="100013" cy="109538"/>
            </a:xfrm>
            <a:custGeom>
              <a:avLst/>
              <a:gdLst>
                <a:gd name="T0" fmla="*/ 61 w 63"/>
                <a:gd name="T1" fmla="*/ 25 h 69"/>
                <a:gd name="T2" fmla="*/ 63 w 63"/>
                <a:gd name="T3" fmla="*/ 40 h 69"/>
                <a:gd name="T4" fmla="*/ 51 w 63"/>
                <a:gd name="T5" fmla="*/ 57 h 69"/>
                <a:gd name="T6" fmla="*/ 22 w 63"/>
                <a:gd name="T7" fmla="*/ 69 h 69"/>
                <a:gd name="T8" fmla="*/ 0 w 63"/>
                <a:gd name="T9" fmla="*/ 66 h 69"/>
                <a:gd name="T10" fmla="*/ 14 w 63"/>
                <a:gd name="T11" fmla="*/ 45 h 69"/>
                <a:gd name="T12" fmla="*/ 7 w 63"/>
                <a:gd name="T13" fmla="*/ 25 h 69"/>
                <a:gd name="T14" fmla="*/ 29 w 63"/>
                <a:gd name="T15" fmla="*/ 10 h 69"/>
                <a:gd name="T16" fmla="*/ 41 w 63"/>
                <a:gd name="T17" fmla="*/ 0 h 69"/>
                <a:gd name="T18" fmla="*/ 44 w 63"/>
                <a:gd name="T19" fmla="*/ 11 h 69"/>
                <a:gd name="T20" fmla="*/ 40 w 63"/>
                <a:gd name="T21" fmla="*/ 22 h 69"/>
                <a:gd name="T22" fmla="*/ 50 w 63"/>
                <a:gd name="T23" fmla="*/ 21 h 69"/>
                <a:gd name="T24" fmla="*/ 61 w 63"/>
                <a:gd name="T25" fmla="*/ 2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" h="69">
                  <a:moveTo>
                    <a:pt x="61" y="25"/>
                  </a:moveTo>
                  <a:lnTo>
                    <a:pt x="63" y="40"/>
                  </a:lnTo>
                  <a:lnTo>
                    <a:pt x="51" y="57"/>
                  </a:lnTo>
                  <a:lnTo>
                    <a:pt x="22" y="69"/>
                  </a:lnTo>
                  <a:lnTo>
                    <a:pt x="0" y="66"/>
                  </a:lnTo>
                  <a:lnTo>
                    <a:pt x="14" y="45"/>
                  </a:lnTo>
                  <a:lnTo>
                    <a:pt x="7" y="25"/>
                  </a:lnTo>
                  <a:lnTo>
                    <a:pt x="29" y="10"/>
                  </a:lnTo>
                  <a:lnTo>
                    <a:pt x="41" y="0"/>
                  </a:lnTo>
                  <a:lnTo>
                    <a:pt x="44" y="11"/>
                  </a:lnTo>
                  <a:lnTo>
                    <a:pt x="40" y="22"/>
                  </a:lnTo>
                  <a:lnTo>
                    <a:pt x="50" y="21"/>
                  </a:lnTo>
                  <a:lnTo>
                    <a:pt x="61" y="2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6" name="Freeform 89">
              <a:extLst>
                <a:ext uri="{FF2B5EF4-FFF2-40B4-BE49-F238E27FC236}">
                  <a16:creationId xmlns:a16="http://schemas.microsoft.com/office/drawing/2014/main" id="{BBDEF564-08C7-6D60-5029-B9FA8A776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889" y="2600325"/>
              <a:ext cx="598488" cy="481013"/>
            </a:xfrm>
            <a:custGeom>
              <a:avLst/>
              <a:gdLst>
                <a:gd name="T0" fmla="*/ 190 w 377"/>
                <a:gd name="T1" fmla="*/ 48 h 303"/>
                <a:gd name="T2" fmla="*/ 211 w 377"/>
                <a:gd name="T3" fmla="*/ 37 h 303"/>
                <a:gd name="T4" fmla="*/ 231 w 377"/>
                <a:gd name="T5" fmla="*/ 35 h 303"/>
                <a:gd name="T6" fmla="*/ 266 w 377"/>
                <a:gd name="T7" fmla="*/ 48 h 303"/>
                <a:gd name="T8" fmla="*/ 302 w 377"/>
                <a:gd name="T9" fmla="*/ 67 h 303"/>
                <a:gd name="T10" fmla="*/ 306 w 377"/>
                <a:gd name="T11" fmla="*/ 110 h 303"/>
                <a:gd name="T12" fmla="*/ 312 w 377"/>
                <a:gd name="T13" fmla="*/ 128 h 303"/>
                <a:gd name="T14" fmla="*/ 315 w 377"/>
                <a:gd name="T15" fmla="*/ 156 h 303"/>
                <a:gd name="T16" fmla="*/ 333 w 377"/>
                <a:gd name="T17" fmla="*/ 173 h 303"/>
                <a:gd name="T18" fmla="*/ 324 w 377"/>
                <a:gd name="T19" fmla="*/ 205 h 303"/>
                <a:gd name="T20" fmla="*/ 343 w 377"/>
                <a:gd name="T21" fmla="*/ 228 h 303"/>
                <a:gd name="T22" fmla="*/ 365 w 377"/>
                <a:gd name="T23" fmla="*/ 256 h 303"/>
                <a:gd name="T24" fmla="*/ 377 w 377"/>
                <a:gd name="T25" fmla="*/ 268 h 303"/>
                <a:gd name="T26" fmla="*/ 349 w 377"/>
                <a:gd name="T27" fmla="*/ 303 h 303"/>
                <a:gd name="T28" fmla="*/ 295 w 377"/>
                <a:gd name="T29" fmla="*/ 292 h 303"/>
                <a:gd name="T30" fmla="*/ 264 w 377"/>
                <a:gd name="T31" fmla="*/ 264 h 303"/>
                <a:gd name="T32" fmla="*/ 241 w 377"/>
                <a:gd name="T33" fmla="*/ 264 h 303"/>
                <a:gd name="T34" fmla="*/ 202 w 377"/>
                <a:gd name="T35" fmla="*/ 268 h 303"/>
                <a:gd name="T36" fmla="*/ 164 w 377"/>
                <a:gd name="T37" fmla="*/ 246 h 303"/>
                <a:gd name="T38" fmla="*/ 133 w 377"/>
                <a:gd name="T39" fmla="*/ 198 h 303"/>
                <a:gd name="T40" fmla="*/ 112 w 377"/>
                <a:gd name="T41" fmla="*/ 195 h 303"/>
                <a:gd name="T42" fmla="*/ 96 w 377"/>
                <a:gd name="T43" fmla="*/ 192 h 303"/>
                <a:gd name="T44" fmla="*/ 88 w 377"/>
                <a:gd name="T45" fmla="*/ 181 h 303"/>
                <a:gd name="T46" fmla="*/ 78 w 377"/>
                <a:gd name="T47" fmla="*/ 150 h 303"/>
                <a:gd name="T48" fmla="*/ 40 w 377"/>
                <a:gd name="T49" fmla="*/ 119 h 303"/>
                <a:gd name="T50" fmla="*/ 49 w 377"/>
                <a:gd name="T51" fmla="*/ 96 h 303"/>
                <a:gd name="T52" fmla="*/ 34 w 377"/>
                <a:gd name="T53" fmla="*/ 77 h 303"/>
                <a:gd name="T54" fmla="*/ 7 w 377"/>
                <a:gd name="T55" fmla="*/ 36 h 303"/>
                <a:gd name="T56" fmla="*/ 0 w 377"/>
                <a:gd name="T57" fmla="*/ 6 h 303"/>
                <a:gd name="T58" fmla="*/ 15 w 377"/>
                <a:gd name="T59" fmla="*/ 8 h 303"/>
                <a:gd name="T60" fmla="*/ 37 w 377"/>
                <a:gd name="T61" fmla="*/ 20 h 303"/>
                <a:gd name="T62" fmla="*/ 60 w 377"/>
                <a:gd name="T63" fmla="*/ 5 h 303"/>
                <a:gd name="T64" fmla="*/ 73 w 377"/>
                <a:gd name="T65" fmla="*/ 9 h 303"/>
                <a:gd name="T66" fmla="*/ 81 w 377"/>
                <a:gd name="T67" fmla="*/ 30 h 303"/>
                <a:gd name="T68" fmla="*/ 93 w 377"/>
                <a:gd name="T69" fmla="*/ 44 h 303"/>
                <a:gd name="T70" fmla="*/ 124 w 377"/>
                <a:gd name="T71" fmla="*/ 59 h 303"/>
                <a:gd name="T72" fmla="*/ 175 w 377"/>
                <a:gd name="T73" fmla="*/ 5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7" h="303">
                  <a:moveTo>
                    <a:pt x="176" y="52"/>
                  </a:moveTo>
                  <a:lnTo>
                    <a:pt x="190" y="48"/>
                  </a:lnTo>
                  <a:lnTo>
                    <a:pt x="200" y="36"/>
                  </a:lnTo>
                  <a:lnTo>
                    <a:pt x="211" y="37"/>
                  </a:lnTo>
                  <a:lnTo>
                    <a:pt x="218" y="33"/>
                  </a:lnTo>
                  <a:lnTo>
                    <a:pt x="231" y="35"/>
                  </a:lnTo>
                  <a:lnTo>
                    <a:pt x="252" y="45"/>
                  </a:lnTo>
                  <a:lnTo>
                    <a:pt x="266" y="48"/>
                  </a:lnTo>
                  <a:lnTo>
                    <a:pt x="289" y="66"/>
                  </a:lnTo>
                  <a:lnTo>
                    <a:pt x="302" y="67"/>
                  </a:lnTo>
                  <a:lnTo>
                    <a:pt x="308" y="84"/>
                  </a:lnTo>
                  <a:lnTo>
                    <a:pt x="306" y="110"/>
                  </a:lnTo>
                  <a:lnTo>
                    <a:pt x="304" y="125"/>
                  </a:lnTo>
                  <a:lnTo>
                    <a:pt x="312" y="128"/>
                  </a:lnTo>
                  <a:lnTo>
                    <a:pt x="307" y="139"/>
                  </a:lnTo>
                  <a:lnTo>
                    <a:pt x="315" y="156"/>
                  </a:lnTo>
                  <a:lnTo>
                    <a:pt x="319" y="169"/>
                  </a:lnTo>
                  <a:lnTo>
                    <a:pt x="333" y="173"/>
                  </a:lnTo>
                  <a:lnTo>
                    <a:pt x="337" y="186"/>
                  </a:lnTo>
                  <a:lnTo>
                    <a:pt x="324" y="205"/>
                  </a:lnTo>
                  <a:lnTo>
                    <a:pt x="334" y="216"/>
                  </a:lnTo>
                  <a:lnTo>
                    <a:pt x="343" y="228"/>
                  </a:lnTo>
                  <a:lnTo>
                    <a:pt x="362" y="237"/>
                  </a:lnTo>
                  <a:lnTo>
                    <a:pt x="365" y="256"/>
                  </a:lnTo>
                  <a:lnTo>
                    <a:pt x="374" y="259"/>
                  </a:lnTo>
                  <a:lnTo>
                    <a:pt x="377" y="268"/>
                  </a:lnTo>
                  <a:lnTo>
                    <a:pt x="353" y="279"/>
                  </a:lnTo>
                  <a:lnTo>
                    <a:pt x="349" y="303"/>
                  </a:lnTo>
                  <a:lnTo>
                    <a:pt x="315" y="297"/>
                  </a:lnTo>
                  <a:lnTo>
                    <a:pt x="295" y="292"/>
                  </a:lnTo>
                  <a:lnTo>
                    <a:pt x="274" y="290"/>
                  </a:lnTo>
                  <a:lnTo>
                    <a:pt x="264" y="264"/>
                  </a:lnTo>
                  <a:lnTo>
                    <a:pt x="255" y="260"/>
                  </a:lnTo>
                  <a:lnTo>
                    <a:pt x="241" y="264"/>
                  </a:lnTo>
                  <a:lnTo>
                    <a:pt x="225" y="274"/>
                  </a:lnTo>
                  <a:lnTo>
                    <a:pt x="202" y="268"/>
                  </a:lnTo>
                  <a:lnTo>
                    <a:pt x="182" y="251"/>
                  </a:lnTo>
                  <a:lnTo>
                    <a:pt x="164" y="246"/>
                  </a:lnTo>
                  <a:lnTo>
                    <a:pt x="150" y="226"/>
                  </a:lnTo>
                  <a:lnTo>
                    <a:pt x="133" y="198"/>
                  </a:lnTo>
                  <a:lnTo>
                    <a:pt x="124" y="202"/>
                  </a:lnTo>
                  <a:lnTo>
                    <a:pt x="112" y="195"/>
                  </a:lnTo>
                  <a:lnTo>
                    <a:pt x="107" y="203"/>
                  </a:lnTo>
                  <a:lnTo>
                    <a:pt x="96" y="192"/>
                  </a:lnTo>
                  <a:lnTo>
                    <a:pt x="94" y="181"/>
                  </a:lnTo>
                  <a:lnTo>
                    <a:pt x="88" y="181"/>
                  </a:lnTo>
                  <a:lnTo>
                    <a:pt x="89" y="166"/>
                  </a:lnTo>
                  <a:lnTo>
                    <a:pt x="78" y="150"/>
                  </a:lnTo>
                  <a:lnTo>
                    <a:pt x="55" y="139"/>
                  </a:lnTo>
                  <a:lnTo>
                    <a:pt x="40" y="119"/>
                  </a:lnTo>
                  <a:lnTo>
                    <a:pt x="42" y="103"/>
                  </a:lnTo>
                  <a:lnTo>
                    <a:pt x="49" y="96"/>
                  </a:lnTo>
                  <a:lnTo>
                    <a:pt x="46" y="84"/>
                  </a:lnTo>
                  <a:lnTo>
                    <a:pt x="34" y="77"/>
                  </a:lnTo>
                  <a:lnTo>
                    <a:pt x="19" y="53"/>
                  </a:lnTo>
                  <a:lnTo>
                    <a:pt x="7" y="36"/>
                  </a:lnTo>
                  <a:lnTo>
                    <a:pt x="9" y="30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5" y="8"/>
                  </a:lnTo>
                  <a:lnTo>
                    <a:pt x="25" y="18"/>
                  </a:lnTo>
                  <a:lnTo>
                    <a:pt x="37" y="20"/>
                  </a:lnTo>
                  <a:lnTo>
                    <a:pt x="43" y="20"/>
                  </a:lnTo>
                  <a:lnTo>
                    <a:pt x="60" y="5"/>
                  </a:lnTo>
                  <a:lnTo>
                    <a:pt x="67" y="3"/>
                  </a:lnTo>
                  <a:lnTo>
                    <a:pt x="73" y="9"/>
                  </a:lnTo>
                  <a:lnTo>
                    <a:pt x="69" y="19"/>
                  </a:lnTo>
                  <a:lnTo>
                    <a:pt x="81" y="30"/>
                  </a:lnTo>
                  <a:lnTo>
                    <a:pt x="85" y="29"/>
                  </a:lnTo>
                  <a:lnTo>
                    <a:pt x="93" y="44"/>
                  </a:lnTo>
                  <a:lnTo>
                    <a:pt x="110" y="49"/>
                  </a:lnTo>
                  <a:lnTo>
                    <a:pt x="124" y="59"/>
                  </a:lnTo>
                  <a:lnTo>
                    <a:pt x="149" y="63"/>
                  </a:lnTo>
                  <a:lnTo>
                    <a:pt x="175" y="57"/>
                  </a:lnTo>
                  <a:lnTo>
                    <a:pt x="176" y="5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7" name="Freeform 90">
              <a:extLst>
                <a:ext uri="{FF2B5EF4-FFF2-40B4-BE49-F238E27FC236}">
                  <a16:creationId xmlns:a16="http://schemas.microsoft.com/office/drawing/2014/main" id="{DC04AA3A-1BC2-FC19-40C8-C0B87163A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7002" y="2676525"/>
              <a:ext cx="285750" cy="273050"/>
            </a:xfrm>
            <a:custGeom>
              <a:avLst/>
              <a:gdLst>
                <a:gd name="T0" fmla="*/ 107 w 180"/>
                <a:gd name="T1" fmla="*/ 29 h 172"/>
                <a:gd name="T2" fmla="*/ 119 w 180"/>
                <a:gd name="T3" fmla="*/ 36 h 172"/>
                <a:gd name="T4" fmla="*/ 122 w 180"/>
                <a:gd name="T5" fmla="*/ 48 h 172"/>
                <a:gd name="T6" fmla="*/ 115 w 180"/>
                <a:gd name="T7" fmla="*/ 55 h 172"/>
                <a:gd name="T8" fmla="*/ 113 w 180"/>
                <a:gd name="T9" fmla="*/ 71 h 172"/>
                <a:gd name="T10" fmla="*/ 128 w 180"/>
                <a:gd name="T11" fmla="*/ 91 h 172"/>
                <a:gd name="T12" fmla="*/ 151 w 180"/>
                <a:gd name="T13" fmla="*/ 102 h 172"/>
                <a:gd name="T14" fmla="*/ 162 w 180"/>
                <a:gd name="T15" fmla="*/ 118 h 172"/>
                <a:gd name="T16" fmla="*/ 161 w 180"/>
                <a:gd name="T17" fmla="*/ 133 h 172"/>
                <a:gd name="T18" fmla="*/ 167 w 180"/>
                <a:gd name="T19" fmla="*/ 133 h 172"/>
                <a:gd name="T20" fmla="*/ 169 w 180"/>
                <a:gd name="T21" fmla="*/ 144 h 172"/>
                <a:gd name="T22" fmla="*/ 180 w 180"/>
                <a:gd name="T23" fmla="*/ 155 h 172"/>
                <a:gd name="T24" fmla="*/ 169 w 180"/>
                <a:gd name="T25" fmla="*/ 154 h 172"/>
                <a:gd name="T26" fmla="*/ 157 w 180"/>
                <a:gd name="T27" fmla="*/ 152 h 172"/>
                <a:gd name="T28" fmla="*/ 147 w 180"/>
                <a:gd name="T29" fmla="*/ 172 h 172"/>
                <a:gd name="T30" fmla="*/ 114 w 180"/>
                <a:gd name="T31" fmla="*/ 170 h 172"/>
                <a:gd name="T32" fmla="*/ 59 w 180"/>
                <a:gd name="T33" fmla="*/ 129 h 172"/>
                <a:gd name="T34" fmla="*/ 31 w 180"/>
                <a:gd name="T35" fmla="*/ 114 h 172"/>
                <a:gd name="T36" fmla="*/ 10 w 180"/>
                <a:gd name="T37" fmla="*/ 109 h 172"/>
                <a:gd name="T38" fmla="*/ 0 w 180"/>
                <a:gd name="T39" fmla="*/ 83 h 172"/>
                <a:gd name="T40" fmla="*/ 35 w 180"/>
                <a:gd name="T41" fmla="*/ 62 h 172"/>
                <a:gd name="T42" fmla="*/ 38 w 180"/>
                <a:gd name="T43" fmla="*/ 37 h 172"/>
                <a:gd name="T44" fmla="*/ 35 w 180"/>
                <a:gd name="T45" fmla="*/ 22 h 172"/>
                <a:gd name="T46" fmla="*/ 43 w 180"/>
                <a:gd name="T47" fmla="*/ 17 h 172"/>
                <a:gd name="T48" fmla="*/ 50 w 180"/>
                <a:gd name="T49" fmla="*/ 4 h 172"/>
                <a:gd name="T50" fmla="*/ 57 w 180"/>
                <a:gd name="T51" fmla="*/ 0 h 172"/>
                <a:gd name="T52" fmla="*/ 78 w 180"/>
                <a:gd name="T53" fmla="*/ 3 h 172"/>
                <a:gd name="T54" fmla="*/ 84 w 180"/>
                <a:gd name="T55" fmla="*/ 8 h 172"/>
                <a:gd name="T56" fmla="*/ 92 w 180"/>
                <a:gd name="T57" fmla="*/ 5 h 172"/>
                <a:gd name="T58" fmla="*/ 107 w 180"/>
                <a:gd name="T59" fmla="*/ 29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0" h="172">
                  <a:moveTo>
                    <a:pt x="107" y="29"/>
                  </a:moveTo>
                  <a:lnTo>
                    <a:pt x="119" y="36"/>
                  </a:lnTo>
                  <a:lnTo>
                    <a:pt x="122" y="48"/>
                  </a:lnTo>
                  <a:lnTo>
                    <a:pt x="115" y="55"/>
                  </a:lnTo>
                  <a:lnTo>
                    <a:pt x="113" y="71"/>
                  </a:lnTo>
                  <a:lnTo>
                    <a:pt x="128" y="91"/>
                  </a:lnTo>
                  <a:lnTo>
                    <a:pt x="151" y="102"/>
                  </a:lnTo>
                  <a:lnTo>
                    <a:pt x="162" y="118"/>
                  </a:lnTo>
                  <a:lnTo>
                    <a:pt x="161" y="133"/>
                  </a:lnTo>
                  <a:lnTo>
                    <a:pt x="167" y="133"/>
                  </a:lnTo>
                  <a:lnTo>
                    <a:pt x="169" y="144"/>
                  </a:lnTo>
                  <a:lnTo>
                    <a:pt x="180" y="155"/>
                  </a:lnTo>
                  <a:lnTo>
                    <a:pt x="169" y="154"/>
                  </a:lnTo>
                  <a:lnTo>
                    <a:pt x="157" y="152"/>
                  </a:lnTo>
                  <a:lnTo>
                    <a:pt x="147" y="172"/>
                  </a:lnTo>
                  <a:lnTo>
                    <a:pt x="114" y="170"/>
                  </a:lnTo>
                  <a:lnTo>
                    <a:pt x="59" y="129"/>
                  </a:lnTo>
                  <a:lnTo>
                    <a:pt x="31" y="114"/>
                  </a:lnTo>
                  <a:lnTo>
                    <a:pt x="10" y="109"/>
                  </a:lnTo>
                  <a:lnTo>
                    <a:pt x="0" y="83"/>
                  </a:lnTo>
                  <a:lnTo>
                    <a:pt x="35" y="62"/>
                  </a:lnTo>
                  <a:lnTo>
                    <a:pt x="38" y="37"/>
                  </a:lnTo>
                  <a:lnTo>
                    <a:pt x="35" y="22"/>
                  </a:lnTo>
                  <a:lnTo>
                    <a:pt x="43" y="17"/>
                  </a:lnTo>
                  <a:lnTo>
                    <a:pt x="50" y="4"/>
                  </a:lnTo>
                  <a:lnTo>
                    <a:pt x="57" y="0"/>
                  </a:lnTo>
                  <a:lnTo>
                    <a:pt x="78" y="3"/>
                  </a:lnTo>
                  <a:lnTo>
                    <a:pt x="84" y="8"/>
                  </a:lnTo>
                  <a:lnTo>
                    <a:pt x="92" y="5"/>
                  </a:lnTo>
                  <a:lnTo>
                    <a:pt x="107" y="2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8" name="Freeform 91">
              <a:extLst>
                <a:ext uri="{FF2B5EF4-FFF2-40B4-BE49-F238E27FC236}">
                  <a16:creationId xmlns:a16="http://schemas.microsoft.com/office/drawing/2014/main" id="{3BEC01DE-0E5B-B50D-550D-85BAADFB2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864" y="1758950"/>
              <a:ext cx="234950" cy="88900"/>
            </a:xfrm>
            <a:custGeom>
              <a:avLst/>
              <a:gdLst>
                <a:gd name="T0" fmla="*/ 138 w 148"/>
                <a:gd name="T1" fmla="*/ 1 h 56"/>
                <a:gd name="T2" fmla="*/ 133 w 148"/>
                <a:gd name="T3" fmla="*/ 13 h 56"/>
                <a:gd name="T4" fmla="*/ 148 w 148"/>
                <a:gd name="T5" fmla="*/ 25 h 56"/>
                <a:gd name="T6" fmla="*/ 128 w 148"/>
                <a:gd name="T7" fmla="*/ 39 h 56"/>
                <a:gd name="T8" fmla="*/ 85 w 148"/>
                <a:gd name="T9" fmla="*/ 52 h 56"/>
                <a:gd name="T10" fmla="*/ 73 w 148"/>
                <a:gd name="T11" fmla="*/ 56 h 56"/>
                <a:gd name="T12" fmla="*/ 54 w 148"/>
                <a:gd name="T13" fmla="*/ 53 h 56"/>
                <a:gd name="T14" fmla="*/ 16 w 148"/>
                <a:gd name="T15" fmla="*/ 47 h 56"/>
                <a:gd name="T16" fmla="*/ 31 w 148"/>
                <a:gd name="T17" fmla="*/ 39 h 56"/>
                <a:gd name="T18" fmla="*/ 2 w 148"/>
                <a:gd name="T19" fmla="*/ 30 h 56"/>
                <a:gd name="T20" fmla="*/ 28 w 148"/>
                <a:gd name="T21" fmla="*/ 26 h 56"/>
                <a:gd name="T22" fmla="*/ 28 w 148"/>
                <a:gd name="T23" fmla="*/ 21 h 56"/>
                <a:gd name="T24" fmla="*/ 0 w 148"/>
                <a:gd name="T25" fmla="*/ 17 h 56"/>
                <a:gd name="T26" fmla="*/ 12 w 148"/>
                <a:gd name="T27" fmla="*/ 5 h 56"/>
                <a:gd name="T28" fmla="*/ 33 w 148"/>
                <a:gd name="T29" fmla="*/ 2 h 56"/>
                <a:gd name="T30" fmla="*/ 52 w 148"/>
                <a:gd name="T31" fmla="*/ 14 h 56"/>
                <a:gd name="T32" fmla="*/ 75 w 148"/>
                <a:gd name="T33" fmla="*/ 4 h 56"/>
                <a:gd name="T34" fmla="*/ 91 w 148"/>
                <a:gd name="T35" fmla="*/ 9 h 56"/>
                <a:gd name="T36" fmla="*/ 115 w 148"/>
                <a:gd name="T37" fmla="*/ 0 h 56"/>
                <a:gd name="T38" fmla="*/ 138 w 148"/>
                <a:gd name="T39" fmla="*/ 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56">
                  <a:moveTo>
                    <a:pt x="138" y="1"/>
                  </a:moveTo>
                  <a:lnTo>
                    <a:pt x="133" y="13"/>
                  </a:lnTo>
                  <a:lnTo>
                    <a:pt x="148" y="25"/>
                  </a:lnTo>
                  <a:lnTo>
                    <a:pt x="128" y="39"/>
                  </a:lnTo>
                  <a:lnTo>
                    <a:pt x="85" y="52"/>
                  </a:lnTo>
                  <a:lnTo>
                    <a:pt x="73" y="56"/>
                  </a:lnTo>
                  <a:lnTo>
                    <a:pt x="54" y="53"/>
                  </a:lnTo>
                  <a:lnTo>
                    <a:pt x="16" y="47"/>
                  </a:lnTo>
                  <a:lnTo>
                    <a:pt x="31" y="39"/>
                  </a:lnTo>
                  <a:lnTo>
                    <a:pt x="2" y="30"/>
                  </a:lnTo>
                  <a:lnTo>
                    <a:pt x="28" y="26"/>
                  </a:lnTo>
                  <a:lnTo>
                    <a:pt x="28" y="21"/>
                  </a:lnTo>
                  <a:lnTo>
                    <a:pt x="0" y="17"/>
                  </a:lnTo>
                  <a:lnTo>
                    <a:pt x="12" y="5"/>
                  </a:lnTo>
                  <a:lnTo>
                    <a:pt x="33" y="2"/>
                  </a:lnTo>
                  <a:lnTo>
                    <a:pt x="52" y="14"/>
                  </a:lnTo>
                  <a:lnTo>
                    <a:pt x="75" y="4"/>
                  </a:lnTo>
                  <a:lnTo>
                    <a:pt x="91" y="9"/>
                  </a:lnTo>
                  <a:lnTo>
                    <a:pt x="115" y="0"/>
                  </a:lnTo>
                  <a:lnTo>
                    <a:pt x="138" y="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09" name="Freeform 92">
              <a:extLst>
                <a:ext uri="{FF2B5EF4-FFF2-40B4-BE49-F238E27FC236}">
                  <a16:creationId xmlns:a16="http://schemas.microsoft.com/office/drawing/2014/main" id="{C1B5DC21-F858-6DB3-8F41-6C285E7D8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7939" y="2811462"/>
              <a:ext cx="38100" cy="125413"/>
            </a:xfrm>
            <a:custGeom>
              <a:avLst/>
              <a:gdLst>
                <a:gd name="T0" fmla="*/ 23 w 24"/>
                <a:gd name="T1" fmla="*/ 12 h 79"/>
                <a:gd name="T2" fmla="*/ 20 w 24"/>
                <a:gd name="T3" fmla="*/ 19 h 79"/>
                <a:gd name="T4" fmla="*/ 14 w 24"/>
                <a:gd name="T5" fmla="*/ 16 h 79"/>
                <a:gd name="T6" fmla="*/ 11 w 24"/>
                <a:gd name="T7" fmla="*/ 30 h 79"/>
                <a:gd name="T8" fmla="*/ 16 w 24"/>
                <a:gd name="T9" fmla="*/ 32 h 79"/>
                <a:gd name="T10" fmla="*/ 12 w 24"/>
                <a:gd name="T11" fmla="*/ 35 h 79"/>
                <a:gd name="T12" fmla="*/ 12 w 24"/>
                <a:gd name="T13" fmla="*/ 40 h 79"/>
                <a:gd name="T14" fmla="*/ 20 w 24"/>
                <a:gd name="T15" fmla="*/ 37 h 79"/>
                <a:gd name="T16" fmla="*/ 21 w 24"/>
                <a:gd name="T17" fmla="*/ 45 h 79"/>
                <a:gd name="T18" fmla="*/ 15 w 24"/>
                <a:gd name="T19" fmla="*/ 79 h 79"/>
                <a:gd name="T20" fmla="*/ 0 w 24"/>
                <a:gd name="T21" fmla="*/ 43 h 79"/>
                <a:gd name="T22" fmla="*/ 5 w 24"/>
                <a:gd name="T23" fmla="*/ 36 h 79"/>
                <a:gd name="T24" fmla="*/ 3 w 24"/>
                <a:gd name="T25" fmla="*/ 35 h 79"/>
                <a:gd name="T26" fmla="*/ 7 w 24"/>
                <a:gd name="T27" fmla="*/ 25 h 79"/>
                <a:gd name="T28" fmla="*/ 9 w 24"/>
                <a:gd name="T29" fmla="*/ 10 h 79"/>
                <a:gd name="T30" fmla="*/ 11 w 24"/>
                <a:gd name="T31" fmla="*/ 4 h 79"/>
                <a:gd name="T32" fmla="*/ 11 w 24"/>
                <a:gd name="T33" fmla="*/ 4 h 79"/>
                <a:gd name="T34" fmla="*/ 17 w 24"/>
                <a:gd name="T35" fmla="*/ 4 h 79"/>
                <a:gd name="T36" fmla="*/ 18 w 24"/>
                <a:gd name="T37" fmla="*/ 1 h 79"/>
                <a:gd name="T38" fmla="*/ 23 w 24"/>
                <a:gd name="T39" fmla="*/ 0 h 79"/>
                <a:gd name="T40" fmla="*/ 24 w 24"/>
                <a:gd name="T41" fmla="*/ 9 h 79"/>
                <a:gd name="T42" fmla="*/ 22 w 24"/>
                <a:gd name="T43" fmla="*/ 12 h 79"/>
                <a:gd name="T44" fmla="*/ 23 w 24"/>
                <a:gd name="T45" fmla="*/ 1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79">
                  <a:moveTo>
                    <a:pt x="23" y="12"/>
                  </a:moveTo>
                  <a:lnTo>
                    <a:pt x="20" y="19"/>
                  </a:lnTo>
                  <a:lnTo>
                    <a:pt x="14" y="16"/>
                  </a:lnTo>
                  <a:lnTo>
                    <a:pt x="11" y="30"/>
                  </a:lnTo>
                  <a:lnTo>
                    <a:pt x="16" y="32"/>
                  </a:lnTo>
                  <a:lnTo>
                    <a:pt x="12" y="35"/>
                  </a:lnTo>
                  <a:lnTo>
                    <a:pt x="12" y="40"/>
                  </a:lnTo>
                  <a:lnTo>
                    <a:pt x="20" y="37"/>
                  </a:lnTo>
                  <a:lnTo>
                    <a:pt x="21" y="45"/>
                  </a:lnTo>
                  <a:lnTo>
                    <a:pt x="15" y="79"/>
                  </a:lnTo>
                  <a:lnTo>
                    <a:pt x="0" y="43"/>
                  </a:lnTo>
                  <a:lnTo>
                    <a:pt x="5" y="36"/>
                  </a:lnTo>
                  <a:lnTo>
                    <a:pt x="3" y="35"/>
                  </a:lnTo>
                  <a:lnTo>
                    <a:pt x="7" y="25"/>
                  </a:lnTo>
                  <a:lnTo>
                    <a:pt x="9" y="1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7" y="4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4" y="9"/>
                  </a:lnTo>
                  <a:lnTo>
                    <a:pt x="22" y="12"/>
                  </a:lnTo>
                  <a:lnTo>
                    <a:pt x="23" y="1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0" name="Freeform 93">
              <a:extLst>
                <a:ext uri="{FF2B5EF4-FFF2-40B4-BE49-F238E27FC236}">
                  <a16:creationId xmlns:a16="http://schemas.microsoft.com/office/drawing/2014/main" id="{76542D1D-FF70-896E-DF4E-6663D1B7F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989" y="2649537"/>
              <a:ext cx="82550" cy="52388"/>
            </a:xfrm>
            <a:custGeom>
              <a:avLst/>
              <a:gdLst>
                <a:gd name="T0" fmla="*/ 52 w 52"/>
                <a:gd name="T1" fmla="*/ 0 h 33"/>
                <a:gd name="T2" fmla="*/ 47 w 52"/>
                <a:gd name="T3" fmla="*/ 16 h 33"/>
                <a:gd name="T4" fmla="*/ 50 w 52"/>
                <a:gd name="T5" fmla="*/ 23 h 33"/>
                <a:gd name="T6" fmla="*/ 47 w 52"/>
                <a:gd name="T7" fmla="*/ 33 h 33"/>
                <a:gd name="T8" fmla="*/ 33 w 52"/>
                <a:gd name="T9" fmla="*/ 25 h 33"/>
                <a:gd name="T10" fmla="*/ 24 w 52"/>
                <a:gd name="T11" fmla="*/ 23 h 33"/>
                <a:gd name="T12" fmla="*/ 0 w 52"/>
                <a:gd name="T13" fmla="*/ 13 h 33"/>
                <a:gd name="T14" fmla="*/ 2 w 52"/>
                <a:gd name="T15" fmla="*/ 2 h 33"/>
                <a:gd name="T16" fmla="*/ 22 w 52"/>
                <a:gd name="T17" fmla="*/ 4 h 33"/>
                <a:gd name="T18" fmla="*/ 39 w 52"/>
                <a:gd name="T19" fmla="*/ 2 h 33"/>
                <a:gd name="T20" fmla="*/ 52 w 52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33">
                  <a:moveTo>
                    <a:pt x="52" y="0"/>
                  </a:moveTo>
                  <a:lnTo>
                    <a:pt x="47" y="16"/>
                  </a:lnTo>
                  <a:lnTo>
                    <a:pt x="50" y="23"/>
                  </a:lnTo>
                  <a:lnTo>
                    <a:pt x="47" y="33"/>
                  </a:lnTo>
                  <a:lnTo>
                    <a:pt x="33" y="25"/>
                  </a:lnTo>
                  <a:lnTo>
                    <a:pt x="24" y="23"/>
                  </a:lnTo>
                  <a:lnTo>
                    <a:pt x="0" y="13"/>
                  </a:lnTo>
                  <a:lnTo>
                    <a:pt x="2" y="2"/>
                  </a:lnTo>
                  <a:lnTo>
                    <a:pt x="22" y="4"/>
                  </a:lnTo>
                  <a:lnTo>
                    <a:pt x="39" y="2"/>
                  </a:lnTo>
                  <a:lnTo>
                    <a:pt x="52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1" name="Freeform 94">
              <a:extLst>
                <a:ext uri="{FF2B5EF4-FFF2-40B4-BE49-F238E27FC236}">
                  <a16:creationId xmlns:a16="http://schemas.microsoft.com/office/drawing/2014/main" id="{538FF119-F7E3-ACF6-CA93-9E99C8B7A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2927" y="2551112"/>
              <a:ext cx="44450" cy="76200"/>
            </a:xfrm>
            <a:custGeom>
              <a:avLst/>
              <a:gdLst>
                <a:gd name="T0" fmla="*/ 17 w 28"/>
                <a:gd name="T1" fmla="*/ 0 h 48"/>
                <a:gd name="T2" fmla="*/ 28 w 28"/>
                <a:gd name="T3" fmla="*/ 15 h 48"/>
                <a:gd name="T4" fmla="*/ 27 w 28"/>
                <a:gd name="T5" fmla="*/ 42 h 48"/>
                <a:gd name="T6" fmla="*/ 19 w 28"/>
                <a:gd name="T7" fmla="*/ 41 h 48"/>
                <a:gd name="T8" fmla="*/ 12 w 28"/>
                <a:gd name="T9" fmla="*/ 48 h 48"/>
                <a:gd name="T10" fmla="*/ 6 w 28"/>
                <a:gd name="T11" fmla="*/ 43 h 48"/>
                <a:gd name="T12" fmla="*/ 4 w 28"/>
                <a:gd name="T13" fmla="*/ 18 h 48"/>
                <a:gd name="T14" fmla="*/ 0 w 28"/>
                <a:gd name="T15" fmla="*/ 6 h 48"/>
                <a:gd name="T16" fmla="*/ 9 w 28"/>
                <a:gd name="T17" fmla="*/ 7 h 48"/>
                <a:gd name="T18" fmla="*/ 17 w 28"/>
                <a:gd name="T1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8">
                  <a:moveTo>
                    <a:pt x="17" y="0"/>
                  </a:moveTo>
                  <a:lnTo>
                    <a:pt x="28" y="15"/>
                  </a:lnTo>
                  <a:lnTo>
                    <a:pt x="27" y="42"/>
                  </a:lnTo>
                  <a:lnTo>
                    <a:pt x="19" y="41"/>
                  </a:lnTo>
                  <a:lnTo>
                    <a:pt x="12" y="48"/>
                  </a:lnTo>
                  <a:lnTo>
                    <a:pt x="6" y="43"/>
                  </a:lnTo>
                  <a:lnTo>
                    <a:pt x="4" y="18"/>
                  </a:lnTo>
                  <a:lnTo>
                    <a:pt x="0" y="6"/>
                  </a:lnTo>
                  <a:lnTo>
                    <a:pt x="9" y="7"/>
                  </a:lnTo>
                  <a:lnTo>
                    <a:pt x="17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2" name="Freeform 95">
              <a:extLst>
                <a:ext uri="{FF2B5EF4-FFF2-40B4-BE49-F238E27FC236}">
                  <a16:creationId xmlns:a16="http://schemas.microsoft.com/office/drawing/2014/main" id="{D7584A75-8060-08CC-6ACE-B282B3C57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652" y="2360612"/>
              <a:ext cx="319088" cy="298450"/>
            </a:xfrm>
            <a:custGeom>
              <a:avLst/>
              <a:gdLst>
                <a:gd name="T0" fmla="*/ 114 w 201"/>
                <a:gd name="T1" fmla="*/ 12 h 188"/>
                <a:gd name="T2" fmla="*/ 117 w 201"/>
                <a:gd name="T3" fmla="*/ 31 h 188"/>
                <a:gd name="T4" fmla="*/ 91 w 201"/>
                <a:gd name="T5" fmla="*/ 35 h 188"/>
                <a:gd name="T6" fmla="*/ 91 w 201"/>
                <a:gd name="T7" fmla="*/ 51 h 188"/>
                <a:gd name="T8" fmla="*/ 113 w 201"/>
                <a:gd name="T9" fmla="*/ 72 h 188"/>
                <a:gd name="T10" fmla="*/ 142 w 201"/>
                <a:gd name="T11" fmla="*/ 105 h 188"/>
                <a:gd name="T12" fmla="*/ 160 w 201"/>
                <a:gd name="T13" fmla="*/ 110 h 188"/>
                <a:gd name="T14" fmla="*/ 171 w 201"/>
                <a:gd name="T15" fmla="*/ 121 h 188"/>
                <a:gd name="T16" fmla="*/ 199 w 201"/>
                <a:gd name="T17" fmla="*/ 138 h 188"/>
                <a:gd name="T18" fmla="*/ 198 w 201"/>
                <a:gd name="T19" fmla="*/ 149 h 188"/>
                <a:gd name="T20" fmla="*/ 173 w 201"/>
                <a:gd name="T21" fmla="*/ 136 h 188"/>
                <a:gd name="T22" fmla="*/ 180 w 201"/>
                <a:gd name="T23" fmla="*/ 157 h 188"/>
                <a:gd name="T24" fmla="*/ 172 w 201"/>
                <a:gd name="T25" fmla="*/ 169 h 188"/>
                <a:gd name="T26" fmla="*/ 156 w 201"/>
                <a:gd name="T27" fmla="*/ 188 h 188"/>
                <a:gd name="T28" fmla="*/ 159 w 201"/>
                <a:gd name="T29" fmla="*/ 171 h 188"/>
                <a:gd name="T30" fmla="*/ 155 w 201"/>
                <a:gd name="T31" fmla="*/ 155 h 188"/>
                <a:gd name="T32" fmla="*/ 142 w 201"/>
                <a:gd name="T33" fmla="*/ 142 h 188"/>
                <a:gd name="T34" fmla="*/ 125 w 201"/>
                <a:gd name="T35" fmla="*/ 129 h 188"/>
                <a:gd name="T36" fmla="*/ 105 w 201"/>
                <a:gd name="T37" fmla="*/ 120 h 188"/>
                <a:gd name="T38" fmla="*/ 76 w 201"/>
                <a:gd name="T39" fmla="*/ 97 h 188"/>
                <a:gd name="T40" fmla="*/ 58 w 201"/>
                <a:gd name="T41" fmla="*/ 65 h 188"/>
                <a:gd name="T42" fmla="*/ 35 w 201"/>
                <a:gd name="T43" fmla="*/ 56 h 188"/>
                <a:gd name="T44" fmla="*/ 19 w 201"/>
                <a:gd name="T45" fmla="*/ 68 h 188"/>
                <a:gd name="T46" fmla="*/ 13 w 201"/>
                <a:gd name="T47" fmla="*/ 61 h 188"/>
                <a:gd name="T48" fmla="*/ 0 w 201"/>
                <a:gd name="T49" fmla="*/ 42 h 188"/>
                <a:gd name="T50" fmla="*/ 0 w 201"/>
                <a:gd name="T51" fmla="*/ 28 h 188"/>
                <a:gd name="T52" fmla="*/ 8 w 201"/>
                <a:gd name="T53" fmla="*/ 27 h 188"/>
                <a:gd name="T54" fmla="*/ 25 w 201"/>
                <a:gd name="T55" fmla="*/ 19 h 188"/>
                <a:gd name="T56" fmla="*/ 35 w 201"/>
                <a:gd name="T57" fmla="*/ 22 h 188"/>
                <a:gd name="T58" fmla="*/ 51 w 201"/>
                <a:gd name="T59" fmla="*/ 16 h 188"/>
                <a:gd name="T60" fmla="*/ 58 w 201"/>
                <a:gd name="T61" fmla="*/ 4 h 188"/>
                <a:gd name="T62" fmla="*/ 70 w 201"/>
                <a:gd name="T63" fmla="*/ 3 h 188"/>
                <a:gd name="T64" fmla="*/ 90 w 201"/>
                <a:gd name="T65" fmla="*/ 7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1" h="188">
                  <a:moveTo>
                    <a:pt x="90" y="7"/>
                  </a:moveTo>
                  <a:lnTo>
                    <a:pt x="114" y="12"/>
                  </a:lnTo>
                  <a:lnTo>
                    <a:pt x="113" y="22"/>
                  </a:lnTo>
                  <a:lnTo>
                    <a:pt x="117" y="31"/>
                  </a:lnTo>
                  <a:lnTo>
                    <a:pt x="104" y="28"/>
                  </a:lnTo>
                  <a:lnTo>
                    <a:pt x="91" y="35"/>
                  </a:lnTo>
                  <a:lnTo>
                    <a:pt x="93" y="45"/>
                  </a:lnTo>
                  <a:lnTo>
                    <a:pt x="91" y="51"/>
                  </a:lnTo>
                  <a:lnTo>
                    <a:pt x="97" y="61"/>
                  </a:lnTo>
                  <a:lnTo>
                    <a:pt x="113" y="72"/>
                  </a:lnTo>
                  <a:lnTo>
                    <a:pt x="122" y="89"/>
                  </a:lnTo>
                  <a:lnTo>
                    <a:pt x="142" y="105"/>
                  </a:lnTo>
                  <a:lnTo>
                    <a:pt x="155" y="105"/>
                  </a:lnTo>
                  <a:lnTo>
                    <a:pt x="160" y="110"/>
                  </a:lnTo>
                  <a:lnTo>
                    <a:pt x="155" y="114"/>
                  </a:lnTo>
                  <a:lnTo>
                    <a:pt x="171" y="121"/>
                  </a:lnTo>
                  <a:lnTo>
                    <a:pt x="183" y="127"/>
                  </a:lnTo>
                  <a:lnTo>
                    <a:pt x="199" y="138"/>
                  </a:lnTo>
                  <a:lnTo>
                    <a:pt x="201" y="142"/>
                  </a:lnTo>
                  <a:lnTo>
                    <a:pt x="198" y="149"/>
                  </a:lnTo>
                  <a:lnTo>
                    <a:pt x="188" y="140"/>
                  </a:lnTo>
                  <a:lnTo>
                    <a:pt x="173" y="136"/>
                  </a:lnTo>
                  <a:lnTo>
                    <a:pt x="167" y="150"/>
                  </a:lnTo>
                  <a:lnTo>
                    <a:pt x="180" y="157"/>
                  </a:lnTo>
                  <a:lnTo>
                    <a:pt x="179" y="168"/>
                  </a:lnTo>
                  <a:lnTo>
                    <a:pt x="172" y="169"/>
                  </a:lnTo>
                  <a:lnTo>
                    <a:pt x="163" y="187"/>
                  </a:lnTo>
                  <a:lnTo>
                    <a:pt x="156" y="188"/>
                  </a:lnTo>
                  <a:lnTo>
                    <a:pt x="156" y="182"/>
                  </a:lnTo>
                  <a:lnTo>
                    <a:pt x="159" y="171"/>
                  </a:lnTo>
                  <a:lnTo>
                    <a:pt x="162" y="167"/>
                  </a:lnTo>
                  <a:lnTo>
                    <a:pt x="155" y="155"/>
                  </a:lnTo>
                  <a:lnTo>
                    <a:pt x="149" y="144"/>
                  </a:lnTo>
                  <a:lnTo>
                    <a:pt x="142" y="142"/>
                  </a:lnTo>
                  <a:lnTo>
                    <a:pt x="136" y="133"/>
                  </a:lnTo>
                  <a:lnTo>
                    <a:pt x="125" y="129"/>
                  </a:lnTo>
                  <a:lnTo>
                    <a:pt x="118" y="121"/>
                  </a:lnTo>
                  <a:lnTo>
                    <a:pt x="105" y="120"/>
                  </a:lnTo>
                  <a:lnTo>
                    <a:pt x="91" y="110"/>
                  </a:lnTo>
                  <a:lnTo>
                    <a:pt x="76" y="97"/>
                  </a:lnTo>
                  <a:lnTo>
                    <a:pt x="64" y="85"/>
                  </a:lnTo>
                  <a:lnTo>
                    <a:pt x="58" y="65"/>
                  </a:lnTo>
                  <a:lnTo>
                    <a:pt x="49" y="63"/>
                  </a:lnTo>
                  <a:lnTo>
                    <a:pt x="35" y="56"/>
                  </a:lnTo>
                  <a:lnTo>
                    <a:pt x="28" y="58"/>
                  </a:lnTo>
                  <a:lnTo>
                    <a:pt x="19" y="68"/>
                  </a:lnTo>
                  <a:lnTo>
                    <a:pt x="12" y="69"/>
                  </a:lnTo>
                  <a:lnTo>
                    <a:pt x="13" y="61"/>
                  </a:lnTo>
                  <a:lnTo>
                    <a:pt x="4" y="58"/>
                  </a:lnTo>
                  <a:lnTo>
                    <a:pt x="0" y="42"/>
                  </a:lnTo>
                  <a:lnTo>
                    <a:pt x="5" y="36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8" y="27"/>
                  </a:lnTo>
                  <a:lnTo>
                    <a:pt x="16" y="26"/>
                  </a:lnTo>
                  <a:lnTo>
                    <a:pt x="25" y="19"/>
                  </a:lnTo>
                  <a:lnTo>
                    <a:pt x="27" y="22"/>
                  </a:lnTo>
                  <a:lnTo>
                    <a:pt x="35" y="22"/>
                  </a:lnTo>
                  <a:lnTo>
                    <a:pt x="38" y="13"/>
                  </a:lnTo>
                  <a:lnTo>
                    <a:pt x="51" y="16"/>
                  </a:lnTo>
                  <a:lnTo>
                    <a:pt x="58" y="12"/>
                  </a:lnTo>
                  <a:lnTo>
                    <a:pt x="58" y="4"/>
                  </a:lnTo>
                  <a:lnTo>
                    <a:pt x="68" y="7"/>
                  </a:lnTo>
                  <a:lnTo>
                    <a:pt x="70" y="3"/>
                  </a:lnTo>
                  <a:lnTo>
                    <a:pt x="86" y="0"/>
                  </a:lnTo>
                  <a:lnTo>
                    <a:pt x="90" y="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3" name="Freeform 96">
              <a:extLst>
                <a:ext uri="{FF2B5EF4-FFF2-40B4-BE49-F238E27FC236}">
                  <a16:creationId xmlns:a16="http://schemas.microsoft.com/office/drawing/2014/main" id="{65A6B789-3022-1B36-14F8-8BFD5EC85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777" y="3298825"/>
              <a:ext cx="60325" cy="26988"/>
            </a:xfrm>
            <a:custGeom>
              <a:avLst/>
              <a:gdLst>
                <a:gd name="T0" fmla="*/ 14 w 38"/>
                <a:gd name="T1" fmla="*/ 0 h 17"/>
                <a:gd name="T2" fmla="*/ 26 w 38"/>
                <a:gd name="T3" fmla="*/ 2 h 17"/>
                <a:gd name="T4" fmla="*/ 35 w 38"/>
                <a:gd name="T5" fmla="*/ 7 h 17"/>
                <a:gd name="T6" fmla="*/ 38 w 38"/>
                <a:gd name="T7" fmla="*/ 13 h 17"/>
                <a:gd name="T8" fmla="*/ 25 w 38"/>
                <a:gd name="T9" fmla="*/ 13 h 17"/>
                <a:gd name="T10" fmla="*/ 19 w 38"/>
                <a:gd name="T11" fmla="*/ 17 h 17"/>
                <a:gd name="T12" fmla="*/ 9 w 38"/>
                <a:gd name="T13" fmla="*/ 13 h 17"/>
                <a:gd name="T14" fmla="*/ 0 w 38"/>
                <a:gd name="T15" fmla="*/ 6 h 17"/>
                <a:gd name="T16" fmla="*/ 2 w 38"/>
                <a:gd name="T17" fmla="*/ 1 h 17"/>
                <a:gd name="T18" fmla="*/ 10 w 38"/>
                <a:gd name="T19" fmla="*/ 0 h 17"/>
                <a:gd name="T20" fmla="*/ 14 w 38"/>
                <a:gd name="T2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17">
                  <a:moveTo>
                    <a:pt x="14" y="0"/>
                  </a:moveTo>
                  <a:lnTo>
                    <a:pt x="26" y="2"/>
                  </a:lnTo>
                  <a:lnTo>
                    <a:pt x="35" y="7"/>
                  </a:lnTo>
                  <a:lnTo>
                    <a:pt x="38" y="13"/>
                  </a:lnTo>
                  <a:lnTo>
                    <a:pt x="25" y="13"/>
                  </a:lnTo>
                  <a:lnTo>
                    <a:pt x="19" y="17"/>
                  </a:lnTo>
                  <a:lnTo>
                    <a:pt x="9" y="13"/>
                  </a:lnTo>
                  <a:lnTo>
                    <a:pt x="0" y="6"/>
                  </a:lnTo>
                  <a:lnTo>
                    <a:pt x="2" y="1"/>
                  </a:lnTo>
                  <a:lnTo>
                    <a:pt x="10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4" name="Freeform 97">
              <a:extLst>
                <a:ext uri="{FF2B5EF4-FFF2-40B4-BE49-F238E27FC236}">
                  <a16:creationId xmlns:a16="http://schemas.microsoft.com/office/drawing/2014/main" id="{5D916E09-EB6F-8D5E-D61E-BEBF0DD8D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752" y="2808287"/>
              <a:ext cx="111125" cy="138113"/>
            </a:xfrm>
            <a:custGeom>
              <a:avLst/>
              <a:gdLst>
                <a:gd name="T0" fmla="*/ 5 w 70"/>
                <a:gd name="T1" fmla="*/ 21 h 87"/>
                <a:gd name="T2" fmla="*/ 8 w 70"/>
                <a:gd name="T3" fmla="*/ 14 h 87"/>
                <a:gd name="T4" fmla="*/ 28 w 70"/>
                <a:gd name="T5" fmla="*/ 22 h 87"/>
                <a:gd name="T6" fmla="*/ 60 w 70"/>
                <a:gd name="T7" fmla="*/ 0 h 87"/>
                <a:gd name="T8" fmla="*/ 70 w 70"/>
                <a:gd name="T9" fmla="*/ 26 h 87"/>
                <a:gd name="T10" fmla="*/ 67 w 70"/>
                <a:gd name="T11" fmla="*/ 29 h 87"/>
                <a:gd name="T12" fmla="*/ 33 w 70"/>
                <a:gd name="T13" fmla="*/ 39 h 87"/>
                <a:gd name="T14" fmla="*/ 52 w 70"/>
                <a:gd name="T15" fmla="*/ 60 h 87"/>
                <a:gd name="T16" fmla="*/ 47 w 70"/>
                <a:gd name="T17" fmla="*/ 63 h 87"/>
                <a:gd name="T18" fmla="*/ 45 w 70"/>
                <a:gd name="T19" fmla="*/ 70 h 87"/>
                <a:gd name="T20" fmla="*/ 32 w 70"/>
                <a:gd name="T21" fmla="*/ 73 h 87"/>
                <a:gd name="T22" fmla="*/ 28 w 70"/>
                <a:gd name="T23" fmla="*/ 81 h 87"/>
                <a:gd name="T24" fmla="*/ 21 w 70"/>
                <a:gd name="T25" fmla="*/ 87 h 87"/>
                <a:gd name="T26" fmla="*/ 1 w 70"/>
                <a:gd name="T27" fmla="*/ 84 h 87"/>
                <a:gd name="T28" fmla="*/ 0 w 70"/>
                <a:gd name="T29" fmla="*/ 81 h 87"/>
                <a:gd name="T30" fmla="*/ 6 w 70"/>
                <a:gd name="T31" fmla="*/ 47 h 87"/>
                <a:gd name="T32" fmla="*/ 5 w 70"/>
                <a:gd name="T33" fmla="*/ 39 h 87"/>
                <a:gd name="T34" fmla="*/ 7 w 70"/>
                <a:gd name="T35" fmla="*/ 33 h 87"/>
                <a:gd name="T36" fmla="*/ 5 w 70"/>
                <a:gd name="T37" fmla="*/ 2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0" h="87">
                  <a:moveTo>
                    <a:pt x="5" y="21"/>
                  </a:moveTo>
                  <a:lnTo>
                    <a:pt x="8" y="14"/>
                  </a:lnTo>
                  <a:lnTo>
                    <a:pt x="28" y="22"/>
                  </a:lnTo>
                  <a:lnTo>
                    <a:pt x="60" y="0"/>
                  </a:lnTo>
                  <a:lnTo>
                    <a:pt x="70" y="26"/>
                  </a:lnTo>
                  <a:lnTo>
                    <a:pt x="67" y="29"/>
                  </a:lnTo>
                  <a:lnTo>
                    <a:pt x="33" y="39"/>
                  </a:lnTo>
                  <a:lnTo>
                    <a:pt x="52" y="60"/>
                  </a:lnTo>
                  <a:lnTo>
                    <a:pt x="47" y="63"/>
                  </a:lnTo>
                  <a:lnTo>
                    <a:pt x="45" y="70"/>
                  </a:lnTo>
                  <a:lnTo>
                    <a:pt x="32" y="73"/>
                  </a:lnTo>
                  <a:lnTo>
                    <a:pt x="28" y="81"/>
                  </a:lnTo>
                  <a:lnTo>
                    <a:pt x="21" y="87"/>
                  </a:lnTo>
                  <a:lnTo>
                    <a:pt x="1" y="84"/>
                  </a:lnTo>
                  <a:lnTo>
                    <a:pt x="0" y="81"/>
                  </a:lnTo>
                  <a:lnTo>
                    <a:pt x="6" y="47"/>
                  </a:lnTo>
                  <a:lnTo>
                    <a:pt x="5" y="39"/>
                  </a:lnTo>
                  <a:lnTo>
                    <a:pt x="7" y="33"/>
                  </a:lnTo>
                  <a:lnTo>
                    <a:pt x="5" y="2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5" name="Freeform 98">
              <a:extLst>
                <a:ext uri="{FF2B5EF4-FFF2-40B4-BE49-F238E27FC236}">
                  <a16:creationId xmlns:a16="http://schemas.microsoft.com/office/drawing/2014/main" id="{6C0DEA3F-4C32-6A3E-8287-0EF45F848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1452" y="2776537"/>
              <a:ext cx="60325" cy="53975"/>
            </a:xfrm>
            <a:custGeom>
              <a:avLst/>
              <a:gdLst>
                <a:gd name="T0" fmla="*/ 33 w 38"/>
                <a:gd name="T1" fmla="*/ 4 h 34"/>
                <a:gd name="T2" fmla="*/ 38 w 38"/>
                <a:gd name="T3" fmla="*/ 11 h 34"/>
                <a:gd name="T4" fmla="*/ 34 w 38"/>
                <a:gd name="T5" fmla="*/ 24 h 34"/>
                <a:gd name="T6" fmla="*/ 24 w 38"/>
                <a:gd name="T7" fmla="*/ 17 h 34"/>
                <a:gd name="T8" fmla="*/ 17 w 38"/>
                <a:gd name="T9" fmla="*/ 22 h 34"/>
                <a:gd name="T10" fmla="*/ 17 w 38"/>
                <a:gd name="T11" fmla="*/ 34 h 34"/>
                <a:gd name="T12" fmla="*/ 4 w 38"/>
                <a:gd name="T13" fmla="*/ 28 h 34"/>
                <a:gd name="T14" fmla="*/ 0 w 38"/>
                <a:gd name="T15" fmla="*/ 18 h 34"/>
                <a:gd name="T16" fmla="*/ 4 w 38"/>
                <a:gd name="T17" fmla="*/ 6 h 34"/>
                <a:gd name="T18" fmla="*/ 15 w 38"/>
                <a:gd name="T19" fmla="*/ 8 h 34"/>
                <a:gd name="T20" fmla="*/ 19 w 38"/>
                <a:gd name="T21" fmla="*/ 0 h 34"/>
                <a:gd name="T22" fmla="*/ 33 w 38"/>
                <a:gd name="T23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34">
                  <a:moveTo>
                    <a:pt x="33" y="4"/>
                  </a:moveTo>
                  <a:lnTo>
                    <a:pt x="38" y="11"/>
                  </a:lnTo>
                  <a:lnTo>
                    <a:pt x="34" y="24"/>
                  </a:lnTo>
                  <a:lnTo>
                    <a:pt x="24" y="17"/>
                  </a:lnTo>
                  <a:lnTo>
                    <a:pt x="17" y="22"/>
                  </a:lnTo>
                  <a:lnTo>
                    <a:pt x="17" y="34"/>
                  </a:lnTo>
                  <a:lnTo>
                    <a:pt x="4" y="28"/>
                  </a:lnTo>
                  <a:lnTo>
                    <a:pt x="0" y="18"/>
                  </a:lnTo>
                  <a:lnTo>
                    <a:pt x="4" y="6"/>
                  </a:lnTo>
                  <a:lnTo>
                    <a:pt x="15" y="8"/>
                  </a:lnTo>
                  <a:lnTo>
                    <a:pt x="19" y="0"/>
                  </a:lnTo>
                  <a:lnTo>
                    <a:pt x="33" y="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6" name="Freeform 99">
              <a:extLst>
                <a:ext uri="{FF2B5EF4-FFF2-40B4-BE49-F238E27FC236}">
                  <a16:creationId xmlns:a16="http://schemas.microsoft.com/office/drawing/2014/main" id="{3BFCCDF0-1DF3-FF93-81AE-94CEACB9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2077" y="2546350"/>
              <a:ext cx="276225" cy="339725"/>
            </a:xfrm>
            <a:custGeom>
              <a:avLst/>
              <a:gdLst>
                <a:gd name="T0" fmla="*/ 164 w 174"/>
                <a:gd name="T1" fmla="*/ 87 h 214"/>
                <a:gd name="T2" fmla="*/ 166 w 174"/>
                <a:gd name="T3" fmla="*/ 104 h 214"/>
                <a:gd name="T4" fmla="*/ 174 w 174"/>
                <a:gd name="T5" fmla="*/ 114 h 214"/>
                <a:gd name="T6" fmla="*/ 171 w 174"/>
                <a:gd name="T7" fmla="*/ 129 h 214"/>
                <a:gd name="T8" fmla="*/ 154 w 174"/>
                <a:gd name="T9" fmla="*/ 139 h 214"/>
                <a:gd name="T10" fmla="*/ 124 w 174"/>
                <a:gd name="T11" fmla="*/ 140 h 214"/>
                <a:gd name="T12" fmla="*/ 109 w 174"/>
                <a:gd name="T13" fmla="*/ 163 h 214"/>
                <a:gd name="T14" fmla="*/ 94 w 174"/>
                <a:gd name="T15" fmla="*/ 155 h 214"/>
                <a:gd name="T16" fmla="*/ 87 w 174"/>
                <a:gd name="T17" fmla="*/ 140 h 214"/>
                <a:gd name="T18" fmla="*/ 59 w 174"/>
                <a:gd name="T19" fmla="*/ 145 h 214"/>
                <a:gd name="T20" fmla="*/ 42 w 174"/>
                <a:gd name="T21" fmla="*/ 154 h 214"/>
                <a:gd name="T22" fmla="*/ 22 w 174"/>
                <a:gd name="T23" fmla="*/ 155 h 214"/>
                <a:gd name="T24" fmla="*/ 46 w 174"/>
                <a:gd name="T25" fmla="*/ 170 h 214"/>
                <a:gd name="T26" fmla="*/ 48 w 174"/>
                <a:gd name="T27" fmla="*/ 205 h 214"/>
                <a:gd name="T28" fmla="*/ 40 w 174"/>
                <a:gd name="T29" fmla="*/ 214 h 214"/>
                <a:gd name="T30" fmla="*/ 28 w 174"/>
                <a:gd name="T31" fmla="*/ 206 h 214"/>
                <a:gd name="T32" fmla="*/ 26 w 174"/>
                <a:gd name="T33" fmla="*/ 187 h 214"/>
                <a:gd name="T34" fmla="*/ 12 w 174"/>
                <a:gd name="T35" fmla="*/ 181 h 214"/>
                <a:gd name="T36" fmla="*/ 0 w 174"/>
                <a:gd name="T37" fmla="*/ 167 h 214"/>
                <a:gd name="T38" fmla="*/ 14 w 174"/>
                <a:gd name="T39" fmla="*/ 160 h 214"/>
                <a:gd name="T40" fmla="*/ 17 w 174"/>
                <a:gd name="T41" fmla="*/ 148 h 214"/>
                <a:gd name="T42" fmla="*/ 30 w 174"/>
                <a:gd name="T43" fmla="*/ 137 h 214"/>
                <a:gd name="T44" fmla="*/ 37 w 174"/>
                <a:gd name="T45" fmla="*/ 123 h 214"/>
                <a:gd name="T46" fmla="*/ 68 w 174"/>
                <a:gd name="T47" fmla="*/ 117 h 214"/>
                <a:gd name="T48" fmla="*/ 89 w 174"/>
                <a:gd name="T49" fmla="*/ 121 h 214"/>
                <a:gd name="T50" fmla="*/ 89 w 174"/>
                <a:gd name="T51" fmla="*/ 84 h 214"/>
                <a:gd name="T52" fmla="*/ 106 w 174"/>
                <a:gd name="T53" fmla="*/ 94 h 214"/>
                <a:gd name="T54" fmla="*/ 120 w 174"/>
                <a:gd name="T55" fmla="*/ 73 h 214"/>
                <a:gd name="T56" fmla="*/ 126 w 174"/>
                <a:gd name="T57" fmla="*/ 65 h 214"/>
                <a:gd name="T58" fmla="*/ 123 w 174"/>
                <a:gd name="T59" fmla="*/ 40 h 214"/>
                <a:gd name="T60" fmla="*/ 108 w 174"/>
                <a:gd name="T61" fmla="*/ 17 h 214"/>
                <a:gd name="T62" fmla="*/ 107 w 174"/>
                <a:gd name="T63" fmla="*/ 4 h 214"/>
                <a:gd name="T64" fmla="*/ 123 w 174"/>
                <a:gd name="T65" fmla="*/ 0 h 214"/>
                <a:gd name="T66" fmla="*/ 149 w 174"/>
                <a:gd name="T67" fmla="*/ 29 h 214"/>
                <a:gd name="T68" fmla="*/ 157 w 174"/>
                <a:gd name="T69" fmla="*/ 45 h 214"/>
                <a:gd name="T70" fmla="*/ 153 w 174"/>
                <a:gd name="T71" fmla="*/ 66 h 214"/>
                <a:gd name="T72" fmla="*/ 164 w 174"/>
                <a:gd name="T73" fmla="*/ 87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4" h="214">
                  <a:moveTo>
                    <a:pt x="164" y="87"/>
                  </a:moveTo>
                  <a:lnTo>
                    <a:pt x="166" y="104"/>
                  </a:lnTo>
                  <a:lnTo>
                    <a:pt x="174" y="114"/>
                  </a:lnTo>
                  <a:lnTo>
                    <a:pt x="171" y="129"/>
                  </a:lnTo>
                  <a:lnTo>
                    <a:pt x="154" y="139"/>
                  </a:lnTo>
                  <a:lnTo>
                    <a:pt x="124" y="140"/>
                  </a:lnTo>
                  <a:lnTo>
                    <a:pt x="109" y="163"/>
                  </a:lnTo>
                  <a:lnTo>
                    <a:pt x="94" y="155"/>
                  </a:lnTo>
                  <a:lnTo>
                    <a:pt x="87" y="140"/>
                  </a:lnTo>
                  <a:lnTo>
                    <a:pt x="59" y="145"/>
                  </a:lnTo>
                  <a:lnTo>
                    <a:pt x="42" y="154"/>
                  </a:lnTo>
                  <a:lnTo>
                    <a:pt x="22" y="155"/>
                  </a:lnTo>
                  <a:lnTo>
                    <a:pt x="46" y="170"/>
                  </a:lnTo>
                  <a:lnTo>
                    <a:pt x="48" y="205"/>
                  </a:lnTo>
                  <a:lnTo>
                    <a:pt x="40" y="214"/>
                  </a:lnTo>
                  <a:lnTo>
                    <a:pt x="28" y="206"/>
                  </a:lnTo>
                  <a:lnTo>
                    <a:pt x="26" y="187"/>
                  </a:lnTo>
                  <a:lnTo>
                    <a:pt x="12" y="181"/>
                  </a:lnTo>
                  <a:lnTo>
                    <a:pt x="0" y="167"/>
                  </a:lnTo>
                  <a:lnTo>
                    <a:pt x="14" y="160"/>
                  </a:lnTo>
                  <a:lnTo>
                    <a:pt x="17" y="148"/>
                  </a:lnTo>
                  <a:lnTo>
                    <a:pt x="30" y="137"/>
                  </a:lnTo>
                  <a:lnTo>
                    <a:pt x="37" y="123"/>
                  </a:lnTo>
                  <a:lnTo>
                    <a:pt x="68" y="117"/>
                  </a:lnTo>
                  <a:lnTo>
                    <a:pt x="89" y="121"/>
                  </a:lnTo>
                  <a:lnTo>
                    <a:pt x="89" y="84"/>
                  </a:lnTo>
                  <a:lnTo>
                    <a:pt x="106" y="94"/>
                  </a:lnTo>
                  <a:lnTo>
                    <a:pt x="120" y="73"/>
                  </a:lnTo>
                  <a:lnTo>
                    <a:pt x="126" y="65"/>
                  </a:lnTo>
                  <a:lnTo>
                    <a:pt x="123" y="40"/>
                  </a:lnTo>
                  <a:lnTo>
                    <a:pt x="108" y="17"/>
                  </a:lnTo>
                  <a:lnTo>
                    <a:pt x="107" y="4"/>
                  </a:lnTo>
                  <a:lnTo>
                    <a:pt x="123" y="0"/>
                  </a:lnTo>
                  <a:lnTo>
                    <a:pt x="149" y="29"/>
                  </a:lnTo>
                  <a:lnTo>
                    <a:pt x="157" y="45"/>
                  </a:lnTo>
                  <a:lnTo>
                    <a:pt x="153" y="66"/>
                  </a:lnTo>
                  <a:lnTo>
                    <a:pt x="164" y="8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17" name="Freeform 100">
              <a:extLst>
                <a:ext uri="{FF2B5EF4-FFF2-40B4-BE49-F238E27FC236}">
                  <a16:creationId xmlns:a16="http://schemas.microsoft.com/office/drawing/2014/main" id="{38D67621-C8B9-50EB-CF9C-21E2C11F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7489" y="2409825"/>
              <a:ext cx="142875" cy="130175"/>
            </a:xfrm>
            <a:custGeom>
              <a:avLst/>
              <a:gdLst>
                <a:gd name="T0" fmla="*/ 51 w 90"/>
                <a:gd name="T1" fmla="*/ 29 h 82"/>
                <a:gd name="T2" fmla="*/ 65 w 90"/>
                <a:gd name="T3" fmla="*/ 33 h 82"/>
                <a:gd name="T4" fmla="*/ 71 w 90"/>
                <a:gd name="T5" fmla="*/ 24 h 82"/>
                <a:gd name="T6" fmla="*/ 90 w 90"/>
                <a:gd name="T7" fmla="*/ 47 h 82"/>
                <a:gd name="T8" fmla="*/ 69 w 90"/>
                <a:gd name="T9" fmla="*/ 53 h 82"/>
                <a:gd name="T10" fmla="*/ 67 w 90"/>
                <a:gd name="T11" fmla="*/ 73 h 82"/>
                <a:gd name="T12" fmla="*/ 32 w 90"/>
                <a:gd name="T13" fmla="*/ 59 h 82"/>
                <a:gd name="T14" fmla="*/ 36 w 90"/>
                <a:gd name="T15" fmla="*/ 82 h 82"/>
                <a:gd name="T16" fmla="*/ 18 w 90"/>
                <a:gd name="T17" fmla="*/ 82 h 82"/>
                <a:gd name="T18" fmla="*/ 3 w 90"/>
                <a:gd name="T19" fmla="*/ 62 h 82"/>
                <a:gd name="T20" fmla="*/ 2 w 90"/>
                <a:gd name="T21" fmla="*/ 46 h 82"/>
                <a:gd name="T22" fmla="*/ 19 w 90"/>
                <a:gd name="T23" fmla="*/ 45 h 82"/>
                <a:gd name="T24" fmla="*/ 6 w 90"/>
                <a:gd name="T25" fmla="*/ 16 h 82"/>
                <a:gd name="T26" fmla="*/ 0 w 90"/>
                <a:gd name="T27" fmla="*/ 0 h 82"/>
                <a:gd name="T28" fmla="*/ 33 w 90"/>
                <a:gd name="T29" fmla="*/ 22 h 82"/>
                <a:gd name="T30" fmla="*/ 51 w 90"/>
                <a:gd name="T3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0" h="82">
                  <a:moveTo>
                    <a:pt x="51" y="29"/>
                  </a:moveTo>
                  <a:lnTo>
                    <a:pt x="65" y="33"/>
                  </a:lnTo>
                  <a:lnTo>
                    <a:pt x="71" y="24"/>
                  </a:lnTo>
                  <a:lnTo>
                    <a:pt x="90" y="47"/>
                  </a:lnTo>
                  <a:lnTo>
                    <a:pt x="69" y="53"/>
                  </a:lnTo>
                  <a:lnTo>
                    <a:pt x="67" y="73"/>
                  </a:lnTo>
                  <a:lnTo>
                    <a:pt x="32" y="59"/>
                  </a:lnTo>
                  <a:lnTo>
                    <a:pt x="36" y="82"/>
                  </a:lnTo>
                  <a:lnTo>
                    <a:pt x="18" y="82"/>
                  </a:lnTo>
                  <a:lnTo>
                    <a:pt x="3" y="62"/>
                  </a:lnTo>
                  <a:lnTo>
                    <a:pt x="2" y="46"/>
                  </a:lnTo>
                  <a:lnTo>
                    <a:pt x="19" y="45"/>
                  </a:lnTo>
                  <a:lnTo>
                    <a:pt x="6" y="16"/>
                  </a:lnTo>
                  <a:lnTo>
                    <a:pt x="0" y="0"/>
                  </a:lnTo>
                  <a:lnTo>
                    <a:pt x="33" y="22"/>
                  </a:lnTo>
                  <a:lnTo>
                    <a:pt x="51" y="2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18" name="Freeform 101">
              <a:extLst>
                <a:ext uri="{FF2B5EF4-FFF2-40B4-BE49-F238E27FC236}">
                  <a16:creationId xmlns:a16="http://schemas.microsoft.com/office/drawing/2014/main" id="{71C6D3B7-2E7C-D14A-6F97-AF509357F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477" y="2095500"/>
              <a:ext cx="1035050" cy="474663"/>
            </a:xfrm>
            <a:custGeom>
              <a:avLst/>
              <a:gdLst>
                <a:gd name="T0" fmla="*/ 429 w 652"/>
                <a:gd name="T1" fmla="*/ 270 h 299"/>
                <a:gd name="T2" fmla="*/ 408 w 652"/>
                <a:gd name="T3" fmla="*/ 299 h 299"/>
                <a:gd name="T4" fmla="*/ 395 w 652"/>
                <a:gd name="T5" fmla="*/ 289 h 299"/>
                <a:gd name="T6" fmla="*/ 365 w 652"/>
                <a:gd name="T7" fmla="*/ 272 h 299"/>
                <a:gd name="T8" fmla="*/ 352 w 652"/>
                <a:gd name="T9" fmla="*/ 251 h 299"/>
                <a:gd name="T10" fmla="*/ 300 w 652"/>
                <a:gd name="T11" fmla="*/ 237 h 299"/>
                <a:gd name="T12" fmla="*/ 260 w 652"/>
                <a:gd name="T13" fmla="*/ 222 h 299"/>
                <a:gd name="T14" fmla="*/ 215 w 652"/>
                <a:gd name="T15" fmla="*/ 200 h 299"/>
                <a:gd name="T16" fmla="*/ 172 w 652"/>
                <a:gd name="T17" fmla="*/ 210 h 299"/>
                <a:gd name="T18" fmla="*/ 183 w 652"/>
                <a:gd name="T19" fmla="*/ 286 h 299"/>
                <a:gd name="T20" fmla="*/ 155 w 652"/>
                <a:gd name="T21" fmla="*/ 265 h 299"/>
                <a:gd name="T22" fmla="*/ 131 w 652"/>
                <a:gd name="T23" fmla="*/ 276 h 299"/>
                <a:gd name="T24" fmla="*/ 131 w 652"/>
                <a:gd name="T25" fmla="*/ 262 h 299"/>
                <a:gd name="T26" fmla="*/ 106 w 652"/>
                <a:gd name="T27" fmla="*/ 248 h 299"/>
                <a:gd name="T28" fmla="*/ 84 w 652"/>
                <a:gd name="T29" fmla="*/ 224 h 299"/>
                <a:gd name="T30" fmla="*/ 98 w 652"/>
                <a:gd name="T31" fmla="*/ 220 h 299"/>
                <a:gd name="T32" fmla="*/ 108 w 652"/>
                <a:gd name="T33" fmla="*/ 201 h 299"/>
                <a:gd name="T34" fmla="*/ 121 w 652"/>
                <a:gd name="T35" fmla="*/ 184 h 299"/>
                <a:gd name="T36" fmla="*/ 99 w 652"/>
                <a:gd name="T37" fmla="*/ 173 h 299"/>
                <a:gd name="T38" fmla="*/ 67 w 652"/>
                <a:gd name="T39" fmla="*/ 177 h 299"/>
                <a:gd name="T40" fmla="*/ 44 w 652"/>
                <a:gd name="T41" fmla="*/ 178 h 299"/>
                <a:gd name="T42" fmla="*/ 29 w 652"/>
                <a:gd name="T43" fmla="*/ 154 h 299"/>
                <a:gd name="T44" fmla="*/ 0 w 652"/>
                <a:gd name="T45" fmla="*/ 140 h 299"/>
                <a:gd name="T46" fmla="*/ 0 w 652"/>
                <a:gd name="T47" fmla="*/ 121 h 299"/>
                <a:gd name="T48" fmla="*/ 26 w 652"/>
                <a:gd name="T49" fmla="*/ 110 h 299"/>
                <a:gd name="T50" fmla="*/ 51 w 652"/>
                <a:gd name="T51" fmla="*/ 74 h 299"/>
                <a:gd name="T52" fmla="*/ 115 w 652"/>
                <a:gd name="T53" fmla="*/ 87 h 299"/>
                <a:gd name="T54" fmla="*/ 150 w 652"/>
                <a:gd name="T55" fmla="*/ 87 h 299"/>
                <a:gd name="T56" fmla="*/ 199 w 652"/>
                <a:gd name="T57" fmla="*/ 97 h 299"/>
                <a:gd name="T58" fmla="*/ 224 w 652"/>
                <a:gd name="T59" fmla="*/ 92 h 299"/>
                <a:gd name="T60" fmla="*/ 194 w 652"/>
                <a:gd name="T61" fmla="*/ 69 h 299"/>
                <a:gd name="T62" fmla="*/ 201 w 652"/>
                <a:gd name="T63" fmla="*/ 53 h 299"/>
                <a:gd name="T64" fmla="*/ 198 w 652"/>
                <a:gd name="T65" fmla="*/ 34 h 299"/>
                <a:gd name="T66" fmla="*/ 257 w 652"/>
                <a:gd name="T67" fmla="*/ 21 h 299"/>
                <a:gd name="T68" fmla="*/ 298 w 652"/>
                <a:gd name="T69" fmla="*/ 9 h 299"/>
                <a:gd name="T70" fmla="*/ 338 w 652"/>
                <a:gd name="T71" fmla="*/ 5 h 299"/>
                <a:gd name="T72" fmla="*/ 366 w 652"/>
                <a:gd name="T73" fmla="*/ 20 h 299"/>
                <a:gd name="T74" fmla="*/ 393 w 652"/>
                <a:gd name="T75" fmla="*/ 38 h 299"/>
                <a:gd name="T76" fmla="*/ 437 w 652"/>
                <a:gd name="T77" fmla="*/ 18 h 299"/>
                <a:gd name="T78" fmla="*/ 462 w 652"/>
                <a:gd name="T79" fmla="*/ 39 h 299"/>
                <a:gd name="T80" fmla="*/ 524 w 652"/>
                <a:gd name="T81" fmla="*/ 80 h 299"/>
                <a:gd name="T82" fmla="*/ 571 w 652"/>
                <a:gd name="T83" fmla="*/ 86 h 299"/>
                <a:gd name="T84" fmla="*/ 595 w 652"/>
                <a:gd name="T85" fmla="*/ 102 h 299"/>
                <a:gd name="T86" fmla="*/ 619 w 652"/>
                <a:gd name="T87" fmla="*/ 114 h 299"/>
                <a:gd name="T88" fmla="*/ 652 w 652"/>
                <a:gd name="T89" fmla="*/ 124 h 299"/>
                <a:gd name="T90" fmla="*/ 634 w 652"/>
                <a:gd name="T91" fmla="*/ 139 h 299"/>
                <a:gd name="T92" fmla="*/ 637 w 652"/>
                <a:gd name="T93" fmla="*/ 169 h 299"/>
                <a:gd name="T94" fmla="*/ 605 w 652"/>
                <a:gd name="T95" fmla="*/ 199 h 299"/>
                <a:gd name="T96" fmla="*/ 569 w 652"/>
                <a:gd name="T97" fmla="*/ 211 h 299"/>
                <a:gd name="T98" fmla="*/ 588 w 652"/>
                <a:gd name="T99" fmla="*/ 252 h 299"/>
                <a:gd name="T100" fmla="*/ 581 w 652"/>
                <a:gd name="T101" fmla="*/ 261 h 299"/>
                <a:gd name="T102" fmla="*/ 545 w 652"/>
                <a:gd name="T103" fmla="*/ 252 h 299"/>
                <a:gd name="T104" fmla="*/ 512 w 652"/>
                <a:gd name="T105" fmla="*/ 253 h 299"/>
                <a:gd name="T106" fmla="*/ 477 w 652"/>
                <a:gd name="T107" fmla="*/ 249 h 299"/>
                <a:gd name="T108" fmla="*/ 449 w 652"/>
                <a:gd name="T109" fmla="*/ 254 h 299"/>
                <a:gd name="T110" fmla="*/ 438 w 652"/>
                <a:gd name="T111" fmla="*/ 26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52" h="299">
                  <a:moveTo>
                    <a:pt x="438" y="266"/>
                  </a:moveTo>
                  <a:lnTo>
                    <a:pt x="429" y="270"/>
                  </a:lnTo>
                  <a:lnTo>
                    <a:pt x="412" y="284"/>
                  </a:lnTo>
                  <a:lnTo>
                    <a:pt x="408" y="299"/>
                  </a:lnTo>
                  <a:lnTo>
                    <a:pt x="402" y="299"/>
                  </a:lnTo>
                  <a:lnTo>
                    <a:pt x="395" y="289"/>
                  </a:lnTo>
                  <a:lnTo>
                    <a:pt x="373" y="288"/>
                  </a:lnTo>
                  <a:lnTo>
                    <a:pt x="365" y="272"/>
                  </a:lnTo>
                  <a:lnTo>
                    <a:pt x="357" y="271"/>
                  </a:lnTo>
                  <a:lnTo>
                    <a:pt x="352" y="251"/>
                  </a:lnTo>
                  <a:lnTo>
                    <a:pt x="328" y="236"/>
                  </a:lnTo>
                  <a:lnTo>
                    <a:pt x="300" y="237"/>
                  </a:lnTo>
                  <a:lnTo>
                    <a:pt x="281" y="240"/>
                  </a:lnTo>
                  <a:lnTo>
                    <a:pt x="260" y="222"/>
                  </a:lnTo>
                  <a:lnTo>
                    <a:pt x="245" y="214"/>
                  </a:lnTo>
                  <a:lnTo>
                    <a:pt x="215" y="200"/>
                  </a:lnTo>
                  <a:lnTo>
                    <a:pt x="211" y="198"/>
                  </a:lnTo>
                  <a:lnTo>
                    <a:pt x="172" y="210"/>
                  </a:lnTo>
                  <a:lnTo>
                    <a:pt x="192" y="285"/>
                  </a:lnTo>
                  <a:lnTo>
                    <a:pt x="183" y="286"/>
                  </a:lnTo>
                  <a:lnTo>
                    <a:pt x="168" y="270"/>
                  </a:lnTo>
                  <a:lnTo>
                    <a:pt x="155" y="265"/>
                  </a:lnTo>
                  <a:lnTo>
                    <a:pt x="137" y="269"/>
                  </a:lnTo>
                  <a:lnTo>
                    <a:pt x="131" y="276"/>
                  </a:lnTo>
                  <a:lnTo>
                    <a:pt x="129" y="271"/>
                  </a:lnTo>
                  <a:lnTo>
                    <a:pt x="131" y="262"/>
                  </a:lnTo>
                  <a:lnTo>
                    <a:pt x="127" y="255"/>
                  </a:lnTo>
                  <a:lnTo>
                    <a:pt x="106" y="248"/>
                  </a:lnTo>
                  <a:lnTo>
                    <a:pt x="94" y="230"/>
                  </a:lnTo>
                  <a:lnTo>
                    <a:pt x="84" y="224"/>
                  </a:lnTo>
                  <a:lnTo>
                    <a:pt x="81" y="218"/>
                  </a:lnTo>
                  <a:lnTo>
                    <a:pt x="98" y="220"/>
                  </a:lnTo>
                  <a:lnTo>
                    <a:pt x="95" y="205"/>
                  </a:lnTo>
                  <a:lnTo>
                    <a:pt x="108" y="201"/>
                  </a:lnTo>
                  <a:lnTo>
                    <a:pt x="123" y="204"/>
                  </a:lnTo>
                  <a:lnTo>
                    <a:pt x="121" y="184"/>
                  </a:lnTo>
                  <a:lnTo>
                    <a:pt x="115" y="172"/>
                  </a:lnTo>
                  <a:lnTo>
                    <a:pt x="99" y="173"/>
                  </a:lnTo>
                  <a:lnTo>
                    <a:pt x="84" y="168"/>
                  </a:lnTo>
                  <a:lnTo>
                    <a:pt x="67" y="177"/>
                  </a:lnTo>
                  <a:lnTo>
                    <a:pt x="53" y="181"/>
                  </a:lnTo>
                  <a:lnTo>
                    <a:pt x="44" y="178"/>
                  </a:lnTo>
                  <a:lnTo>
                    <a:pt x="43" y="167"/>
                  </a:lnTo>
                  <a:lnTo>
                    <a:pt x="29" y="154"/>
                  </a:lnTo>
                  <a:lnTo>
                    <a:pt x="17" y="154"/>
                  </a:lnTo>
                  <a:lnTo>
                    <a:pt x="0" y="140"/>
                  </a:lnTo>
                  <a:lnTo>
                    <a:pt x="6" y="125"/>
                  </a:lnTo>
                  <a:lnTo>
                    <a:pt x="0" y="121"/>
                  </a:lnTo>
                  <a:lnTo>
                    <a:pt x="7" y="99"/>
                  </a:lnTo>
                  <a:lnTo>
                    <a:pt x="26" y="110"/>
                  </a:lnTo>
                  <a:lnTo>
                    <a:pt x="25" y="96"/>
                  </a:lnTo>
                  <a:lnTo>
                    <a:pt x="51" y="74"/>
                  </a:lnTo>
                  <a:lnTo>
                    <a:pt x="76" y="73"/>
                  </a:lnTo>
                  <a:lnTo>
                    <a:pt x="115" y="87"/>
                  </a:lnTo>
                  <a:lnTo>
                    <a:pt x="136" y="95"/>
                  </a:lnTo>
                  <a:lnTo>
                    <a:pt x="150" y="87"/>
                  </a:lnTo>
                  <a:lnTo>
                    <a:pt x="175" y="87"/>
                  </a:lnTo>
                  <a:lnTo>
                    <a:pt x="199" y="97"/>
                  </a:lnTo>
                  <a:lnTo>
                    <a:pt x="202" y="91"/>
                  </a:lnTo>
                  <a:lnTo>
                    <a:pt x="224" y="92"/>
                  </a:lnTo>
                  <a:lnTo>
                    <a:pt x="225" y="82"/>
                  </a:lnTo>
                  <a:lnTo>
                    <a:pt x="194" y="69"/>
                  </a:lnTo>
                  <a:lnTo>
                    <a:pt x="206" y="59"/>
                  </a:lnTo>
                  <a:lnTo>
                    <a:pt x="201" y="53"/>
                  </a:lnTo>
                  <a:lnTo>
                    <a:pt x="214" y="48"/>
                  </a:lnTo>
                  <a:lnTo>
                    <a:pt x="198" y="34"/>
                  </a:lnTo>
                  <a:lnTo>
                    <a:pt x="202" y="28"/>
                  </a:lnTo>
                  <a:lnTo>
                    <a:pt x="257" y="21"/>
                  </a:lnTo>
                  <a:lnTo>
                    <a:pt x="263" y="16"/>
                  </a:lnTo>
                  <a:lnTo>
                    <a:pt x="298" y="9"/>
                  </a:lnTo>
                  <a:lnTo>
                    <a:pt x="309" y="0"/>
                  </a:lnTo>
                  <a:lnTo>
                    <a:pt x="338" y="5"/>
                  </a:lnTo>
                  <a:lnTo>
                    <a:pt x="352" y="25"/>
                  </a:lnTo>
                  <a:lnTo>
                    <a:pt x="366" y="20"/>
                  </a:lnTo>
                  <a:lnTo>
                    <a:pt x="389" y="27"/>
                  </a:lnTo>
                  <a:lnTo>
                    <a:pt x="393" y="38"/>
                  </a:lnTo>
                  <a:lnTo>
                    <a:pt x="407" y="37"/>
                  </a:lnTo>
                  <a:lnTo>
                    <a:pt x="437" y="18"/>
                  </a:lnTo>
                  <a:lnTo>
                    <a:pt x="434" y="24"/>
                  </a:lnTo>
                  <a:lnTo>
                    <a:pt x="462" y="39"/>
                  </a:lnTo>
                  <a:lnTo>
                    <a:pt x="520" y="90"/>
                  </a:lnTo>
                  <a:lnTo>
                    <a:pt x="524" y="80"/>
                  </a:lnTo>
                  <a:lnTo>
                    <a:pt x="551" y="92"/>
                  </a:lnTo>
                  <a:lnTo>
                    <a:pt x="571" y="86"/>
                  </a:lnTo>
                  <a:lnTo>
                    <a:pt x="582" y="90"/>
                  </a:lnTo>
                  <a:lnTo>
                    <a:pt x="595" y="102"/>
                  </a:lnTo>
                  <a:lnTo>
                    <a:pt x="608" y="106"/>
                  </a:lnTo>
                  <a:lnTo>
                    <a:pt x="619" y="114"/>
                  </a:lnTo>
                  <a:lnTo>
                    <a:pt x="638" y="111"/>
                  </a:lnTo>
                  <a:lnTo>
                    <a:pt x="652" y="124"/>
                  </a:lnTo>
                  <a:lnTo>
                    <a:pt x="647" y="137"/>
                  </a:lnTo>
                  <a:lnTo>
                    <a:pt x="634" y="139"/>
                  </a:lnTo>
                  <a:lnTo>
                    <a:pt x="642" y="160"/>
                  </a:lnTo>
                  <a:lnTo>
                    <a:pt x="637" y="169"/>
                  </a:lnTo>
                  <a:lnTo>
                    <a:pt x="602" y="162"/>
                  </a:lnTo>
                  <a:lnTo>
                    <a:pt x="605" y="199"/>
                  </a:lnTo>
                  <a:lnTo>
                    <a:pt x="599" y="203"/>
                  </a:lnTo>
                  <a:lnTo>
                    <a:pt x="569" y="211"/>
                  </a:lnTo>
                  <a:lnTo>
                    <a:pt x="597" y="247"/>
                  </a:lnTo>
                  <a:lnTo>
                    <a:pt x="588" y="252"/>
                  </a:lnTo>
                  <a:lnTo>
                    <a:pt x="593" y="264"/>
                  </a:lnTo>
                  <a:lnTo>
                    <a:pt x="581" y="261"/>
                  </a:lnTo>
                  <a:lnTo>
                    <a:pt x="571" y="254"/>
                  </a:lnTo>
                  <a:lnTo>
                    <a:pt x="545" y="252"/>
                  </a:lnTo>
                  <a:lnTo>
                    <a:pt x="517" y="251"/>
                  </a:lnTo>
                  <a:lnTo>
                    <a:pt x="512" y="253"/>
                  </a:lnTo>
                  <a:lnTo>
                    <a:pt x="485" y="245"/>
                  </a:lnTo>
                  <a:lnTo>
                    <a:pt x="477" y="249"/>
                  </a:lnTo>
                  <a:lnTo>
                    <a:pt x="479" y="261"/>
                  </a:lnTo>
                  <a:lnTo>
                    <a:pt x="449" y="254"/>
                  </a:lnTo>
                  <a:lnTo>
                    <a:pt x="439" y="257"/>
                  </a:lnTo>
                  <a:lnTo>
                    <a:pt x="438" y="26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19" name="Freeform 102">
              <a:extLst>
                <a:ext uri="{FF2B5EF4-FFF2-40B4-BE49-F238E27FC236}">
                  <a16:creationId xmlns:a16="http://schemas.microsoft.com/office/drawing/2014/main" id="{44760222-8A46-36D3-4893-212981AD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864" y="3727450"/>
              <a:ext cx="231775" cy="336550"/>
            </a:xfrm>
            <a:custGeom>
              <a:avLst/>
              <a:gdLst>
                <a:gd name="T0" fmla="*/ 131 w 146"/>
                <a:gd name="T1" fmla="*/ 132 h 212"/>
                <a:gd name="T2" fmla="*/ 141 w 146"/>
                <a:gd name="T3" fmla="*/ 149 h 212"/>
                <a:gd name="T4" fmla="*/ 128 w 146"/>
                <a:gd name="T5" fmla="*/ 158 h 212"/>
                <a:gd name="T6" fmla="*/ 124 w 146"/>
                <a:gd name="T7" fmla="*/ 166 h 212"/>
                <a:gd name="T8" fmla="*/ 117 w 146"/>
                <a:gd name="T9" fmla="*/ 168 h 212"/>
                <a:gd name="T10" fmla="*/ 114 w 146"/>
                <a:gd name="T11" fmla="*/ 183 h 212"/>
                <a:gd name="T12" fmla="*/ 108 w 146"/>
                <a:gd name="T13" fmla="*/ 191 h 212"/>
                <a:gd name="T14" fmla="*/ 104 w 146"/>
                <a:gd name="T15" fmla="*/ 205 h 212"/>
                <a:gd name="T16" fmla="*/ 97 w 146"/>
                <a:gd name="T17" fmla="*/ 212 h 212"/>
                <a:gd name="T18" fmla="*/ 71 w 146"/>
                <a:gd name="T19" fmla="*/ 191 h 212"/>
                <a:gd name="T20" fmla="*/ 70 w 146"/>
                <a:gd name="T21" fmla="*/ 179 h 212"/>
                <a:gd name="T22" fmla="*/ 3 w 146"/>
                <a:gd name="T23" fmla="*/ 136 h 212"/>
                <a:gd name="T24" fmla="*/ 0 w 146"/>
                <a:gd name="T25" fmla="*/ 134 h 212"/>
                <a:gd name="T26" fmla="*/ 0 w 146"/>
                <a:gd name="T27" fmla="*/ 112 h 212"/>
                <a:gd name="T28" fmla="*/ 5 w 146"/>
                <a:gd name="T29" fmla="*/ 104 h 212"/>
                <a:gd name="T30" fmla="*/ 14 w 146"/>
                <a:gd name="T31" fmla="*/ 90 h 212"/>
                <a:gd name="T32" fmla="*/ 21 w 146"/>
                <a:gd name="T33" fmla="*/ 75 h 212"/>
                <a:gd name="T34" fmla="*/ 13 w 146"/>
                <a:gd name="T35" fmla="*/ 51 h 212"/>
                <a:gd name="T36" fmla="*/ 11 w 146"/>
                <a:gd name="T37" fmla="*/ 41 h 212"/>
                <a:gd name="T38" fmla="*/ 2 w 146"/>
                <a:gd name="T39" fmla="*/ 26 h 212"/>
                <a:gd name="T40" fmla="*/ 13 w 146"/>
                <a:gd name="T41" fmla="*/ 14 h 212"/>
                <a:gd name="T42" fmla="*/ 25 w 146"/>
                <a:gd name="T43" fmla="*/ 0 h 212"/>
                <a:gd name="T44" fmla="*/ 35 w 146"/>
                <a:gd name="T45" fmla="*/ 4 h 212"/>
                <a:gd name="T46" fmla="*/ 35 w 146"/>
                <a:gd name="T47" fmla="*/ 15 h 212"/>
                <a:gd name="T48" fmla="*/ 41 w 146"/>
                <a:gd name="T49" fmla="*/ 22 h 212"/>
                <a:gd name="T50" fmla="*/ 54 w 146"/>
                <a:gd name="T51" fmla="*/ 22 h 212"/>
                <a:gd name="T52" fmla="*/ 77 w 146"/>
                <a:gd name="T53" fmla="*/ 40 h 212"/>
                <a:gd name="T54" fmla="*/ 83 w 146"/>
                <a:gd name="T55" fmla="*/ 40 h 212"/>
                <a:gd name="T56" fmla="*/ 88 w 146"/>
                <a:gd name="T57" fmla="*/ 39 h 212"/>
                <a:gd name="T58" fmla="*/ 92 w 146"/>
                <a:gd name="T59" fmla="*/ 42 h 212"/>
                <a:gd name="T60" fmla="*/ 104 w 146"/>
                <a:gd name="T61" fmla="*/ 43 h 212"/>
                <a:gd name="T62" fmla="*/ 109 w 146"/>
                <a:gd name="T63" fmla="*/ 35 h 212"/>
                <a:gd name="T64" fmla="*/ 126 w 146"/>
                <a:gd name="T65" fmla="*/ 26 h 212"/>
                <a:gd name="T66" fmla="*/ 133 w 146"/>
                <a:gd name="T67" fmla="*/ 33 h 212"/>
                <a:gd name="T68" fmla="*/ 146 w 146"/>
                <a:gd name="T69" fmla="*/ 33 h 212"/>
                <a:gd name="T70" fmla="*/ 130 w 146"/>
                <a:gd name="T71" fmla="*/ 56 h 212"/>
                <a:gd name="T72" fmla="*/ 131 w 146"/>
                <a:gd name="T73" fmla="*/ 13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6" h="212">
                  <a:moveTo>
                    <a:pt x="131" y="132"/>
                  </a:moveTo>
                  <a:lnTo>
                    <a:pt x="141" y="149"/>
                  </a:lnTo>
                  <a:lnTo>
                    <a:pt x="128" y="158"/>
                  </a:lnTo>
                  <a:lnTo>
                    <a:pt x="124" y="166"/>
                  </a:lnTo>
                  <a:lnTo>
                    <a:pt x="117" y="168"/>
                  </a:lnTo>
                  <a:lnTo>
                    <a:pt x="114" y="183"/>
                  </a:lnTo>
                  <a:lnTo>
                    <a:pt x="108" y="191"/>
                  </a:lnTo>
                  <a:lnTo>
                    <a:pt x="104" y="205"/>
                  </a:lnTo>
                  <a:lnTo>
                    <a:pt x="97" y="212"/>
                  </a:lnTo>
                  <a:lnTo>
                    <a:pt x="71" y="191"/>
                  </a:lnTo>
                  <a:lnTo>
                    <a:pt x="70" y="179"/>
                  </a:lnTo>
                  <a:lnTo>
                    <a:pt x="3" y="136"/>
                  </a:lnTo>
                  <a:lnTo>
                    <a:pt x="0" y="134"/>
                  </a:lnTo>
                  <a:lnTo>
                    <a:pt x="0" y="112"/>
                  </a:lnTo>
                  <a:lnTo>
                    <a:pt x="5" y="104"/>
                  </a:lnTo>
                  <a:lnTo>
                    <a:pt x="14" y="90"/>
                  </a:lnTo>
                  <a:lnTo>
                    <a:pt x="21" y="75"/>
                  </a:lnTo>
                  <a:lnTo>
                    <a:pt x="13" y="51"/>
                  </a:lnTo>
                  <a:lnTo>
                    <a:pt x="11" y="41"/>
                  </a:lnTo>
                  <a:lnTo>
                    <a:pt x="2" y="26"/>
                  </a:lnTo>
                  <a:lnTo>
                    <a:pt x="13" y="14"/>
                  </a:lnTo>
                  <a:lnTo>
                    <a:pt x="25" y="0"/>
                  </a:lnTo>
                  <a:lnTo>
                    <a:pt x="35" y="4"/>
                  </a:lnTo>
                  <a:lnTo>
                    <a:pt x="35" y="15"/>
                  </a:lnTo>
                  <a:lnTo>
                    <a:pt x="41" y="22"/>
                  </a:lnTo>
                  <a:lnTo>
                    <a:pt x="54" y="22"/>
                  </a:lnTo>
                  <a:lnTo>
                    <a:pt x="77" y="40"/>
                  </a:lnTo>
                  <a:lnTo>
                    <a:pt x="83" y="40"/>
                  </a:lnTo>
                  <a:lnTo>
                    <a:pt x="88" y="39"/>
                  </a:lnTo>
                  <a:lnTo>
                    <a:pt x="92" y="42"/>
                  </a:lnTo>
                  <a:lnTo>
                    <a:pt x="104" y="43"/>
                  </a:lnTo>
                  <a:lnTo>
                    <a:pt x="109" y="35"/>
                  </a:lnTo>
                  <a:lnTo>
                    <a:pt x="126" y="26"/>
                  </a:lnTo>
                  <a:lnTo>
                    <a:pt x="133" y="33"/>
                  </a:lnTo>
                  <a:lnTo>
                    <a:pt x="146" y="33"/>
                  </a:lnTo>
                  <a:lnTo>
                    <a:pt x="130" y="56"/>
                  </a:lnTo>
                  <a:lnTo>
                    <a:pt x="131" y="13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0" name="Freeform 103">
              <a:extLst>
                <a:ext uri="{FF2B5EF4-FFF2-40B4-BE49-F238E27FC236}">
                  <a16:creationId xmlns:a16="http://schemas.microsoft.com/office/drawing/2014/main" id="{1ECD5DD1-E6DF-C37D-C96F-7C8D9BD21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2339" y="2484437"/>
              <a:ext cx="263525" cy="130175"/>
            </a:xfrm>
            <a:custGeom>
              <a:avLst/>
              <a:gdLst>
                <a:gd name="T0" fmla="*/ 11 w 166"/>
                <a:gd name="T1" fmla="*/ 21 h 82"/>
                <a:gd name="T2" fmla="*/ 12 w 166"/>
                <a:gd name="T3" fmla="*/ 12 h 82"/>
                <a:gd name="T4" fmla="*/ 22 w 166"/>
                <a:gd name="T5" fmla="*/ 9 h 82"/>
                <a:gd name="T6" fmla="*/ 52 w 166"/>
                <a:gd name="T7" fmla="*/ 16 h 82"/>
                <a:gd name="T8" fmla="*/ 50 w 166"/>
                <a:gd name="T9" fmla="*/ 4 h 82"/>
                <a:gd name="T10" fmla="*/ 58 w 166"/>
                <a:gd name="T11" fmla="*/ 0 h 82"/>
                <a:gd name="T12" fmla="*/ 85 w 166"/>
                <a:gd name="T13" fmla="*/ 8 h 82"/>
                <a:gd name="T14" fmla="*/ 90 w 166"/>
                <a:gd name="T15" fmla="*/ 6 h 82"/>
                <a:gd name="T16" fmla="*/ 118 w 166"/>
                <a:gd name="T17" fmla="*/ 7 h 82"/>
                <a:gd name="T18" fmla="*/ 144 w 166"/>
                <a:gd name="T19" fmla="*/ 9 h 82"/>
                <a:gd name="T20" fmla="*/ 154 w 166"/>
                <a:gd name="T21" fmla="*/ 16 h 82"/>
                <a:gd name="T22" fmla="*/ 166 w 166"/>
                <a:gd name="T23" fmla="*/ 19 h 82"/>
                <a:gd name="T24" fmla="*/ 165 w 166"/>
                <a:gd name="T25" fmla="*/ 24 h 82"/>
                <a:gd name="T26" fmla="*/ 142 w 166"/>
                <a:gd name="T27" fmla="*/ 35 h 82"/>
                <a:gd name="T28" fmla="*/ 139 w 166"/>
                <a:gd name="T29" fmla="*/ 43 h 82"/>
                <a:gd name="T30" fmla="*/ 118 w 166"/>
                <a:gd name="T31" fmla="*/ 46 h 82"/>
                <a:gd name="T32" fmla="*/ 116 w 166"/>
                <a:gd name="T33" fmla="*/ 58 h 82"/>
                <a:gd name="T34" fmla="*/ 97 w 166"/>
                <a:gd name="T35" fmla="*/ 56 h 82"/>
                <a:gd name="T36" fmla="*/ 87 w 166"/>
                <a:gd name="T37" fmla="*/ 60 h 82"/>
                <a:gd name="T38" fmla="*/ 74 w 166"/>
                <a:gd name="T39" fmla="*/ 70 h 82"/>
                <a:gd name="T40" fmla="*/ 77 w 166"/>
                <a:gd name="T41" fmla="*/ 74 h 82"/>
                <a:gd name="T42" fmla="*/ 74 w 166"/>
                <a:gd name="T43" fmla="*/ 79 h 82"/>
                <a:gd name="T44" fmla="*/ 43 w 166"/>
                <a:gd name="T45" fmla="*/ 82 h 82"/>
                <a:gd name="T46" fmla="*/ 20 w 166"/>
                <a:gd name="T47" fmla="*/ 76 h 82"/>
                <a:gd name="T48" fmla="*/ 2 w 166"/>
                <a:gd name="T49" fmla="*/ 77 h 82"/>
                <a:gd name="T50" fmla="*/ 0 w 166"/>
                <a:gd name="T51" fmla="*/ 65 h 82"/>
                <a:gd name="T52" fmla="*/ 20 w 166"/>
                <a:gd name="T53" fmla="*/ 69 h 82"/>
                <a:gd name="T54" fmla="*/ 24 w 166"/>
                <a:gd name="T55" fmla="*/ 62 h 82"/>
                <a:gd name="T56" fmla="*/ 37 w 166"/>
                <a:gd name="T57" fmla="*/ 64 h 82"/>
                <a:gd name="T58" fmla="*/ 55 w 166"/>
                <a:gd name="T59" fmla="*/ 49 h 82"/>
                <a:gd name="T60" fmla="*/ 31 w 166"/>
                <a:gd name="T61" fmla="*/ 39 h 82"/>
                <a:gd name="T62" fmla="*/ 21 w 166"/>
                <a:gd name="T63" fmla="*/ 44 h 82"/>
                <a:gd name="T64" fmla="*/ 6 w 166"/>
                <a:gd name="T65" fmla="*/ 36 h 82"/>
                <a:gd name="T66" fmla="*/ 16 w 166"/>
                <a:gd name="T67" fmla="*/ 23 h 82"/>
                <a:gd name="T68" fmla="*/ 11 w 166"/>
                <a:gd name="T69" fmla="*/ 2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6" h="82">
                  <a:moveTo>
                    <a:pt x="11" y="21"/>
                  </a:moveTo>
                  <a:lnTo>
                    <a:pt x="12" y="12"/>
                  </a:lnTo>
                  <a:lnTo>
                    <a:pt x="22" y="9"/>
                  </a:lnTo>
                  <a:lnTo>
                    <a:pt x="52" y="16"/>
                  </a:lnTo>
                  <a:lnTo>
                    <a:pt x="50" y="4"/>
                  </a:lnTo>
                  <a:lnTo>
                    <a:pt x="58" y="0"/>
                  </a:lnTo>
                  <a:lnTo>
                    <a:pt x="85" y="8"/>
                  </a:lnTo>
                  <a:lnTo>
                    <a:pt x="90" y="6"/>
                  </a:lnTo>
                  <a:lnTo>
                    <a:pt x="118" y="7"/>
                  </a:lnTo>
                  <a:lnTo>
                    <a:pt x="144" y="9"/>
                  </a:lnTo>
                  <a:lnTo>
                    <a:pt x="154" y="16"/>
                  </a:lnTo>
                  <a:lnTo>
                    <a:pt x="166" y="19"/>
                  </a:lnTo>
                  <a:lnTo>
                    <a:pt x="165" y="24"/>
                  </a:lnTo>
                  <a:lnTo>
                    <a:pt x="142" y="35"/>
                  </a:lnTo>
                  <a:lnTo>
                    <a:pt x="139" y="43"/>
                  </a:lnTo>
                  <a:lnTo>
                    <a:pt x="118" y="46"/>
                  </a:lnTo>
                  <a:lnTo>
                    <a:pt x="116" y="58"/>
                  </a:lnTo>
                  <a:lnTo>
                    <a:pt x="97" y="56"/>
                  </a:lnTo>
                  <a:lnTo>
                    <a:pt x="87" y="60"/>
                  </a:lnTo>
                  <a:lnTo>
                    <a:pt x="74" y="70"/>
                  </a:lnTo>
                  <a:lnTo>
                    <a:pt x="77" y="74"/>
                  </a:lnTo>
                  <a:lnTo>
                    <a:pt x="74" y="79"/>
                  </a:lnTo>
                  <a:lnTo>
                    <a:pt x="43" y="82"/>
                  </a:lnTo>
                  <a:lnTo>
                    <a:pt x="20" y="76"/>
                  </a:lnTo>
                  <a:lnTo>
                    <a:pt x="2" y="77"/>
                  </a:lnTo>
                  <a:lnTo>
                    <a:pt x="0" y="65"/>
                  </a:lnTo>
                  <a:lnTo>
                    <a:pt x="20" y="69"/>
                  </a:lnTo>
                  <a:lnTo>
                    <a:pt x="24" y="62"/>
                  </a:lnTo>
                  <a:lnTo>
                    <a:pt x="37" y="64"/>
                  </a:lnTo>
                  <a:lnTo>
                    <a:pt x="55" y="49"/>
                  </a:lnTo>
                  <a:lnTo>
                    <a:pt x="31" y="39"/>
                  </a:lnTo>
                  <a:lnTo>
                    <a:pt x="21" y="44"/>
                  </a:lnTo>
                  <a:lnTo>
                    <a:pt x="6" y="36"/>
                  </a:lnTo>
                  <a:lnTo>
                    <a:pt x="16" y="23"/>
                  </a:lnTo>
                  <a:lnTo>
                    <a:pt x="11" y="2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1" name="Freeform 104">
              <a:extLst>
                <a:ext uri="{FF2B5EF4-FFF2-40B4-BE49-F238E27FC236}">
                  <a16:creationId xmlns:a16="http://schemas.microsoft.com/office/drawing/2014/main" id="{B6FF2EE9-C48E-DFE1-7BC2-1227FC60B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127" y="3429000"/>
              <a:ext cx="153988" cy="134938"/>
            </a:xfrm>
            <a:custGeom>
              <a:avLst/>
              <a:gdLst>
                <a:gd name="T0" fmla="*/ 27 w 97"/>
                <a:gd name="T1" fmla="*/ 81 h 85"/>
                <a:gd name="T2" fmla="*/ 18 w 97"/>
                <a:gd name="T3" fmla="*/ 71 h 85"/>
                <a:gd name="T4" fmla="*/ 7 w 97"/>
                <a:gd name="T5" fmla="*/ 49 h 85"/>
                <a:gd name="T6" fmla="*/ 0 w 97"/>
                <a:gd name="T7" fmla="*/ 24 h 85"/>
                <a:gd name="T8" fmla="*/ 10 w 97"/>
                <a:gd name="T9" fmla="*/ 7 h 85"/>
                <a:gd name="T10" fmla="*/ 33 w 97"/>
                <a:gd name="T11" fmla="*/ 3 h 85"/>
                <a:gd name="T12" fmla="*/ 51 w 97"/>
                <a:gd name="T13" fmla="*/ 6 h 85"/>
                <a:gd name="T14" fmla="*/ 67 w 97"/>
                <a:gd name="T15" fmla="*/ 14 h 85"/>
                <a:gd name="T16" fmla="*/ 73 w 97"/>
                <a:gd name="T17" fmla="*/ 0 h 85"/>
                <a:gd name="T18" fmla="*/ 90 w 97"/>
                <a:gd name="T19" fmla="*/ 7 h 85"/>
                <a:gd name="T20" fmla="*/ 96 w 97"/>
                <a:gd name="T21" fmla="*/ 21 h 85"/>
                <a:gd name="T22" fmla="*/ 97 w 97"/>
                <a:gd name="T23" fmla="*/ 46 h 85"/>
                <a:gd name="T24" fmla="*/ 68 w 97"/>
                <a:gd name="T25" fmla="*/ 62 h 85"/>
                <a:gd name="T26" fmla="*/ 77 w 97"/>
                <a:gd name="T27" fmla="*/ 75 h 85"/>
                <a:gd name="T28" fmla="*/ 58 w 97"/>
                <a:gd name="T29" fmla="*/ 76 h 85"/>
                <a:gd name="T30" fmla="*/ 42 w 97"/>
                <a:gd name="T31" fmla="*/ 85 h 85"/>
                <a:gd name="T32" fmla="*/ 27 w 97"/>
                <a:gd name="T33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" h="85">
                  <a:moveTo>
                    <a:pt x="27" y="81"/>
                  </a:moveTo>
                  <a:lnTo>
                    <a:pt x="18" y="71"/>
                  </a:lnTo>
                  <a:lnTo>
                    <a:pt x="7" y="49"/>
                  </a:lnTo>
                  <a:lnTo>
                    <a:pt x="0" y="24"/>
                  </a:lnTo>
                  <a:lnTo>
                    <a:pt x="10" y="7"/>
                  </a:lnTo>
                  <a:lnTo>
                    <a:pt x="33" y="3"/>
                  </a:lnTo>
                  <a:lnTo>
                    <a:pt x="51" y="6"/>
                  </a:lnTo>
                  <a:lnTo>
                    <a:pt x="67" y="14"/>
                  </a:lnTo>
                  <a:lnTo>
                    <a:pt x="73" y="0"/>
                  </a:lnTo>
                  <a:lnTo>
                    <a:pt x="90" y="7"/>
                  </a:lnTo>
                  <a:lnTo>
                    <a:pt x="96" y="21"/>
                  </a:lnTo>
                  <a:lnTo>
                    <a:pt x="97" y="46"/>
                  </a:lnTo>
                  <a:lnTo>
                    <a:pt x="68" y="62"/>
                  </a:lnTo>
                  <a:lnTo>
                    <a:pt x="77" y="75"/>
                  </a:lnTo>
                  <a:lnTo>
                    <a:pt x="58" y="76"/>
                  </a:lnTo>
                  <a:lnTo>
                    <a:pt x="42" y="85"/>
                  </a:lnTo>
                  <a:lnTo>
                    <a:pt x="27" y="8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2" name="Freeform 105">
              <a:extLst>
                <a:ext uri="{FF2B5EF4-FFF2-40B4-BE49-F238E27FC236}">
                  <a16:creationId xmlns:a16="http://schemas.microsoft.com/office/drawing/2014/main" id="{4E996770-C66E-6E32-D34D-F7EE81C85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9677" y="2636837"/>
              <a:ext cx="122238" cy="138113"/>
            </a:xfrm>
            <a:custGeom>
              <a:avLst/>
              <a:gdLst>
                <a:gd name="T0" fmla="*/ 29 w 77"/>
                <a:gd name="T1" fmla="*/ 0 h 87"/>
                <a:gd name="T2" fmla="*/ 55 w 77"/>
                <a:gd name="T3" fmla="*/ 24 h 87"/>
                <a:gd name="T4" fmla="*/ 66 w 77"/>
                <a:gd name="T5" fmla="*/ 38 h 87"/>
                <a:gd name="T6" fmla="*/ 77 w 77"/>
                <a:gd name="T7" fmla="*/ 62 h 87"/>
                <a:gd name="T8" fmla="*/ 75 w 77"/>
                <a:gd name="T9" fmla="*/ 73 h 87"/>
                <a:gd name="T10" fmla="*/ 61 w 77"/>
                <a:gd name="T11" fmla="*/ 77 h 87"/>
                <a:gd name="T12" fmla="*/ 51 w 77"/>
                <a:gd name="T13" fmla="*/ 85 h 87"/>
                <a:gd name="T14" fmla="*/ 36 w 77"/>
                <a:gd name="T15" fmla="*/ 87 h 87"/>
                <a:gd name="T16" fmla="*/ 29 w 77"/>
                <a:gd name="T17" fmla="*/ 76 h 87"/>
                <a:gd name="T18" fmla="*/ 26 w 77"/>
                <a:gd name="T19" fmla="*/ 61 h 87"/>
                <a:gd name="T20" fmla="*/ 9 w 77"/>
                <a:gd name="T21" fmla="*/ 39 h 87"/>
                <a:gd name="T22" fmla="*/ 20 w 77"/>
                <a:gd name="T23" fmla="*/ 35 h 87"/>
                <a:gd name="T24" fmla="*/ 0 w 77"/>
                <a:gd name="T25" fmla="*/ 18 h 87"/>
                <a:gd name="T26" fmla="*/ 1 w 77"/>
                <a:gd name="T27" fmla="*/ 16 h 87"/>
                <a:gd name="T28" fmla="*/ 8 w 77"/>
                <a:gd name="T29" fmla="*/ 17 h 87"/>
                <a:gd name="T30" fmla="*/ 11 w 77"/>
                <a:gd name="T31" fmla="*/ 7 h 87"/>
                <a:gd name="T32" fmla="*/ 22 w 77"/>
                <a:gd name="T33" fmla="*/ 6 h 87"/>
                <a:gd name="T34" fmla="*/ 29 w 77"/>
                <a:gd name="T35" fmla="*/ 5 h 87"/>
                <a:gd name="T36" fmla="*/ 29 w 77"/>
                <a:gd name="T37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87">
                  <a:moveTo>
                    <a:pt x="29" y="0"/>
                  </a:moveTo>
                  <a:lnTo>
                    <a:pt x="55" y="24"/>
                  </a:lnTo>
                  <a:lnTo>
                    <a:pt x="66" y="38"/>
                  </a:lnTo>
                  <a:lnTo>
                    <a:pt x="77" y="62"/>
                  </a:lnTo>
                  <a:lnTo>
                    <a:pt x="75" y="73"/>
                  </a:lnTo>
                  <a:lnTo>
                    <a:pt x="61" y="77"/>
                  </a:lnTo>
                  <a:lnTo>
                    <a:pt x="51" y="85"/>
                  </a:lnTo>
                  <a:lnTo>
                    <a:pt x="36" y="87"/>
                  </a:lnTo>
                  <a:lnTo>
                    <a:pt x="29" y="76"/>
                  </a:lnTo>
                  <a:lnTo>
                    <a:pt x="26" y="61"/>
                  </a:lnTo>
                  <a:lnTo>
                    <a:pt x="9" y="39"/>
                  </a:lnTo>
                  <a:lnTo>
                    <a:pt x="20" y="35"/>
                  </a:lnTo>
                  <a:lnTo>
                    <a:pt x="0" y="18"/>
                  </a:lnTo>
                  <a:lnTo>
                    <a:pt x="1" y="16"/>
                  </a:lnTo>
                  <a:lnTo>
                    <a:pt x="8" y="17"/>
                  </a:lnTo>
                  <a:lnTo>
                    <a:pt x="11" y="7"/>
                  </a:lnTo>
                  <a:lnTo>
                    <a:pt x="22" y="6"/>
                  </a:lnTo>
                  <a:lnTo>
                    <a:pt x="29" y="5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23" name="Freeform 106">
              <a:extLst>
                <a:ext uri="{FF2B5EF4-FFF2-40B4-BE49-F238E27FC236}">
                  <a16:creationId xmlns:a16="http://schemas.microsoft.com/office/drawing/2014/main" id="{31D50AF9-3F31-C03D-193F-076101A01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7252" y="2484437"/>
              <a:ext cx="44450" cy="46038"/>
            </a:xfrm>
            <a:custGeom>
              <a:avLst/>
              <a:gdLst>
                <a:gd name="T0" fmla="*/ 12 w 28"/>
                <a:gd name="T1" fmla="*/ 25 h 29"/>
                <a:gd name="T2" fmla="*/ 12 w 28"/>
                <a:gd name="T3" fmla="*/ 29 h 29"/>
                <a:gd name="T4" fmla="*/ 10 w 28"/>
                <a:gd name="T5" fmla="*/ 29 h 29"/>
                <a:gd name="T6" fmla="*/ 8 w 28"/>
                <a:gd name="T7" fmla="*/ 22 h 29"/>
                <a:gd name="T8" fmla="*/ 4 w 28"/>
                <a:gd name="T9" fmla="*/ 20 h 29"/>
                <a:gd name="T10" fmla="*/ 0 w 28"/>
                <a:gd name="T11" fmla="*/ 14 h 29"/>
                <a:gd name="T12" fmla="*/ 2 w 28"/>
                <a:gd name="T13" fmla="*/ 9 h 29"/>
                <a:gd name="T14" fmla="*/ 6 w 28"/>
                <a:gd name="T15" fmla="*/ 8 h 29"/>
                <a:gd name="T16" fmla="*/ 8 w 28"/>
                <a:gd name="T17" fmla="*/ 1 h 29"/>
                <a:gd name="T18" fmla="*/ 11 w 28"/>
                <a:gd name="T19" fmla="*/ 0 h 29"/>
                <a:gd name="T20" fmla="*/ 13 w 28"/>
                <a:gd name="T21" fmla="*/ 3 h 29"/>
                <a:gd name="T22" fmla="*/ 17 w 28"/>
                <a:gd name="T23" fmla="*/ 4 h 29"/>
                <a:gd name="T24" fmla="*/ 19 w 28"/>
                <a:gd name="T25" fmla="*/ 7 h 29"/>
                <a:gd name="T26" fmla="*/ 22 w 28"/>
                <a:gd name="T27" fmla="*/ 8 h 29"/>
                <a:gd name="T28" fmla="*/ 26 w 28"/>
                <a:gd name="T29" fmla="*/ 12 h 29"/>
                <a:gd name="T30" fmla="*/ 28 w 28"/>
                <a:gd name="T31" fmla="*/ 12 h 29"/>
                <a:gd name="T32" fmla="*/ 27 w 28"/>
                <a:gd name="T33" fmla="*/ 17 h 29"/>
                <a:gd name="T34" fmla="*/ 25 w 28"/>
                <a:gd name="T35" fmla="*/ 20 h 29"/>
                <a:gd name="T36" fmla="*/ 25 w 28"/>
                <a:gd name="T37" fmla="*/ 21 h 29"/>
                <a:gd name="T38" fmla="*/ 22 w 28"/>
                <a:gd name="T39" fmla="*/ 22 h 29"/>
                <a:gd name="T40" fmla="*/ 12 w 28"/>
                <a:gd name="T41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9">
                  <a:moveTo>
                    <a:pt x="12" y="25"/>
                  </a:moveTo>
                  <a:lnTo>
                    <a:pt x="12" y="29"/>
                  </a:lnTo>
                  <a:lnTo>
                    <a:pt x="10" y="29"/>
                  </a:lnTo>
                  <a:lnTo>
                    <a:pt x="8" y="22"/>
                  </a:lnTo>
                  <a:lnTo>
                    <a:pt x="4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6" y="8"/>
                  </a:lnTo>
                  <a:lnTo>
                    <a:pt x="8" y="1"/>
                  </a:lnTo>
                  <a:lnTo>
                    <a:pt x="11" y="0"/>
                  </a:lnTo>
                  <a:lnTo>
                    <a:pt x="13" y="3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6" y="12"/>
                  </a:lnTo>
                  <a:lnTo>
                    <a:pt x="28" y="12"/>
                  </a:lnTo>
                  <a:lnTo>
                    <a:pt x="27" y="17"/>
                  </a:lnTo>
                  <a:lnTo>
                    <a:pt x="25" y="20"/>
                  </a:lnTo>
                  <a:lnTo>
                    <a:pt x="25" y="21"/>
                  </a:lnTo>
                  <a:lnTo>
                    <a:pt x="22" y="22"/>
                  </a:lnTo>
                  <a:lnTo>
                    <a:pt x="12" y="2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4" name="Freeform 107">
              <a:extLst>
                <a:ext uri="{FF2B5EF4-FFF2-40B4-BE49-F238E27FC236}">
                  <a16:creationId xmlns:a16="http://schemas.microsoft.com/office/drawing/2014/main" id="{2D1BB744-C821-CAA7-D17D-B469ED7E2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0364" y="2917825"/>
              <a:ext cx="53975" cy="50800"/>
            </a:xfrm>
            <a:custGeom>
              <a:avLst/>
              <a:gdLst>
                <a:gd name="T0" fmla="*/ 22 w 34"/>
                <a:gd name="T1" fmla="*/ 2 h 32"/>
                <a:gd name="T2" fmla="*/ 27 w 34"/>
                <a:gd name="T3" fmla="*/ 11 h 32"/>
                <a:gd name="T4" fmla="*/ 26 w 34"/>
                <a:gd name="T5" fmla="*/ 16 h 32"/>
                <a:gd name="T6" fmla="*/ 34 w 34"/>
                <a:gd name="T7" fmla="*/ 31 h 32"/>
                <a:gd name="T8" fmla="*/ 21 w 34"/>
                <a:gd name="T9" fmla="*/ 32 h 32"/>
                <a:gd name="T10" fmla="*/ 16 w 34"/>
                <a:gd name="T11" fmla="*/ 22 h 32"/>
                <a:gd name="T12" fmla="*/ 0 w 34"/>
                <a:gd name="T13" fmla="*/ 20 h 32"/>
                <a:gd name="T14" fmla="*/ 10 w 34"/>
                <a:gd name="T15" fmla="*/ 0 h 32"/>
                <a:gd name="T16" fmla="*/ 22 w 34"/>
                <a:gd name="T17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2">
                  <a:moveTo>
                    <a:pt x="22" y="2"/>
                  </a:moveTo>
                  <a:lnTo>
                    <a:pt x="27" y="11"/>
                  </a:lnTo>
                  <a:lnTo>
                    <a:pt x="26" y="16"/>
                  </a:lnTo>
                  <a:lnTo>
                    <a:pt x="34" y="31"/>
                  </a:lnTo>
                  <a:lnTo>
                    <a:pt x="21" y="32"/>
                  </a:lnTo>
                  <a:lnTo>
                    <a:pt x="16" y="22"/>
                  </a:lnTo>
                  <a:lnTo>
                    <a:pt x="0" y="20"/>
                  </a:lnTo>
                  <a:lnTo>
                    <a:pt x="10" y="0"/>
                  </a:lnTo>
                  <a:lnTo>
                    <a:pt x="22" y="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5" name="Freeform 108">
              <a:extLst>
                <a:ext uri="{FF2B5EF4-FFF2-40B4-BE49-F238E27FC236}">
                  <a16:creationId xmlns:a16="http://schemas.microsoft.com/office/drawing/2014/main" id="{842428A8-46E5-557A-E33D-1A7E180AB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0877" y="3168650"/>
              <a:ext cx="239713" cy="282575"/>
            </a:xfrm>
            <a:custGeom>
              <a:avLst/>
              <a:gdLst>
                <a:gd name="T0" fmla="*/ 111 w 151"/>
                <a:gd name="T1" fmla="*/ 170 h 178"/>
                <a:gd name="T2" fmla="*/ 116 w 151"/>
                <a:gd name="T3" fmla="*/ 161 h 178"/>
                <a:gd name="T4" fmla="*/ 114 w 151"/>
                <a:gd name="T5" fmla="*/ 143 h 178"/>
                <a:gd name="T6" fmla="*/ 97 w 151"/>
                <a:gd name="T7" fmla="*/ 125 h 178"/>
                <a:gd name="T8" fmla="*/ 93 w 151"/>
                <a:gd name="T9" fmla="*/ 104 h 178"/>
                <a:gd name="T10" fmla="*/ 77 w 151"/>
                <a:gd name="T11" fmla="*/ 87 h 178"/>
                <a:gd name="T12" fmla="*/ 63 w 151"/>
                <a:gd name="T13" fmla="*/ 86 h 178"/>
                <a:gd name="T14" fmla="*/ 60 w 151"/>
                <a:gd name="T15" fmla="*/ 93 h 178"/>
                <a:gd name="T16" fmla="*/ 50 w 151"/>
                <a:gd name="T17" fmla="*/ 94 h 178"/>
                <a:gd name="T18" fmla="*/ 44 w 151"/>
                <a:gd name="T19" fmla="*/ 90 h 178"/>
                <a:gd name="T20" fmla="*/ 26 w 151"/>
                <a:gd name="T21" fmla="*/ 103 h 178"/>
                <a:gd name="T22" fmla="*/ 23 w 151"/>
                <a:gd name="T23" fmla="*/ 84 h 178"/>
                <a:gd name="T24" fmla="*/ 24 w 151"/>
                <a:gd name="T25" fmla="*/ 62 h 178"/>
                <a:gd name="T26" fmla="*/ 12 w 151"/>
                <a:gd name="T27" fmla="*/ 61 h 178"/>
                <a:gd name="T28" fmla="*/ 9 w 151"/>
                <a:gd name="T29" fmla="*/ 49 h 178"/>
                <a:gd name="T30" fmla="*/ 0 w 151"/>
                <a:gd name="T31" fmla="*/ 42 h 178"/>
                <a:gd name="T32" fmla="*/ 3 w 151"/>
                <a:gd name="T33" fmla="*/ 34 h 178"/>
                <a:gd name="T34" fmla="*/ 16 w 151"/>
                <a:gd name="T35" fmla="*/ 21 h 178"/>
                <a:gd name="T36" fmla="*/ 18 w 151"/>
                <a:gd name="T37" fmla="*/ 26 h 178"/>
                <a:gd name="T38" fmla="*/ 28 w 151"/>
                <a:gd name="T39" fmla="*/ 26 h 178"/>
                <a:gd name="T40" fmla="*/ 21 w 151"/>
                <a:gd name="T41" fmla="*/ 3 h 178"/>
                <a:gd name="T42" fmla="*/ 30 w 151"/>
                <a:gd name="T43" fmla="*/ 0 h 178"/>
                <a:gd name="T44" fmla="*/ 43 w 151"/>
                <a:gd name="T45" fmla="*/ 16 h 178"/>
                <a:gd name="T46" fmla="*/ 55 w 151"/>
                <a:gd name="T47" fmla="*/ 35 h 178"/>
                <a:gd name="T48" fmla="*/ 77 w 151"/>
                <a:gd name="T49" fmla="*/ 35 h 178"/>
                <a:gd name="T50" fmla="*/ 87 w 151"/>
                <a:gd name="T51" fmla="*/ 53 h 178"/>
                <a:gd name="T52" fmla="*/ 76 w 151"/>
                <a:gd name="T53" fmla="*/ 59 h 178"/>
                <a:gd name="T54" fmla="*/ 72 w 151"/>
                <a:gd name="T55" fmla="*/ 66 h 178"/>
                <a:gd name="T56" fmla="*/ 96 w 151"/>
                <a:gd name="T57" fmla="*/ 79 h 178"/>
                <a:gd name="T58" fmla="*/ 115 w 151"/>
                <a:gd name="T59" fmla="*/ 103 h 178"/>
                <a:gd name="T60" fmla="*/ 129 w 151"/>
                <a:gd name="T61" fmla="*/ 122 h 178"/>
                <a:gd name="T62" fmla="*/ 145 w 151"/>
                <a:gd name="T63" fmla="*/ 136 h 178"/>
                <a:gd name="T64" fmla="*/ 151 w 151"/>
                <a:gd name="T65" fmla="*/ 151 h 178"/>
                <a:gd name="T66" fmla="*/ 150 w 151"/>
                <a:gd name="T67" fmla="*/ 171 h 178"/>
                <a:gd name="T68" fmla="*/ 133 w 151"/>
                <a:gd name="T69" fmla="*/ 164 h 178"/>
                <a:gd name="T70" fmla="*/ 127 w 151"/>
                <a:gd name="T71" fmla="*/ 178 h 178"/>
                <a:gd name="T72" fmla="*/ 111 w 151"/>
                <a:gd name="T73" fmla="*/ 17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1" h="178">
                  <a:moveTo>
                    <a:pt x="111" y="170"/>
                  </a:moveTo>
                  <a:lnTo>
                    <a:pt x="116" y="161"/>
                  </a:lnTo>
                  <a:lnTo>
                    <a:pt x="114" y="143"/>
                  </a:lnTo>
                  <a:lnTo>
                    <a:pt x="97" y="125"/>
                  </a:lnTo>
                  <a:lnTo>
                    <a:pt x="93" y="104"/>
                  </a:lnTo>
                  <a:lnTo>
                    <a:pt x="77" y="87"/>
                  </a:lnTo>
                  <a:lnTo>
                    <a:pt x="63" y="86"/>
                  </a:lnTo>
                  <a:lnTo>
                    <a:pt x="60" y="93"/>
                  </a:lnTo>
                  <a:lnTo>
                    <a:pt x="50" y="94"/>
                  </a:lnTo>
                  <a:lnTo>
                    <a:pt x="44" y="90"/>
                  </a:lnTo>
                  <a:lnTo>
                    <a:pt x="26" y="103"/>
                  </a:lnTo>
                  <a:lnTo>
                    <a:pt x="23" y="84"/>
                  </a:lnTo>
                  <a:lnTo>
                    <a:pt x="24" y="62"/>
                  </a:lnTo>
                  <a:lnTo>
                    <a:pt x="12" y="61"/>
                  </a:lnTo>
                  <a:lnTo>
                    <a:pt x="9" y="49"/>
                  </a:lnTo>
                  <a:lnTo>
                    <a:pt x="0" y="42"/>
                  </a:lnTo>
                  <a:lnTo>
                    <a:pt x="3" y="34"/>
                  </a:lnTo>
                  <a:lnTo>
                    <a:pt x="16" y="21"/>
                  </a:lnTo>
                  <a:lnTo>
                    <a:pt x="18" y="26"/>
                  </a:lnTo>
                  <a:lnTo>
                    <a:pt x="28" y="26"/>
                  </a:lnTo>
                  <a:lnTo>
                    <a:pt x="21" y="3"/>
                  </a:lnTo>
                  <a:lnTo>
                    <a:pt x="30" y="0"/>
                  </a:lnTo>
                  <a:lnTo>
                    <a:pt x="43" y="16"/>
                  </a:lnTo>
                  <a:lnTo>
                    <a:pt x="55" y="35"/>
                  </a:lnTo>
                  <a:lnTo>
                    <a:pt x="77" y="35"/>
                  </a:lnTo>
                  <a:lnTo>
                    <a:pt x="87" y="53"/>
                  </a:lnTo>
                  <a:lnTo>
                    <a:pt x="76" y="59"/>
                  </a:lnTo>
                  <a:lnTo>
                    <a:pt x="72" y="66"/>
                  </a:lnTo>
                  <a:lnTo>
                    <a:pt x="96" y="79"/>
                  </a:lnTo>
                  <a:lnTo>
                    <a:pt x="115" y="103"/>
                  </a:lnTo>
                  <a:lnTo>
                    <a:pt x="129" y="122"/>
                  </a:lnTo>
                  <a:lnTo>
                    <a:pt x="145" y="136"/>
                  </a:lnTo>
                  <a:lnTo>
                    <a:pt x="151" y="151"/>
                  </a:lnTo>
                  <a:lnTo>
                    <a:pt x="150" y="171"/>
                  </a:lnTo>
                  <a:lnTo>
                    <a:pt x="133" y="164"/>
                  </a:lnTo>
                  <a:lnTo>
                    <a:pt x="127" y="178"/>
                  </a:lnTo>
                  <a:lnTo>
                    <a:pt x="111" y="17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6" name="Freeform 109">
              <a:extLst>
                <a:ext uri="{FF2B5EF4-FFF2-40B4-BE49-F238E27FC236}">
                  <a16:creationId xmlns:a16="http://schemas.microsoft.com/office/drawing/2014/main" id="{A4F07803-0E64-2733-2AD8-69DE971D0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402" y="2767012"/>
              <a:ext cx="38100" cy="50800"/>
            </a:xfrm>
            <a:custGeom>
              <a:avLst/>
              <a:gdLst>
                <a:gd name="T0" fmla="*/ 12 w 24"/>
                <a:gd name="T1" fmla="*/ 28 h 32"/>
                <a:gd name="T2" fmla="*/ 7 w 24"/>
                <a:gd name="T3" fmla="*/ 29 h 32"/>
                <a:gd name="T4" fmla="*/ 6 w 24"/>
                <a:gd name="T5" fmla="*/ 32 h 32"/>
                <a:gd name="T6" fmla="*/ 0 w 24"/>
                <a:gd name="T7" fmla="*/ 32 h 32"/>
                <a:gd name="T8" fmla="*/ 5 w 24"/>
                <a:gd name="T9" fmla="*/ 15 h 32"/>
                <a:gd name="T10" fmla="*/ 12 w 24"/>
                <a:gd name="T11" fmla="*/ 1 h 32"/>
                <a:gd name="T12" fmla="*/ 12 w 24"/>
                <a:gd name="T13" fmla="*/ 0 h 32"/>
                <a:gd name="T14" fmla="*/ 20 w 24"/>
                <a:gd name="T15" fmla="*/ 1 h 32"/>
                <a:gd name="T16" fmla="*/ 24 w 24"/>
                <a:gd name="T17" fmla="*/ 9 h 32"/>
                <a:gd name="T18" fmla="*/ 15 w 24"/>
                <a:gd name="T19" fmla="*/ 17 h 32"/>
                <a:gd name="T20" fmla="*/ 12 w 24"/>
                <a:gd name="T21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2">
                  <a:moveTo>
                    <a:pt x="12" y="28"/>
                  </a:moveTo>
                  <a:lnTo>
                    <a:pt x="7" y="29"/>
                  </a:lnTo>
                  <a:lnTo>
                    <a:pt x="6" y="32"/>
                  </a:lnTo>
                  <a:lnTo>
                    <a:pt x="0" y="32"/>
                  </a:lnTo>
                  <a:lnTo>
                    <a:pt x="5" y="15"/>
                  </a:lnTo>
                  <a:lnTo>
                    <a:pt x="12" y="1"/>
                  </a:lnTo>
                  <a:lnTo>
                    <a:pt x="12" y="0"/>
                  </a:lnTo>
                  <a:lnTo>
                    <a:pt x="20" y="1"/>
                  </a:lnTo>
                  <a:lnTo>
                    <a:pt x="24" y="9"/>
                  </a:lnTo>
                  <a:lnTo>
                    <a:pt x="15" y="17"/>
                  </a:lnTo>
                  <a:lnTo>
                    <a:pt x="12" y="2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7" name="Freeform 110">
              <a:extLst>
                <a:ext uri="{FF2B5EF4-FFF2-40B4-BE49-F238E27FC236}">
                  <a16:creationId xmlns:a16="http://schemas.microsoft.com/office/drawing/2014/main" id="{6A3E92FD-BA76-EB03-FACA-506D19692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064" y="3627438"/>
              <a:ext cx="112713" cy="138113"/>
            </a:xfrm>
            <a:custGeom>
              <a:avLst/>
              <a:gdLst>
                <a:gd name="T0" fmla="*/ 68 w 71"/>
                <a:gd name="T1" fmla="*/ 87 h 87"/>
                <a:gd name="T2" fmla="*/ 63 w 71"/>
                <a:gd name="T3" fmla="*/ 87 h 87"/>
                <a:gd name="T4" fmla="*/ 44 w 71"/>
                <a:gd name="T5" fmla="*/ 77 h 87"/>
                <a:gd name="T6" fmla="*/ 27 w 71"/>
                <a:gd name="T7" fmla="*/ 61 h 87"/>
                <a:gd name="T8" fmla="*/ 12 w 71"/>
                <a:gd name="T9" fmla="*/ 50 h 87"/>
                <a:gd name="T10" fmla="*/ 0 w 71"/>
                <a:gd name="T11" fmla="*/ 37 h 87"/>
                <a:gd name="T12" fmla="*/ 4 w 71"/>
                <a:gd name="T13" fmla="*/ 30 h 87"/>
                <a:gd name="T14" fmla="*/ 5 w 71"/>
                <a:gd name="T15" fmla="*/ 24 h 87"/>
                <a:gd name="T16" fmla="*/ 13 w 71"/>
                <a:gd name="T17" fmla="*/ 12 h 87"/>
                <a:gd name="T18" fmla="*/ 22 w 71"/>
                <a:gd name="T19" fmla="*/ 3 h 87"/>
                <a:gd name="T20" fmla="*/ 26 w 71"/>
                <a:gd name="T21" fmla="*/ 2 h 87"/>
                <a:gd name="T22" fmla="*/ 31 w 71"/>
                <a:gd name="T23" fmla="*/ 0 h 87"/>
                <a:gd name="T24" fmla="*/ 38 w 71"/>
                <a:gd name="T25" fmla="*/ 13 h 87"/>
                <a:gd name="T26" fmla="*/ 37 w 71"/>
                <a:gd name="T27" fmla="*/ 21 h 87"/>
                <a:gd name="T28" fmla="*/ 41 w 71"/>
                <a:gd name="T29" fmla="*/ 26 h 87"/>
                <a:gd name="T30" fmla="*/ 46 w 71"/>
                <a:gd name="T31" fmla="*/ 26 h 87"/>
                <a:gd name="T32" fmla="*/ 49 w 71"/>
                <a:gd name="T33" fmla="*/ 17 h 87"/>
                <a:gd name="T34" fmla="*/ 55 w 71"/>
                <a:gd name="T35" fmla="*/ 18 h 87"/>
                <a:gd name="T36" fmla="*/ 54 w 71"/>
                <a:gd name="T37" fmla="*/ 24 h 87"/>
                <a:gd name="T38" fmla="*/ 55 w 71"/>
                <a:gd name="T39" fmla="*/ 34 h 87"/>
                <a:gd name="T40" fmla="*/ 52 w 71"/>
                <a:gd name="T41" fmla="*/ 43 h 87"/>
                <a:gd name="T42" fmla="*/ 57 w 71"/>
                <a:gd name="T43" fmla="*/ 49 h 87"/>
                <a:gd name="T44" fmla="*/ 63 w 71"/>
                <a:gd name="T45" fmla="*/ 50 h 87"/>
                <a:gd name="T46" fmla="*/ 70 w 71"/>
                <a:gd name="T47" fmla="*/ 59 h 87"/>
                <a:gd name="T48" fmla="*/ 71 w 71"/>
                <a:gd name="T49" fmla="*/ 67 h 87"/>
                <a:gd name="T50" fmla="*/ 69 w 71"/>
                <a:gd name="T51" fmla="*/ 70 h 87"/>
                <a:gd name="T52" fmla="*/ 68 w 71"/>
                <a:gd name="T5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87">
                  <a:moveTo>
                    <a:pt x="68" y="87"/>
                  </a:moveTo>
                  <a:lnTo>
                    <a:pt x="63" y="87"/>
                  </a:lnTo>
                  <a:lnTo>
                    <a:pt x="44" y="77"/>
                  </a:lnTo>
                  <a:lnTo>
                    <a:pt x="27" y="61"/>
                  </a:lnTo>
                  <a:lnTo>
                    <a:pt x="12" y="50"/>
                  </a:lnTo>
                  <a:lnTo>
                    <a:pt x="0" y="37"/>
                  </a:lnTo>
                  <a:lnTo>
                    <a:pt x="4" y="30"/>
                  </a:lnTo>
                  <a:lnTo>
                    <a:pt x="5" y="24"/>
                  </a:lnTo>
                  <a:lnTo>
                    <a:pt x="13" y="12"/>
                  </a:lnTo>
                  <a:lnTo>
                    <a:pt x="22" y="3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8" y="13"/>
                  </a:lnTo>
                  <a:lnTo>
                    <a:pt x="37" y="21"/>
                  </a:lnTo>
                  <a:lnTo>
                    <a:pt x="41" y="26"/>
                  </a:lnTo>
                  <a:lnTo>
                    <a:pt x="46" y="26"/>
                  </a:lnTo>
                  <a:lnTo>
                    <a:pt x="49" y="17"/>
                  </a:lnTo>
                  <a:lnTo>
                    <a:pt x="55" y="18"/>
                  </a:lnTo>
                  <a:lnTo>
                    <a:pt x="54" y="24"/>
                  </a:lnTo>
                  <a:lnTo>
                    <a:pt x="55" y="34"/>
                  </a:lnTo>
                  <a:lnTo>
                    <a:pt x="52" y="43"/>
                  </a:lnTo>
                  <a:lnTo>
                    <a:pt x="57" y="49"/>
                  </a:lnTo>
                  <a:lnTo>
                    <a:pt x="63" y="50"/>
                  </a:lnTo>
                  <a:lnTo>
                    <a:pt x="70" y="59"/>
                  </a:lnTo>
                  <a:lnTo>
                    <a:pt x="71" y="67"/>
                  </a:lnTo>
                  <a:lnTo>
                    <a:pt x="69" y="70"/>
                  </a:lnTo>
                  <a:lnTo>
                    <a:pt x="68" y="8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8" name="Freeform 111">
              <a:extLst>
                <a:ext uri="{FF2B5EF4-FFF2-40B4-BE49-F238E27FC236}">
                  <a16:creationId xmlns:a16="http://schemas.microsoft.com/office/drawing/2014/main" id="{6DEE9A0D-A6EF-F4B9-7A36-F17B6A029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7377" y="2816225"/>
              <a:ext cx="454025" cy="447675"/>
            </a:xfrm>
            <a:custGeom>
              <a:avLst/>
              <a:gdLst>
                <a:gd name="T0" fmla="*/ 101 w 286"/>
                <a:gd name="T1" fmla="*/ 213 h 282"/>
                <a:gd name="T2" fmla="*/ 88 w 286"/>
                <a:gd name="T3" fmla="*/ 221 h 282"/>
                <a:gd name="T4" fmla="*/ 78 w 286"/>
                <a:gd name="T5" fmla="*/ 210 h 282"/>
                <a:gd name="T6" fmla="*/ 49 w 286"/>
                <a:gd name="T7" fmla="*/ 201 h 282"/>
                <a:gd name="T8" fmla="*/ 41 w 286"/>
                <a:gd name="T9" fmla="*/ 188 h 282"/>
                <a:gd name="T10" fmla="*/ 27 w 286"/>
                <a:gd name="T11" fmla="*/ 178 h 282"/>
                <a:gd name="T12" fmla="*/ 19 w 286"/>
                <a:gd name="T13" fmla="*/ 182 h 282"/>
                <a:gd name="T14" fmla="*/ 12 w 286"/>
                <a:gd name="T15" fmla="*/ 170 h 282"/>
                <a:gd name="T16" fmla="*/ 11 w 286"/>
                <a:gd name="T17" fmla="*/ 162 h 282"/>
                <a:gd name="T18" fmla="*/ 0 w 286"/>
                <a:gd name="T19" fmla="*/ 146 h 282"/>
                <a:gd name="T20" fmla="*/ 7 w 286"/>
                <a:gd name="T21" fmla="*/ 138 h 282"/>
                <a:gd name="T22" fmla="*/ 5 w 286"/>
                <a:gd name="T23" fmla="*/ 125 h 282"/>
                <a:gd name="T24" fmla="*/ 7 w 286"/>
                <a:gd name="T25" fmla="*/ 113 h 282"/>
                <a:gd name="T26" fmla="*/ 6 w 286"/>
                <a:gd name="T27" fmla="*/ 104 h 282"/>
                <a:gd name="T28" fmla="*/ 9 w 286"/>
                <a:gd name="T29" fmla="*/ 87 h 282"/>
                <a:gd name="T30" fmla="*/ 7 w 286"/>
                <a:gd name="T31" fmla="*/ 77 h 282"/>
                <a:gd name="T32" fmla="*/ 1 w 286"/>
                <a:gd name="T33" fmla="*/ 59 h 282"/>
                <a:gd name="T34" fmla="*/ 10 w 286"/>
                <a:gd name="T35" fmla="*/ 54 h 282"/>
                <a:gd name="T36" fmla="*/ 11 w 286"/>
                <a:gd name="T37" fmla="*/ 45 h 282"/>
                <a:gd name="T38" fmla="*/ 9 w 286"/>
                <a:gd name="T39" fmla="*/ 37 h 282"/>
                <a:gd name="T40" fmla="*/ 21 w 286"/>
                <a:gd name="T41" fmla="*/ 29 h 282"/>
                <a:gd name="T42" fmla="*/ 26 w 286"/>
                <a:gd name="T43" fmla="*/ 22 h 282"/>
                <a:gd name="T44" fmla="*/ 34 w 286"/>
                <a:gd name="T45" fmla="*/ 16 h 282"/>
                <a:gd name="T46" fmla="*/ 35 w 286"/>
                <a:gd name="T47" fmla="*/ 0 h 282"/>
                <a:gd name="T48" fmla="*/ 55 w 286"/>
                <a:gd name="T49" fmla="*/ 7 h 282"/>
                <a:gd name="T50" fmla="*/ 63 w 286"/>
                <a:gd name="T51" fmla="*/ 6 h 282"/>
                <a:gd name="T52" fmla="*/ 77 w 286"/>
                <a:gd name="T53" fmla="*/ 9 h 282"/>
                <a:gd name="T54" fmla="*/ 101 w 286"/>
                <a:gd name="T55" fmla="*/ 18 h 282"/>
                <a:gd name="T56" fmla="*/ 110 w 286"/>
                <a:gd name="T57" fmla="*/ 37 h 282"/>
                <a:gd name="T58" fmla="*/ 126 w 286"/>
                <a:gd name="T59" fmla="*/ 41 h 282"/>
                <a:gd name="T60" fmla="*/ 151 w 286"/>
                <a:gd name="T61" fmla="*/ 50 h 282"/>
                <a:gd name="T62" fmla="*/ 170 w 286"/>
                <a:gd name="T63" fmla="*/ 60 h 282"/>
                <a:gd name="T64" fmla="*/ 178 w 286"/>
                <a:gd name="T65" fmla="*/ 54 h 282"/>
                <a:gd name="T66" fmla="*/ 186 w 286"/>
                <a:gd name="T67" fmla="*/ 45 h 282"/>
                <a:gd name="T68" fmla="*/ 181 w 286"/>
                <a:gd name="T69" fmla="*/ 29 h 282"/>
                <a:gd name="T70" fmla="*/ 186 w 286"/>
                <a:gd name="T71" fmla="*/ 19 h 282"/>
                <a:gd name="T72" fmla="*/ 198 w 286"/>
                <a:gd name="T73" fmla="*/ 9 h 282"/>
                <a:gd name="T74" fmla="*/ 210 w 286"/>
                <a:gd name="T75" fmla="*/ 6 h 282"/>
                <a:gd name="T76" fmla="*/ 234 w 286"/>
                <a:gd name="T77" fmla="*/ 11 h 282"/>
                <a:gd name="T78" fmla="*/ 241 w 286"/>
                <a:gd name="T79" fmla="*/ 20 h 282"/>
                <a:gd name="T80" fmla="*/ 247 w 286"/>
                <a:gd name="T81" fmla="*/ 20 h 282"/>
                <a:gd name="T82" fmla="*/ 253 w 286"/>
                <a:gd name="T83" fmla="*/ 23 h 282"/>
                <a:gd name="T84" fmla="*/ 270 w 286"/>
                <a:gd name="T85" fmla="*/ 26 h 282"/>
                <a:gd name="T86" fmla="*/ 275 w 286"/>
                <a:gd name="T87" fmla="*/ 33 h 282"/>
                <a:gd name="T88" fmla="*/ 270 w 286"/>
                <a:gd name="T89" fmla="*/ 43 h 282"/>
                <a:gd name="T90" fmla="*/ 273 w 286"/>
                <a:gd name="T91" fmla="*/ 51 h 282"/>
                <a:gd name="T92" fmla="*/ 269 w 286"/>
                <a:gd name="T93" fmla="*/ 64 h 282"/>
                <a:gd name="T94" fmla="*/ 275 w 286"/>
                <a:gd name="T95" fmla="*/ 81 h 282"/>
                <a:gd name="T96" fmla="*/ 280 w 286"/>
                <a:gd name="T97" fmla="*/ 155 h 282"/>
                <a:gd name="T98" fmla="*/ 284 w 286"/>
                <a:gd name="T99" fmla="*/ 231 h 282"/>
                <a:gd name="T100" fmla="*/ 286 w 286"/>
                <a:gd name="T101" fmla="*/ 273 h 282"/>
                <a:gd name="T102" fmla="*/ 265 w 286"/>
                <a:gd name="T103" fmla="*/ 273 h 282"/>
                <a:gd name="T104" fmla="*/ 265 w 286"/>
                <a:gd name="T105" fmla="*/ 282 h 282"/>
                <a:gd name="T106" fmla="*/ 192 w 286"/>
                <a:gd name="T107" fmla="*/ 242 h 282"/>
                <a:gd name="T108" fmla="*/ 119 w 286"/>
                <a:gd name="T109" fmla="*/ 202 h 282"/>
                <a:gd name="T110" fmla="*/ 101 w 286"/>
                <a:gd name="T111" fmla="*/ 21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6" h="282">
                  <a:moveTo>
                    <a:pt x="101" y="213"/>
                  </a:moveTo>
                  <a:lnTo>
                    <a:pt x="88" y="221"/>
                  </a:lnTo>
                  <a:lnTo>
                    <a:pt x="78" y="210"/>
                  </a:lnTo>
                  <a:lnTo>
                    <a:pt x="49" y="201"/>
                  </a:lnTo>
                  <a:lnTo>
                    <a:pt x="41" y="188"/>
                  </a:lnTo>
                  <a:lnTo>
                    <a:pt x="27" y="178"/>
                  </a:lnTo>
                  <a:lnTo>
                    <a:pt x="19" y="182"/>
                  </a:lnTo>
                  <a:lnTo>
                    <a:pt x="12" y="170"/>
                  </a:lnTo>
                  <a:lnTo>
                    <a:pt x="11" y="162"/>
                  </a:lnTo>
                  <a:lnTo>
                    <a:pt x="0" y="146"/>
                  </a:lnTo>
                  <a:lnTo>
                    <a:pt x="7" y="138"/>
                  </a:lnTo>
                  <a:lnTo>
                    <a:pt x="5" y="125"/>
                  </a:lnTo>
                  <a:lnTo>
                    <a:pt x="7" y="113"/>
                  </a:lnTo>
                  <a:lnTo>
                    <a:pt x="6" y="104"/>
                  </a:lnTo>
                  <a:lnTo>
                    <a:pt x="9" y="87"/>
                  </a:lnTo>
                  <a:lnTo>
                    <a:pt x="7" y="77"/>
                  </a:lnTo>
                  <a:lnTo>
                    <a:pt x="1" y="59"/>
                  </a:lnTo>
                  <a:lnTo>
                    <a:pt x="10" y="54"/>
                  </a:lnTo>
                  <a:lnTo>
                    <a:pt x="11" y="45"/>
                  </a:lnTo>
                  <a:lnTo>
                    <a:pt x="9" y="37"/>
                  </a:lnTo>
                  <a:lnTo>
                    <a:pt x="21" y="29"/>
                  </a:lnTo>
                  <a:lnTo>
                    <a:pt x="26" y="22"/>
                  </a:lnTo>
                  <a:lnTo>
                    <a:pt x="34" y="16"/>
                  </a:lnTo>
                  <a:lnTo>
                    <a:pt x="35" y="0"/>
                  </a:lnTo>
                  <a:lnTo>
                    <a:pt x="55" y="7"/>
                  </a:lnTo>
                  <a:lnTo>
                    <a:pt x="63" y="6"/>
                  </a:lnTo>
                  <a:lnTo>
                    <a:pt x="77" y="9"/>
                  </a:lnTo>
                  <a:lnTo>
                    <a:pt x="101" y="18"/>
                  </a:lnTo>
                  <a:lnTo>
                    <a:pt x="110" y="37"/>
                  </a:lnTo>
                  <a:lnTo>
                    <a:pt x="126" y="41"/>
                  </a:lnTo>
                  <a:lnTo>
                    <a:pt x="151" y="50"/>
                  </a:lnTo>
                  <a:lnTo>
                    <a:pt x="170" y="60"/>
                  </a:lnTo>
                  <a:lnTo>
                    <a:pt x="178" y="54"/>
                  </a:lnTo>
                  <a:lnTo>
                    <a:pt x="186" y="45"/>
                  </a:lnTo>
                  <a:lnTo>
                    <a:pt x="181" y="29"/>
                  </a:lnTo>
                  <a:lnTo>
                    <a:pt x="186" y="19"/>
                  </a:lnTo>
                  <a:lnTo>
                    <a:pt x="198" y="9"/>
                  </a:lnTo>
                  <a:lnTo>
                    <a:pt x="210" y="6"/>
                  </a:lnTo>
                  <a:lnTo>
                    <a:pt x="234" y="11"/>
                  </a:lnTo>
                  <a:lnTo>
                    <a:pt x="241" y="20"/>
                  </a:lnTo>
                  <a:lnTo>
                    <a:pt x="247" y="20"/>
                  </a:lnTo>
                  <a:lnTo>
                    <a:pt x="253" y="23"/>
                  </a:lnTo>
                  <a:lnTo>
                    <a:pt x="270" y="26"/>
                  </a:lnTo>
                  <a:lnTo>
                    <a:pt x="275" y="33"/>
                  </a:lnTo>
                  <a:lnTo>
                    <a:pt x="270" y="43"/>
                  </a:lnTo>
                  <a:lnTo>
                    <a:pt x="273" y="51"/>
                  </a:lnTo>
                  <a:lnTo>
                    <a:pt x="269" y="64"/>
                  </a:lnTo>
                  <a:lnTo>
                    <a:pt x="275" y="81"/>
                  </a:lnTo>
                  <a:lnTo>
                    <a:pt x="280" y="155"/>
                  </a:lnTo>
                  <a:lnTo>
                    <a:pt x="284" y="231"/>
                  </a:lnTo>
                  <a:lnTo>
                    <a:pt x="286" y="273"/>
                  </a:lnTo>
                  <a:lnTo>
                    <a:pt x="265" y="273"/>
                  </a:lnTo>
                  <a:lnTo>
                    <a:pt x="265" y="282"/>
                  </a:lnTo>
                  <a:lnTo>
                    <a:pt x="192" y="242"/>
                  </a:lnTo>
                  <a:lnTo>
                    <a:pt x="119" y="202"/>
                  </a:lnTo>
                  <a:lnTo>
                    <a:pt x="101" y="21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29" name="Freeform 112">
              <a:extLst>
                <a:ext uri="{FF2B5EF4-FFF2-40B4-BE49-F238E27FC236}">
                  <a16:creationId xmlns:a16="http://schemas.microsoft.com/office/drawing/2014/main" id="{94F8AAAF-3949-5933-5753-938C06675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189" y="3584575"/>
              <a:ext cx="61913" cy="127000"/>
            </a:xfrm>
            <a:custGeom>
              <a:avLst/>
              <a:gdLst>
                <a:gd name="T0" fmla="*/ 39 w 39"/>
                <a:gd name="T1" fmla="*/ 48 h 80"/>
                <a:gd name="T2" fmla="*/ 37 w 39"/>
                <a:gd name="T3" fmla="*/ 70 h 80"/>
                <a:gd name="T4" fmla="*/ 29 w 39"/>
                <a:gd name="T5" fmla="*/ 76 h 80"/>
                <a:gd name="T6" fmla="*/ 14 w 39"/>
                <a:gd name="T7" fmla="*/ 80 h 80"/>
                <a:gd name="T8" fmla="*/ 4 w 39"/>
                <a:gd name="T9" fmla="*/ 64 h 80"/>
                <a:gd name="T10" fmla="*/ 0 w 39"/>
                <a:gd name="T11" fmla="*/ 34 h 80"/>
                <a:gd name="T12" fmla="*/ 6 w 39"/>
                <a:gd name="T13" fmla="*/ 0 h 80"/>
                <a:gd name="T14" fmla="*/ 19 w 39"/>
                <a:gd name="T15" fmla="*/ 12 h 80"/>
                <a:gd name="T16" fmla="*/ 29 w 39"/>
                <a:gd name="T17" fmla="*/ 26 h 80"/>
                <a:gd name="T18" fmla="*/ 39 w 39"/>
                <a:gd name="T19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80">
                  <a:moveTo>
                    <a:pt x="39" y="48"/>
                  </a:moveTo>
                  <a:lnTo>
                    <a:pt x="37" y="70"/>
                  </a:lnTo>
                  <a:lnTo>
                    <a:pt x="29" y="76"/>
                  </a:lnTo>
                  <a:lnTo>
                    <a:pt x="14" y="80"/>
                  </a:lnTo>
                  <a:lnTo>
                    <a:pt x="4" y="64"/>
                  </a:lnTo>
                  <a:lnTo>
                    <a:pt x="0" y="34"/>
                  </a:lnTo>
                  <a:lnTo>
                    <a:pt x="6" y="0"/>
                  </a:lnTo>
                  <a:lnTo>
                    <a:pt x="19" y="12"/>
                  </a:lnTo>
                  <a:lnTo>
                    <a:pt x="29" y="26"/>
                  </a:lnTo>
                  <a:lnTo>
                    <a:pt x="39" y="4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0" name="Freeform 113">
              <a:extLst>
                <a:ext uri="{FF2B5EF4-FFF2-40B4-BE49-F238E27FC236}">
                  <a16:creationId xmlns:a16="http://schemas.microsoft.com/office/drawing/2014/main" id="{B809F805-93E4-64A4-C150-D2A3B8BA0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502" y="4854575"/>
              <a:ext cx="66675" cy="65088"/>
            </a:xfrm>
            <a:custGeom>
              <a:avLst/>
              <a:gdLst>
                <a:gd name="T0" fmla="*/ 36 w 42"/>
                <a:gd name="T1" fmla="*/ 6 h 41"/>
                <a:gd name="T2" fmla="*/ 42 w 42"/>
                <a:gd name="T3" fmla="*/ 12 h 41"/>
                <a:gd name="T4" fmla="*/ 36 w 42"/>
                <a:gd name="T5" fmla="*/ 22 h 41"/>
                <a:gd name="T6" fmla="*/ 32 w 42"/>
                <a:gd name="T7" fmla="*/ 29 h 41"/>
                <a:gd name="T8" fmla="*/ 22 w 42"/>
                <a:gd name="T9" fmla="*/ 32 h 41"/>
                <a:gd name="T10" fmla="*/ 18 w 42"/>
                <a:gd name="T11" fmla="*/ 39 h 41"/>
                <a:gd name="T12" fmla="*/ 12 w 42"/>
                <a:gd name="T13" fmla="*/ 41 h 41"/>
                <a:gd name="T14" fmla="*/ 0 w 42"/>
                <a:gd name="T15" fmla="*/ 25 h 41"/>
                <a:gd name="T16" fmla="*/ 10 w 42"/>
                <a:gd name="T17" fmla="*/ 12 h 41"/>
                <a:gd name="T18" fmla="*/ 20 w 42"/>
                <a:gd name="T19" fmla="*/ 4 h 41"/>
                <a:gd name="T20" fmla="*/ 29 w 42"/>
                <a:gd name="T21" fmla="*/ 0 h 41"/>
                <a:gd name="T22" fmla="*/ 36 w 42"/>
                <a:gd name="T23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41">
                  <a:moveTo>
                    <a:pt x="36" y="6"/>
                  </a:moveTo>
                  <a:lnTo>
                    <a:pt x="42" y="12"/>
                  </a:lnTo>
                  <a:lnTo>
                    <a:pt x="36" y="22"/>
                  </a:lnTo>
                  <a:lnTo>
                    <a:pt x="32" y="29"/>
                  </a:lnTo>
                  <a:lnTo>
                    <a:pt x="22" y="32"/>
                  </a:lnTo>
                  <a:lnTo>
                    <a:pt x="18" y="39"/>
                  </a:lnTo>
                  <a:lnTo>
                    <a:pt x="12" y="41"/>
                  </a:lnTo>
                  <a:lnTo>
                    <a:pt x="0" y="25"/>
                  </a:lnTo>
                  <a:lnTo>
                    <a:pt x="10" y="12"/>
                  </a:lnTo>
                  <a:lnTo>
                    <a:pt x="20" y="4"/>
                  </a:lnTo>
                  <a:lnTo>
                    <a:pt x="29" y="0"/>
                  </a:lnTo>
                  <a:lnTo>
                    <a:pt x="36" y="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1" name="Freeform 114">
              <a:extLst>
                <a:ext uri="{FF2B5EF4-FFF2-40B4-BE49-F238E27FC236}">
                  <a16:creationId xmlns:a16="http://schemas.microsoft.com/office/drawing/2014/main" id="{D36DCF77-35E7-E8FA-BD82-46843BAD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439" y="2065337"/>
              <a:ext cx="139700" cy="76200"/>
            </a:xfrm>
            <a:custGeom>
              <a:avLst/>
              <a:gdLst>
                <a:gd name="T0" fmla="*/ 31 w 88"/>
                <a:gd name="T1" fmla="*/ 40 h 48"/>
                <a:gd name="T2" fmla="*/ 29 w 88"/>
                <a:gd name="T3" fmla="*/ 35 h 48"/>
                <a:gd name="T4" fmla="*/ 30 w 88"/>
                <a:gd name="T5" fmla="*/ 30 h 48"/>
                <a:gd name="T6" fmla="*/ 22 w 88"/>
                <a:gd name="T7" fmla="*/ 27 h 48"/>
                <a:gd name="T8" fmla="*/ 6 w 88"/>
                <a:gd name="T9" fmla="*/ 23 h 48"/>
                <a:gd name="T10" fmla="*/ 0 w 88"/>
                <a:gd name="T11" fmla="*/ 7 h 48"/>
                <a:gd name="T12" fmla="*/ 17 w 88"/>
                <a:gd name="T13" fmla="*/ 0 h 48"/>
                <a:gd name="T14" fmla="*/ 42 w 88"/>
                <a:gd name="T15" fmla="*/ 2 h 48"/>
                <a:gd name="T16" fmla="*/ 57 w 88"/>
                <a:gd name="T17" fmla="*/ 0 h 48"/>
                <a:gd name="T18" fmla="*/ 60 w 88"/>
                <a:gd name="T19" fmla="*/ 4 h 48"/>
                <a:gd name="T20" fmla="*/ 68 w 88"/>
                <a:gd name="T21" fmla="*/ 5 h 48"/>
                <a:gd name="T22" fmla="*/ 85 w 88"/>
                <a:gd name="T23" fmla="*/ 15 h 48"/>
                <a:gd name="T24" fmla="*/ 88 w 88"/>
                <a:gd name="T25" fmla="*/ 24 h 48"/>
                <a:gd name="T26" fmla="*/ 76 w 88"/>
                <a:gd name="T27" fmla="*/ 30 h 48"/>
                <a:gd name="T28" fmla="*/ 74 w 88"/>
                <a:gd name="T29" fmla="*/ 41 h 48"/>
                <a:gd name="T30" fmla="*/ 58 w 88"/>
                <a:gd name="T31" fmla="*/ 48 h 48"/>
                <a:gd name="T32" fmla="*/ 44 w 88"/>
                <a:gd name="T33" fmla="*/ 48 h 48"/>
                <a:gd name="T34" fmla="*/ 39 w 88"/>
                <a:gd name="T35" fmla="*/ 42 h 48"/>
                <a:gd name="T36" fmla="*/ 31 w 88"/>
                <a:gd name="T37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8" h="48">
                  <a:moveTo>
                    <a:pt x="31" y="40"/>
                  </a:moveTo>
                  <a:lnTo>
                    <a:pt x="29" y="35"/>
                  </a:lnTo>
                  <a:lnTo>
                    <a:pt x="30" y="30"/>
                  </a:lnTo>
                  <a:lnTo>
                    <a:pt x="22" y="27"/>
                  </a:lnTo>
                  <a:lnTo>
                    <a:pt x="6" y="23"/>
                  </a:lnTo>
                  <a:lnTo>
                    <a:pt x="0" y="7"/>
                  </a:lnTo>
                  <a:lnTo>
                    <a:pt x="17" y="0"/>
                  </a:lnTo>
                  <a:lnTo>
                    <a:pt x="42" y="2"/>
                  </a:lnTo>
                  <a:lnTo>
                    <a:pt x="57" y="0"/>
                  </a:lnTo>
                  <a:lnTo>
                    <a:pt x="60" y="4"/>
                  </a:lnTo>
                  <a:lnTo>
                    <a:pt x="68" y="5"/>
                  </a:lnTo>
                  <a:lnTo>
                    <a:pt x="85" y="15"/>
                  </a:lnTo>
                  <a:lnTo>
                    <a:pt x="88" y="24"/>
                  </a:lnTo>
                  <a:lnTo>
                    <a:pt x="76" y="30"/>
                  </a:lnTo>
                  <a:lnTo>
                    <a:pt x="74" y="41"/>
                  </a:lnTo>
                  <a:lnTo>
                    <a:pt x="58" y="48"/>
                  </a:lnTo>
                  <a:lnTo>
                    <a:pt x="44" y="48"/>
                  </a:lnTo>
                  <a:lnTo>
                    <a:pt x="39" y="42"/>
                  </a:lnTo>
                  <a:lnTo>
                    <a:pt x="31" y="4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2" name="Freeform 115">
              <a:extLst>
                <a:ext uri="{FF2B5EF4-FFF2-40B4-BE49-F238E27FC236}">
                  <a16:creationId xmlns:a16="http://schemas.microsoft.com/office/drawing/2014/main" id="{4166A8F7-5DA5-7569-F28F-5C39DE463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8314" y="2262187"/>
              <a:ext cx="14288" cy="22225"/>
            </a:xfrm>
            <a:custGeom>
              <a:avLst/>
              <a:gdLst>
                <a:gd name="T0" fmla="*/ 6 w 9"/>
                <a:gd name="T1" fmla="*/ 0 h 14"/>
                <a:gd name="T2" fmla="*/ 9 w 9"/>
                <a:gd name="T3" fmla="*/ 5 h 14"/>
                <a:gd name="T4" fmla="*/ 8 w 9"/>
                <a:gd name="T5" fmla="*/ 14 h 14"/>
                <a:gd name="T6" fmla="*/ 4 w 9"/>
                <a:gd name="T7" fmla="*/ 14 h 14"/>
                <a:gd name="T8" fmla="*/ 0 w 9"/>
                <a:gd name="T9" fmla="*/ 13 h 14"/>
                <a:gd name="T10" fmla="*/ 2 w 9"/>
                <a:gd name="T11" fmla="*/ 1 h 14"/>
                <a:gd name="T12" fmla="*/ 6 w 9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4">
                  <a:moveTo>
                    <a:pt x="6" y="0"/>
                  </a:moveTo>
                  <a:lnTo>
                    <a:pt x="9" y="5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1"/>
                  </a:lnTo>
                  <a:lnTo>
                    <a:pt x="6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3" name="Freeform 116">
              <a:extLst>
                <a:ext uri="{FF2B5EF4-FFF2-40B4-BE49-F238E27FC236}">
                  <a16:creationId xmlns:a16="http://schemas.microsoft.com/office/drawing/2014/main" id="{CB28C306-B531-4F75-59A3-401CF634A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852" y="2014537"/>
              <a:ext cx="173038" cy="74613"/>
            </a:xfrm>
            <a:custGeom>
              <a:avLst/>
              <a:gdLst>
                <a:gd name="T0" fmla="*/ 1 w 109"/>
                <a:gd name="T1" fmla="*/ 39 h 47"/>
                <a:gd name="T2" fmla="*/ 0 w 109"/>
                <a:gd name="T3" fmla="*/ 24 h 47"/>
                <a:gd name="T4" fmla="*/ 5 w 109"/>
                <a:gd name="T5" fmla="*/ 11 h 47"/>
                <a:gd name="T6" fmla="*/ 18 w 109"/>
                <a:gd name="T7" fmla="*/ 5 h 47"/>
                <a:gd name="T8" fmla="*/ 33 w 109"/>
                <a:gd name="T9" fmla="*/ 19 h 47"/>
                <a:gd name="T10" fmla="*/ 45 w 109"/>
                <a:gd name="T11" fmla="*/ 19 h 47"/>
                <a:gd name="T12" fmla="*/ 45 w 109"/>
                <a:gd name="T13" fmla="*/ 4 h 47"/>
                <a:gd name="T14" fmla="*/ 57 w 109"/>
                <a:gd name="T15" fmla="*/ 0 h 47"/>
                <a:gd name="T16" fmla="*/ 64 w 109"/>
                <a:gd name="T17" fmla="*/ 3 h 47"/>
                <a:gd name="T18" fmla="*/ 79 w 109"/>
                <a:gd name="T19" fmla="*/ 10 h 47"/>
                <a:gd name="T20" fmla="*/ 91 w 109"/>
                <a:gd name="T21" fmla="*/ 10 h 47"/>
                <a:gd name="T22" fmla="*/ 99 w 109"/>
                <a:gd name="T23" fmla="*/ 15 h 47"/>
                <a:gd name="T24" fmla="*/ 102 w 109"/>
                <a:gd name="T25" fmla="*/ 24 h 47"/>
                <a:gd name="T26" fmla="*/ 109 w 109"/>
                <a:gd name="T27" fmla="*/ 36 h 47"/>
                <a:gd name="T28" fmla="*/ 94 w 109"/>
                <a:gd name="T29" fmla="*/ 43 h 47"/>
                <a:gd name="T30" fmla="*/ 86 w 109"/>
                <a:gd name="T31" fmla="*/ 47 h 47"/>
                <a:gd name="T32" fmla="*/ 69 w 109"/>
                <a:gd name="T33" fmla="*/ 37 h 47"/>
                <a:gd name="T34" fmla="*/ 61 w 109"/>
                <a:gd name="T35" fmla="*/ 36 h 47"/>
                <a:gd name="T36" fmla="*/ 58 w 109"/>
                <a:gd name="T37" fmla="*/ 32 h 47"/>
                <a:gd name="T38" fmla="*/ 43 w 109"/>
                <a:gd name="T39" fmla="*/ 34 h 47"/>
                <a:gd name="T40" fmla="*/ 18 w 109"/>
                <a:gd name="T41" fmla="*/ 32 h 47"/>
                <a:gd name="T42" fmla="*/ 1 w 109"/>
                <a:gd name="T43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9" h="47">
                  <a:moveTo>
                    <a:pt x="1" y="39"/>
                  </a:moveTo>
                  <a:lnTo>
                    <a:pt x="0" y="24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33" y="19"/>
                  </a:lnTo>
                  <a:lnTo>
                    <a:pt x="45" y="19"/>
                  </a:lnTo>
                  <a:lnTo>
                    <a:pt x="45" y="4"/>
                  </a:lnTo>
                  <a:lnTo>
                    <a:pt x="57" y="0"/>
                  </a:lnTo>
                  <a:lnTo>
                    <a:pt x="64" y="3"/>
                  </a:lnTo>
                  <a:lnTo>
                    <a:pt x="79" y="10"/>
                  </a:lnTo>
                  <a:lnTo>
                    <a:pt x="91" y="10"/>
                  </a:lnTo>
                  <a:lnTo>
                    <a:pt x="99" y="15"/>
                  </a:lnTo>
                  <a:lnTo>
                    <a:pt x="102" y="24"/>
                  </a:lnTo>
                  <a:lnTo>
                    <a:pt x="109" y="36"/>
                  </a:lnTo>
                  <a:lnTo>
                    <a:pt x="94" y="43"/>
                  </a:lnTo>
                  <a:lnTo>
                    <a:pt x="86" y="47"/>
                  </a:lnTo>
                  <a:lnTo>
                    <a:pt x="69" y="37"/>
                  </a:lnTo>
                  <a:lnTo>
                    <a:pt x="61" y="36"/>
                  </a:lnTo>
                  <a:lnTo>
                    <a:pt x="58" y="32"/>
                  </a:lnTo>
                  <a:lnTo>
                    <a:pt x="43" y="34"/>
                  </a:lnTo>
                  <a:lnTo>
                    <a:pt x="18" y="32"/>
                  </a:lnTo>
                  <a:lnTo>
                    <a:pt x="1" y="39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34" name="Freeform 117">
              <a:extLst>
                <a:ext uri="{FF2B5EF4-FFF2-40B4-BE49-F238E27FC236}">
                  <a16:creationId xmlns:a16="http://schemas.microsoft.com/office/drawing/2014/main" id="{519ABD27-EEF1-37A4-20F8-CCB0338AE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077" y="2730500"/>
              <a:ext cx="455613" cy="471488"/>
            </a:xfrm>
            <a:custGeom>
              <a:avLst/>
              <a:gdLst>
                <a:gd name="T0" fmla="*/ 227 w 287"/>
                <a:gd name="T1" fmla="*/ 9 h 297"/>
                <a:gd name="T2" fmla="*/ 261 w 287"/>
                <a:gd name="T3" fmla="*/ 12 h 297"/>
                <a:gd name="T4" fmla="*/ 275 w 287"/>
                <a:gd name="T5" fmla="*/ 25 h 297"/>
                <a:gd name="T6" fmla="*/ 282 w 287"/>
                <a:gd name="T7" fmla="*/ 60 h 297"/>
                <a:gd name="T8" fmla="*/ 284 w 287"/>
                <a:gd name="T9" fmla="*/ 72 h 297"/>
                <a:gd name="T10" fmla="*/ 253 w 287"/>
                <a:gd name="T11" fmla="*/ 84 h 297"/>
                <a:gd name="T12" fmla="*/ 242 w 287"/>
                <a:gd name="T13" fmla="*/ 101 h 297"/>
                <a:gd name="T14" fmla="*/ 214 w 287"/>
                <a:gd name="T15" fmla="*/ 119 h 297"/>
                <a:gd name="T16" fmla="*/ 182 w 287"/>
                <a:gd name="T17" fmla="*/ 128 h 297"/>
                <a:gd name="T18" fmla="*/ 153 w 287"/>
                <a:gd name="T19" fmla="*/ 168 h 297"/>
                <a:gd name="T20" fmla="*/ 150 w 287"/>
                <a:gd name="T21" fmla="*/ 168 h 297"/>
                <a:gd name="T22" fmla="*/ 139 w 287"/>
                <a:gd name="T23" fmla="*/ 180 h 297"/>
                <a:gd name="T24" fmla="*/ 125 w 287"/>
                <a:gd name="T25" fmla="*/ 184 h 297"/>
                <a:gd name="T26" fmla="*/ 104 w 287"/>
                <a:gd name="T27" fmla="*/ 184 h 297"/>
                <a:gd name="T28" fmla="*/ 92 w 287"/>
                <a:gd name="T29" fmla="*/ 202 h 297"/>
                <a:gd name="T30" fmla="*/ 58 w 287"/>
                <a:gd name="T31" fmla="*/ 250 h 297"/>
                <a:gd name="T32" fmla="*/ 43 w 287"/>
                <a:gd name="T33" fmla="*/ 288 h 297"/>
                <a:gd name="T34" fmla="*/ 0 w 287"/>
                <a:gd name="T35" fmla="*/ 297 h 297"/>
                <a:gd name="T36" fmla="*/ 1 w 287"/>
                <a:gd name="T37" fmla="*/ 288 h 297"/>
                <a:gd name="T38" fmla="*/ 14 w 287"/>
                <a:gd name="T39" fmla="*/ 271 h 297"/>
                <a:gd name="T40" fmla="*/ 20 w 287"/>
                <a:gd name="T41" fmla="*/ 249 h 297"/>
                <a:gd name="T42" fmla="*/ 37 w 287"/>
                <a:gd name="T43" fmla="*/ 233 h 297"/>
                <a:gd name="T44" fmla="*/ 42 w 287"/>
                <a:gd name="T45" fmla="*/ 210 h 297"/>
                <a:gd name="T46" fmla="*/ 61 w 287"/>
                <a:gd name="T47" fmla="*/ 189 h 297"/>
                <a:gd name="T48" fmla="*/ 74 w 287"/>
                <a:gd name="T49" fmla="*/ 168 h 297"/>
                <a:gd name="T50" fmla="*/ 99 w 287"/>
                <a:gd name="T51" fmla="*/ 158 h 297"/>
                <a:gd name="T52" fmla="*/ 123 w 287"/>
                <a:gd name="T53" fmla="*/ 138 h 297"/>
                <a:gd name="T54" fmla="*/ 134 w 287"/>
                <a:gd name="T55" fmla="*/ 95 h 297"/>
                <a:gd name="T56" fmla="*/ 144 w 287"/>
                <a:gd name="T57" fmla="*/ 66 h 297"/>
                <a:gd name="T58" fmla="*/ 173 w 287"/>
                <a:gd name="T59" fmla="*/ 43 h 297"/>
                <a:gd name="T60" fmla="*/ 198 w 287"/>
                <a:gd name="T61" fmla="*/ 13 h 297"/>
                <a:gd name="T62" fmla="*/ 217 w 287"/>
                <a:gd name="T63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7" h="297">
                  <a:moveTo>
                    <a:pt x="217" y="0"/>
                  </a:moveTo>
                  <a:lnTo>
                    <a:pt x="227" y="9"/>
                  </a:lnTo>
                  <a:lnTo>
                    <a:pt x="244" y="7"/>
                  </a:lnTo>
                  <a:lnTo>
                    <a:pt x="261" y="12"/>
                  </a:lnTo>
                  <a:lnTo>
                    <a:pt x="269" y="12"/>
                  </a:lnTo>
                  <a:lnTo>
                    <a:pt x="275" y="25"/>
                  </a:lnTo>
                  <a:lnTo>
                    <a:pt x="276" y="38"/>
                  </a:lnTo>
                  <a:lnTo>
                    <a:pt x="282" y="60"/>
                  </a:lnTo>
                  <a:lnTo>
                    <a:pt x="287" y="64"/>
                  </a:lnTo>
                  <a:lnTo>
                    <a:pt x="284" y="72"/>
                  </a:lnTo>
                  <a:lnTo>
                    <a:pt x="261" y="76"/>
                  </a:lnTo>
                  <a:lnTo>
                    <a:pt x="253" y="84"/>
                  </a:lnTo>
                  <a:lnTo>
                    <a:pt x="242" y="85"/>
                  </a:lnTo>
                  <a:lnTo>
                    <a:pt x="242" y="101"/>
                  </a:lnTo>
                  <a:lnTo>
                    <a:pt x="221" y="109"/>
                  </a:lnTo>
                  <a:lnTo>
                    <a:pt x="214" y="119"/>
                  </a:lnTo>
                  <a:lnTo>
                    <a:pt x="200" y="125"/>
                  </a:lnTo>
                  <a:lnTo>
                    <a:pt x="182" y="128"/>
                  </a:lnTo>
                  <a:lnTo>
                    <a:pt x="153" y="143"/>
                  </a:lnTo>
                  <a:lnTo>
                    <a:pt x="153" y="168"/>
                  </a:lnTo>
                  <a:lnTo>
                    <a:pt x="150" y="168"/>
                  </a:lnTo>
                  <a:lnTo>
                    <a:pt x="150" y="168"/>
                  </a:lnTo>
                  <a:lnTo>
                    <a:pt x="150" y="179"/>
                  </a:lnTo>
                  <a:lnTo>
                    <a:pt x="139" y="180"/>
                  </a:lnTo>
                  <a:lnTo>
                    <a:pt x="133" y="184"/>
                  </a:lnTo>
                  <a:lnTo>
                    <a:pt x="125" y="184"/>
                  </a:lnTo>
                  <a:lnTo>
                    <a:pt x="119" y="182"/>
                  </a:lnTo>
                  <a:lnTo>
                    <a:pt x="104" y="184"/>
                  </a:lnTo>
                  <a:lnTo>
                    <a:pt x="98" y="200"/>
                  </a:lnTo>
                  <a:lnTo>
                    <a:pt x="92" y="202"/>
                  </a:lnTo>
                  <a:lnTo>
                    <a:pt x="83" y="228"/>
                  </a:lnTo>
                  <a:lnTo>
                    <a:pt x="58" y="250"/>
                  </a:lnTo>
                  <a:lnTo>
                    <a:pt x="51" y="279"/>
                  </a:lnTo>
                  <a:lnTo>
                    <a:pt x="43" y="288"/>
                  </a:lnTo>
                  <a:lnTo>
                    <a:pt x="41" y="296"/>
                  </a:lnTo>
                  <a:lnTo>
                    <a:pt x="0" y="297"/>
                  </a:lnTo>
                  <a:lnTo>
                    <a:pt x="0" y="297"/>
                  </a:lnTo>
                  <a:lnTo>
                    <a:pt x="1" y="288"/>
                  </a:lnTo>
                  <a:lnTo>
                    <a:pt x="8" y="282"/>
                  </a:lnTo>
                  <a:lnTo>
                    <a:pt x="14" y="271"/>
                  </a:lnTo>
                  <a:lnTo>
                    <a:pt x="13" y="264"/>
                  </a:lnTo>
                  <a:lnTo>
                    <a:pt x="20" y="249"/>
                  </a:lnTo>
                  <a:lnTo>
                    <a:pt x="30" y="236"/>
                  </a:lnTo>
                  <a:lnTo>
                    <a:pt x="37" y="233"/>
                  </a:lnTo>
                  <a:lnTo>
                    <a:pt x="42" y="221"/>
                  </a:lnTo>
                  <a:lnTo>
                    <a:pt x="42" y="210"/>
                  </a:lnTo>
                  <a:lnTo>
                    <a:pt x="49" y="197"/>
                  </a:lnTo>
                  <a:lnTo>
                    <a:pt x="61" y="189"/>
                  </a:lnTo>
                  <a:lnTo>
                    <a:pt x="73" y="168"/>
                  </a:lnTo>
                  <a:lnTo>
                    <a:pt x="74" y="168"/>
                  </a:lnTo>
                  <a:lnTo>
                    <a:pt x="83" y="160"/>
                  </a:lnTo>
                  <a:lnTo>
                    <a:pt x="99" y="158"/>
                  </a:lnTo>
                  <a:lnTo>
                    <a:pt x="114" y="144"/>
                  </a:lnTo>
                  <a:lnTo>
                    <a:pt x="123" y="138"/>
                  </a:lnTo>
                  <a:lnTo>
                    <a:pt x="138" y="121"/>
                  </a:lnTo>
                  <a:lnTo>
                    <a:pt x="134" y="95"/>
                  </a:lnTo>
                  <a:lnTo>
                    <a:pt x="141" y="77"/>
                  </a:lnTo>
                  <a:lnTo>
                    <a:pt x="144" y="66"/>
                  </a:lnTo>
                  <a:lnTo>
                    <a:pt x="156" y="52"/>
                  </a:lnTo>
                  <a:lnTo>
                    <a:pt x="173" y="43"/>
                  </a:lnTo>
                  <a:lnTo>
                    <a:pt x="186" y="34"/>
                  </a:lnTo>
                  <a:lnTo>
                    <a:pt x="198" y="13"/>
                  </a:lnTo>
                  <a:lnTo>
                    <a:pt x="204" y="0"/>
                  </a:lnTo>
                  <a:lnTo>
                    <a:pt x="217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5" name="Freeform 118">
              <a:extLst>
                <a:ext uri="{FF2B5EF4-FFF2-40B4-BE49-F238E27FC236}">
                  <a16:creationId xmlns:a16="http://schemas.microsoft.com/office/drawing/2014/main" id="{402126C0-4920-3853-F0D2-958EF874E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064" y="2316162"/>
              <a:ext cx="95250" cy="96838"/>
            </a:xfrm>
            <a:custGeom>
              <a:avLst/>
              <a:gdLst>
                <a:gd name="T0" fmla="*/ 0 w 60"/>
                <a:gd name="T1" fmla="*/ 5 h 61"/>
                <a:gd name="T2" fmla="*/ 3 w 60"/>
                <a:gd name="T3" fmla="*/ 2 h 61"/>
                <a:gd name="T4" fmla="*/ 13 w 60"/>
                <a:gd name="T5" fmla="*/ 0 h 61"/>
                <a:gd name="T6" fmla="*/ 26 w 60"/>
                <a:gd name="T7" fmla="*/ 6 h 61"/>
                <a:gd name="T8" fmla="*/ 33 w 60"/>
                <a:gd name="T9" fmla="*/ 7 h 61"/>
                <a:gd name="T10" fmla="*/ 41 w 60"/>
                <a:gd name="T11" fmla="*/ 12 h 61"/>
                <a:gd name="T12" fmla="*/ 41 w 60"/>
                <a:gd name="T13" fmla="*/ 20 h 61"/>
                <a:gd name="T14" fmla="*/ 47 w 60"/>
                <a:gd name="T15" fmla="*/ 23 h 61"/>
                <a:gd name="T16" fmla="*/ 51 w 60"/>
                <a:gd name="T17" fmla="*/ 31 h 61"/>
                <a:gd name="T18" fmla="*/ 57 w 60"/>
                <a:gd name="T19" fmla="*/ 37 h 61"/>
                <a:gd name="T20" fmla="*/ 57 w 60"/>
                <a:gd name="T21" fmla="*/ 40 h 61"/>
                <a:gd name="T22" fmla="*/ 60 w 60"/>
                <a:gd name="T23" fmla="*/ 42 h 61"/>
                <a:gd name="T24" fmla="*/ 56 w 60"/>
                <a:gd name="T25" fmla="*/ 43 h 61"/>
                <a:gd name="T26" fmla="*/ 46 w 60"/>
                <a:gd name="T27" fmla="*/ 42 h 61"/>
                <a:gd name="T28" fmla="*/ 44 w 60"/>
                <a:gd name="T29" fmla="*/ 40 h 61"/>
                <a:gd name="T30" fmla="*/ 41 w 60"/>
                <a:gd name="T31" fmla="*/ 41 h 61"/>
                <a:gd name="T32" fmla="*/ 43 w 60"/>
                <a:gd name="T33" fmla="*/ 45 h 61"/>
                <a:gd name="T34" fmla="*/ 39 w 60"/>
                <a:gd name="T35" fmla="*/ 52 h 61"/>
                <a:gd name="T36" fmla="*/ 37 w 60"/>
                <a:gd name="T37" fmla="*/ 59 h 61"/>
                <a:gd name="T38" fmla="*/ 33 w 60"/>
                <a:gd name="T39" fmla="*/ 61 h 61"/>
                <a:gd name="T40" fmla="*/ 29 w 60"/>
                <a:gd name="T41" fmla="*/ 52 h 61"/>
                <a:gd name="T42" fmla="*/ 30 w 60"/>
                <a:gd name="T43" fmla="*/ 43 h 61"/>
                <a:gd name="T44" fmla="*/ 28 w 60"/>
                <a:gd name="T45" fmla="*/ 34 h 61"/>
                <a:gd name="T46" fmla="*/ 17 w 60"/>
                <a:gd name="T47" fmla="*/ 22 h 61"/>
                <a:gd name="T48" fmla="*/ 10 w 60"/>
                <a:gd name="T49" fmla="*/ 13 h 61"/>
                <a:gd name="T50" fmla="*/ 5 w 60"/>
                <a:gd name="T51" fmla="*/ 7 h 61"/>
                <a:gd name="T52" fmla="*/ 0 w 60"/>
                <a:gd name="T53" fmla="*/ 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61">
                  <a:moveTo>
                    <a:pt x="0" y="5"/>
                  </a:moveTo>
                  <a:lnTo>
                    <a:pt x="3" y="2"/>
                  </a:lnTo>
                  <a:lnTo>
                    <a:pt x="13" y="0"/>
                  </a:lnTo>
                  <a:lnTo>
                    <a:pt x="26" y="6"/>
                  </a:lnTo>
                  <a:lnTo>
                    <a:pt x="33" y="7"/>
                  </a:lnTo>
                  <a:lnTo>
                    <a:pt x="41" y="12"/>
                  </a:lnTo>
                  <a:lnTo>
                    <a:pt x="41" y="20"/>
                  </a:lnTo>
                  <a:lnTo>
                    <a:pt x="47" y="23"/>
                  </a:lnTo>
                  <a:lnTo>
                    <a:pt x="51" y="31"/>
                  </a:lnTo>
                  <a:lnTo>
                    <a:pt x="57" y="37"/>
                  </a:lnTo>
                  <a:lnTo>
                    <a:pt x="57" y="40"/>
                  </a:lnTo>
                  <a:lnTo>
                    <a:pt x="60" y="42"/>
                  </a:lnTo>
                  <a:lnTo>
                    <a:pt x="56" y="43"/>
                  </a:lnTo>
                  <a:lnTo>
                    <a:pt x="46" y="42"/>
                  </a:lnTo>
                  <a:lnTo>
                    <a:pt x="44" y="40"/>
                  </a:lnTo>
                  <a:lnTo>
                    <a:pt x="41" y="41"/>
                  </a:lnTo>
                  <a:lnTo>
                    <a:pt x="43" y="45"/>
                  </a:lnTo>
                  <a:lnTo>
                    <a:pt x="39" y="52"/>
                  </a:lnTo>
                  <a:lnTo>
                    <a:pt x="37" y="59"/>
                  </a:lnTo>
                  <a:lnTo>
                    <a:pt x="33" y="61"/>
                  </a:lnTo>
                  <a:lnTo>
                    <a:pt x="29" y="52"/>
                  </a:lnTo>
                  <a:lnTo>
                    <a:pt x="30" y="43"/>
                  </a:lnTo>
                  <a:lnTo>
                    <a:pt x="28" y="34"/>
                  </a:lnTo>
                  <a:lnTo>
                    <a:pt x="17" y="22"/>
                  </a:lnTo>
                  <a:lnTo>
                    <a:pt x="10" y="13"/>
                  </a:lnTo>
                  <a:lnTo>
                    <a:pt x="5" y="7"/>
                  </a:lnTo>
                  <a:lnTo>
                    <a:pt x="0" y="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6" name="Freeform 119">
              <a:extLst>
                <a:ext uri="{FF2B5EF4-FFF2-40B4-BE49-F238E27FC236}">
                  <a16:creationId xmlns:a16="http://schemas.microsoft.com/office/drawing/2014/main" id="{FB96D4BF-4573-3B7E-4540-B6E829587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8927" y="4306888"/>
              <a:ext cx="223838" cy="446088"/>
            </a:xfrm>
            <a:custGeom>
              <a:avLst/>
              <a:gdLst>
                <a:gd name="T0" fmla="*/ 127 w 141"/>
                <a:gd name="T1" fmla="*/ 8 h 281"/>
                <a:gd name="T2" fmla="*/ 131 w 141"/>
                <a:gd name="T3" fmla="*/ 17 h 281"/>
                <a:gd name="T4" fmla="*/ 135 w 141"/>
                <a:gd name="T5" fmla="*/ 31 h 281"/>
                <a:gd name="T6" fmla="*/ 136 w 141"/>
                <a:gd name="T7" fmla="*/ 56 h 281"/>
                <a:gd name="T8" fmla="*/ 141 w 141"/>
                <a:gd name="T9" fmla="*/ 66 h 281"/>
                <a:gd name="T10" fmla="*/ 138 w 141"/>
                <a:gd name="T11" fmla="*/ 76 h 281"/>
                <a:gd name="T12" fmla="*/ 134 w 141"/>
                <a:gd name="T13" fmla="*/ 82 h 281"/>
                <a:gd name="T14" fmla="*/ 129 w 141"/>
                <a:gd name="T15" fmla="*/ 70 h 281"/>
                <a:gd name="T16" fmla="*/ 125 w 141"/>
                <a:gd name="T17" fmla="*/ 76 h 281"/>
                <a:gd name="T18" fmla="*/ 128 w 141"/>
                <a:gd name="T19" fmla="*/ 91 h 281"/>
                <a:gd name="T20" fmla="*/ 126 w 141"/>
                <a:gd name="T21" fmla="*/ 100 h 281"/>
                <a:gd name="T22" fmla="*/ 120 w 141"/>
                <a:gd name="T23" fmla="*/ 105 h 281"/>
                <a:gd name="T24" fmla="*/ 118 w 141"/>
                <a:gd name="T25" fmla="*/ 122 h 281"/>
                <a:gd name="T26" fmla="*/ 109 w 141"/>
                <a:gd name="T27" fmla="*/ 147 h 281"/>
                <a:gd name="T28" fmla="*/ 98 w 141"/>
                <a:gd name="T29" fmla="*/ 175 h 281"/>
                <a:gd name="T30" fmla="*/ 83 w 141"/>
                <a:gd name="T31" fmla="*/ 215 h 281"/>
                <a:gd name="T32" fmla="*/ 74 w 141"/>
                <a:gd name="T33" fmla="*/ 244 h 281"/>
                <a:gd name="T34" fmla="*/ 63 w 141"/>
                <a:gd name="T35" fmla="*/ 268 h 281"/>
                <a:gd name="T36" fmla="*/ 49 w 141"/>
                <a:gd name="T37" fmla="*/ 272 h 281"/>
                <a:gd name="T38" fmla="*/ 32 w 141"/>
                <a:gd name="T39" fmla="*/ 281 h 281"/>
                <a:gd name="T40" fmla="*/ 22 w 141"/>
                <a:gd name="T41" fmla="*/ 276 h 281"/>
                <a:gd name="T42" fmla="*/ 9 w 141"/>
                <a:gd name="T43" fmla="*/ 268 h 281"/>
                <a:gd name="T44" fmla="*/ 5 w 141"/>
                <a:gd name="T45" fmla="*/ 258 h 281"/>
                <a:gd name="T46" fmla="*/ 5 w 141"/>
                <a:gd name="T47" fmla="*/ 239 h 281"/>
                <a:gd name="T48" fmla="*/ 0 w 141"/>
                <a:gd name="T49" fmla="*/ 223 h 281"/>
                <a:gd name="T50" fmla="*/ 0 w 141"/>
                <a:gd name="T51" fmla="*/ 208 h 281"/>
                <a:gd name="T52" fmla="*/ 4 w 141"/>
                <a:gd name="T53" fmla="*/ 193 h 281"/>
                <a:gd name="T54" fmla="*/ 13 w 141"/>
                <a:gd name="T55" fmla="*/ 189 h 281"/>
                <a:gd name="T56" fmla="*/ 13 w 141"/>
                <a:gd name="T57" fmla="*/ 182 h 281"/>
                <a:gd name="T58" fmla="*/ 23 w 141"/>
                <a:gd name="T59" fmla="*/ 166 h 281"/>
                <a:gd name="T60" fmla="*/ 26 w 141"/>
                <a:gd name="T61" fmla="*/ 153 h 281"/>
                <a:gd name="T62" fmla="*/ 22 w 141"/>
                <a:gd name="T63" fmla="*/ 143 h 281"/>
                <a:gd name="T64" fmla="*/ 20 w 141"/>
                <a:gd name="T65" fmla="*/ 130 h 281"/>
                <a:gd name="T66" fmla="*/ 19 w 141"/>
                <a:gd name="T67" fmla="*/ 111 h 281"/>
                <a:gd name="T68" fmla="*/ 27 w 141"/>
                <a:gd name="T69" fmla="*/ 99 h 281"/>
                <a:gd name="T70" fmla="*/ 30 w 141"/>
                <a:gd name="T71" fmla="*/ 86 h 281"/>
                <a:gd name="T72" fmla="*/ 39 w 141"/>
                <a:gd name="T73" fmla="*/ 85 h 281"/>
                <a:gd name="T74" fmla="*/ 49 w 141"/>
                <a:gd name="T75" fmla="*/ 81 h 281"/>
                <a:gd name="T76" fmla="*/ 56 w 141"/>
                <a:gd name="T77" fmla="*/ 77 h 281"/>
                <a:gd name="T78" fmla="*/ 64 w 141"/>
                <a:gd name="T79" fmla="*/ 77 h 281"/>
                <a:gd name="T80" fmla="*/ 75 w 141"/>
                <a:gd name="T81" fmla="*/ 65 h 281"/>
                <a:gd name="T82" fmla="*/ 91 w 141"/>
                <a:gd name="T83" fmla="*/ 53 h 281"/>
                <a:gd name="T84" fmla="*/ 97 w 141"/>
                <a:gd name="T85" fmla="*/ 42 h 281"/>
                <a:gd name="T86" fmla="*/ 95 w 141"/>
                <a:gd name="T87" fmla="*/ 33 h 281"/>
                <a:gd name="T88" fmla="*/ 102 w 141"/>
                <a:gd name="T89" fmla="*/ 36 h 281"/>
                <a:gd name="T90" fmla="*/ 113 w 141"/>
                <a:gd name="T91" fmla="*/ 21 h 281"/>
                <a:gd name="T92" fmla="*/ 114 w 141"/>
                <a:gd name="T93" fmla="*/ 9 h 281"/>
                <a:gd name="T94" fmla="*/ 121 w 141"/>
                <a:gd name="T95" fmla="*/ 0 h 281"/>
                <a:gd name="T96" fmla="*/ 127 w 141"/>
                <a:gd name="T97" fmla="*/ 8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1" h="281">
                  <a:moveTo>
                    <a:pt x="127" y="8"/>
                  </a:moveTo>
                  <a:lnTo>
                    <a:pt x="131" y="17"/>
                  </a:lnTo>
                  <a:lnTo>
                    <a:pt x="135" y="31"/>
                  </a:lnTo>
                  <a:lnTo>
                    <a:pt x="136" y="56"/>
                  </a:lnTo>
                  <a:lnTo>
                    <a:pt x="141" y="66"/>
                  </a:lnTo>
                  <a:lnTo>
                    <a:pt x="138" y="76"/>
                  </a:lnTo>
                  <a:lnTo>
                    <a:pt x="134" y="82"/>
                  </a:lnTo>
                  <a:lnTo>
                    <a:pt x="129" y="70"/>
                  </a:lnTo>
                  <a:lnTo>
                    <a:pt x="125" y="76"/>
                  </a:lnTo>
                  <a:lnTo>
                    <a:pt x="128" y="91"/>
                  </a:lnTo>
                  <a:lnTo>
                    <a:pt x="126" y="100"/>
                  </a:lnTo>
                  <a:lnTo>
                    <a:pt x="120" y="105"/>
                  </a:lnTo>
                  <a:lnTo>
                    <a:pt x="118" y="122"/>
                  </a:lnTo>
                  <a:lnTo>
                    <a:pt x="109" y="147"/>
                  </a:lnTo>
                  <a:lnTo>
                    <a:pt x="98" y="175"/>
                  </a:lnTo>
                  <a:lnTo>
                    <a:pt x="83" y="215"/>
                  </a:lnTo>
                  <a:lnTo>
                    <a:pt x="74" y="244"/>
                  </a:lnTo>
                  <a:lnTo>
                    <a:pt x="63" y="268"/>
                  </a:lnTo>
                  <a:lnTo>
                    <a:pt x="49" y="272"/>
                  </a:lnTo>
                  <a:lnTo>
                    <a:pt x="32" y="281"/>
                  </a:lnTo>
                  <a:lnTo>
                    <a:pt x="22" y="276"/>
                  </a:lnTo>
                  <a:lnTo>
                    <a:pt x="9" y="268"/>
                  </a:lnTo>
                  <a:lnTo>
                    <a:pt x="5" y="258"/>
                  </a:lnTo>
                  <a:lnTo>
                    <a:pt x="5" y="239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4" y="193"/>
                  </a:lnTo>
                  <a:lnTo>
                    <a:pt x="13" y="189"/>
                  </a:lnTo>
                  <a:lnTo>
                    <a:pt x="13" y="182"/>
                  </a:lnTo>
                  <a:lnTo>
                    <a:pt x="23" y="166"/>
                  </a:lnTo>
                  <a:lnTo>
                    <a:pt x="26" y="153"/>
                  </a:lnTo>
                  <a:lnTo>
                    <a:pt x="22" y="143"/>
                  </a:lnTo>
                  <a:lnTo>
                    <a:pt x="20" y="130"/>
                  </a:lnTo>
                  <a:lnTo>
                    <a:pt x="19" y="111"/>
                  </a:lnTo>
                  <a:lnTo>
                    <a:pt x="27" y="99"/>
                  </a:lnTo>
                  <a:lnTo>
                    <a:pt x="30" y="86"/>
                  </a:lnTo>
                  <a:lnTo>
                    <a:pt x="39" y="85"/>
                  </a:lnTo>
                  <a:lnTo>
                    <a:pt x="49" y="81"/>
                  </a:lnTo>
                  <a:lnTo>
                    <a:pt x="56" y="77"/>
                  </a:lnTo>
                  <a:lnTo>
                    <a:pt x="64" y="77"/>
                  </a:lnTo>
                  <a:lnTo>
                    <a:pt x="75" y="65"/>
                  </a:lnTo>
                  <a:lnTo>
                    <a:pt x="91" y="53"/>
                  </a:lnTo>
                  <a:lnTo>
                    <a:pt x="97" y="42"/>
                  </a:lnTo>
                  <a:lnTo>
                    <a:pt x="95" y="33"/>
                  </a:lnTo>
                  <a:lnTo>
                    <a:pt x="102" y="36"/>
                  </a:lnTo>
                  <a:lnTo>
                    <a:pt x="113" y="21"/>
                  </a:lnTo>
                  <a:lnTo>
                    <a:pt x="114" y="9"/>
                  </a:lnTo>
                  <a:lnTo>
                    <a:pt x="121" y="0"/>
                  </a:lnTo>
                  <a:lnTo>
                    <a:pt x="127" y="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7" name="Freeform 120">
              <a:extLst>
                <a:ext uri="{FF2B5EF4-FFF2-40B4-BE49-F238E27FC236}">
                  <a16:creationId xmlns:a16="http://schemas.microsoft.com/office/drawing/2014/main" id="{D53B4062-CF35-0333-C7F5-EFD26C935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414" y="2830512"/>
              <a:ext cx="765175" cy="598488"/>
            </a:xfrm>
            <a:custGeom>
              <a:avLst/>
              <a:gdLst>
                <a:gd name="T0" fmla="*/ 298 w 482"/>
                <a:gd name="T1" fmla="*/ 175 h 377"/>
                <a:gd name="T2" fmla="*/ 288 w 482"/>
                <a:gd name="T3" fmla="*/ 225 h 377"/>
                <a:gd name="T4" fmla="*/ 303 w 482"/>
                <a:gd name="T5" fmla="*/ 266 h 377"/>
                <a:gd name="T6" fmla="*/ 329 w 482"/>
                <a:gd name="T7" fmla="*/ 294 h 377"/>
                <a:gd name="T8" fmla="*/ 366 w 482"/>
                <a:gd name="T9" fmla="*/ 295 h 377"/>
                <a:gd name="T10" fmla="*/ 405 w 482"/>
                <a:gd name="T11" fmla="*/ 279 h 377"/>
                <a:gd name="T12" fmla="*/ 419 w 482"/>
                <a:gd name="T13" fmla="*/ 243 h 377"/>
                <a:gd name="T14" fmla="*/ 468 w 482"/>
                <a:gd name="T15" fmla="*/ 234 h 377"/>
                <a:gd name="T16" fmla="*/ 480 w 482"/>
                <a:gd name="T17" fmla="*/ 246 h 377"/>
                <a:gd name="T18" fmla="*/ 465 w 482"/>
                <a:gd name="T19" fmla="*/ 275 h 377"/>
                <a:gd name="T20" fmla="*/ 451 w 482"/>
                <a:gd name="T21" fmla="*/ 295 h 377"/>
                <a:gd name="T22" fmla="*/ 436 w 482"/>
                <a:gd name="T23" fmla="*/ 308 h 377"/>
                <a:gd name="T24" fmla="*/ 430 w 482"/>
                <a:gd name="T25" fmla="*/ 309 h 377"/>
                <a:gd name="T26" fmla="*/ 395 w 482"/>
                <a:gd name="T27" fmla="*/ 321 h 377"/>
                <a:gd name="T28" fmla="*/ 399 w 482"/>
                <a:gd name="T29" fmla="*/ 333 h 377"/>
                <a:gd name="T30" fmla="*/ 402 w 482"/>
                <a:gd name="T31" fmla="*/ 346 h 377"/>
                <a:gd name="T32" fmla="*/ 370 w 482"/>
                <a:gd name="T33" fmla="*/ 367 h 377"/>
                <a:gd name="T34" fmla="*/ 348 w 482"/>
                <a:gd name="T35" fmla="*/ 355 h 377"/>
                <a:gd name="T36" fmla="*/ 315 w 482"/>
                <a:gd name="T37" fmla="*/ 344 h 377"/>
                <a:gd name="T38" fmla="*/ 278 w 482"/>
                <a:gd name="T39" fmla="*/ 349 h 377"/>
                <a:gd name="T40" fmla="*/ 236 w 482"/>
                <a:gd name="T41" fmla="*/ 332 h 377"/>
                <a:gd name="T42" fmla="*/ 199 w 482"/>
                <a:gd name="T43" fmla="*/ 307 h 377"/>
                <a:gd name="T44" fmla="*/ 165 w 482"/>
                <a:gd name="T45" fmla="*/ 290 h 377"/>
                <a:gd name="T46" fmla="*/ 138 w 482"/>
                <a:gd name="T47" fmla="*/ 255 h 377"/>
                <a:gd name="T48" fmla="*/ 149 w 482"/>
                <a:gd name="T49" fmla="*/ 242 h 377"/>
                <a:gd name="T50" fmla="*/ 146 w 482"/>
                <a:gd name="T51" fmla="*/ 217 h 377"/>
                <a:gd name="T52" fmla="*/ 116 w 482"/>
                <a:gd name="T53" fmla="*/ 169 h 377"/>
                <a:gd name="T54" fmla="*/ 95 w 482"/>
                <a:gd name="T55" fmla="*/ 143 h 377"/>
                <a:gd name="T56" fmla="*/ 85 w 482"/>
                <a:gd name="T57" fmla="*/ 115 h 377"/>
                <a:gd name="T58" fmla="*/ 68 w 482"/>
                <a:gd name="T59" fmla="*/ 88 h 377"/>
                <a:gd name="T60" fmla="*/ 59 w 482"/>
                <a:gd name="T61" fmla="*/ 56 h 377"/>
                <a:gd name="T62" fmla="*/ 50 w 482"/>
                <a:gd name="T63" fmla="*/ 24 h 377"/>
                <a:gd name="T64" fmla="*/ 31 w 482"/>
                <a:gd name="T65" fmla="*/ 27 h 377"/>
                <a:gd name="T66" fmla="*/ 31 w 482"/>
                <a:gd name="T67" fmla="*/ 62 h 377"/>
                <a:gd name="T68" fmla="*/ 43 w 482"/>
                <a:gd name="T69" fmla="*/ 82 h 377"/>
                <a:gd name="T70" fmla="*/ 46 w 482"/>
                <a:gd name="T71" fmla="*/ 102 h 377"/>
                <a:gd name="T72" fmla="*/ 61 w 482"/>
                <a:gd name="T73" fmla="*/ 125 h 377"/>
                <a:gd name="T74" fmla="*/ 67 w 482"/>
                <a:gd name="T75" fmla="*/ 164 h 377"/>
                <a:gd name="T76" fmla="*/ 80 w 482"/>
                <a:gd name="T77" fmla="*/ 185 h 377"/>
                <a:gd name="T78" fmla="*/ 74 w 482"/>
                <a:gd name="T79" fmla="*/ 205 h 377"/>
                <a:gd name="T80" fmla="*/ 59 w 482"/>
                <a:gd name="T81" fmla="*/ 181 h 377"/>
                <a:gd name="T82" fmla="*/ 45 w 482"/>
                <a:gd name="T83" fmla="*/ 150 h 377"/>
                <a:gd name="T84" fmla="*/ 28 w 482"/>
                <a:gd name="T85" fmla="*/ 123 h 377"/>
                <a:gd name="T86" fmla="*/ 13 w 482"/>
                <a:gd name="T87" fmla="*/ 115 h 377"/>
                <a:gd name="T88" fmla="*/ 14 w 482"/>
                <a:gd name="T89" fmla="*/ 103 h 377"/>
                <a:gd name="T90" fmla="*/ 17 w 482"/>
                <a:gd name="T91" fmla="*/ 71 h 377"/>
                <a:gd name="T92" fmla="*/ 4 w 482"/>
                <a:gd name="T93" fmla="*/ 39 h 377"/>
                <a:gd name="T94" fmla="*/ 21 w 482"/>
                <a:gd name="T95" fmla="*/ 2 h 377"/>
                <a:gd name="T96" fmla="*/ 64 w 482"/>
                <a:gd name="T97" fmla="*/ 14 h 377"/>
                <a:gd name="T98" fmla="*/ 148 w 482"/>
                <a:gd name="T99" fmla="*/ 28 h 377"/>
                <a:gd name="T100" fmla="*/ 185 w 482"/>
                <a:gd name="T101" fmla="*/ 27 h 377"/>
                <a:gd name="T102" fmla="*/ 202 w 482"/>
                <a:gd name="T103" fmla="*/ 54 h 377"/>
                <a:gd name="T104" fmla="*/ 224 w 482"/>
                <a:gd name="T105" fmla="*/ 78 h 377"/>
                <a:gd name="T106" fmla="*/ 264 w 482"/>
                <a:gd name="T107" fmla="*/ 69 h 377"/>
                <a:gd name="T108" fmla="*/ 280 w 482"/>
                <a:gd name="T109" fmla="*/ 107 h 377"/>
                <a:gd name="T110" fmla="*/ 296 w 482"/>
                <a:gd name="T111" fmla="*/ 138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82" h="377">
                  <a:moveTo>
                    <a:pt x="315" y="142"/>
                  </a:moveTo>
                  <a:lnTo>
                    <a:pt x="304" y="160"/>
                  </a:lnTo>
                  <a:lnTo>
                    <a:pt x="298" y="175"/>
                  </a:lnTo>
                  <a:lnTo>
                    <a:pt x="291" y="203"/>
                  </a:lnTo>
                  <a:lnTo>
                    <a:pt x="287" y="213"/>
                  </a:lnTo>
                  <a:lnTo>
                    <a:pt x="288" y="225"/>
                  </a:lnTo>
                  <a:lnTo>
                    <a:pt x="292" y="235"/>
                  </a:lnTo>
                  <a:lnTo>
                    <a:pt x="293" y="251"/>
                  </a:lnTo>
                  <a:lnTo>
                    <a:pt x="303" y="266"/>
                  </a:lnTo>
                  <a:lnTo>
                    <a:pt x="305" y="278"/>
                  </a:lnTo>
                  <a:lnTo>
                    <a:pt x="311" y="288"/>
                  </a:lnTo>
                  <a:lnTo>
                    <a:pt x="329" y="294"/>
                  </a:lnTo>
                  <a:lnTo>
                    <a:pt x="335" y="302"/>
                  </a:lnTo>
                  <a:lnTo>
                    <a:pt x="352" y="297"/>
                  </a:lnTo>
                  <a:lnTo>
                    <a:pt x="366" y="295"/>
                  </a:lnTo>
                  <a:lnTo>
                    <a:pt x="380" y="291"/>
                  </a:lnTo>
                  <a:lnTo>
                    <a:pt x="392" y="287"/>
                  </a:lnTo>
                  <a:lnTo>
                    <a:pt x="405" y="279"/>
                  </a:lnTo>
                  <a:lnTo>
                    <a:pt x="411" y="267"/>
                  </a:lnTo>
                  <a:lnTo>
                    <a:pt x="415" y="249"/>
                  </a:lnTo>
                  <a:lnTo>
                    <a:pt x="419" y="243"/>
                  </a:lnTo>
                  <a:lnTo>
                    <a:pt x="432" y="238"/>
                  </a:lnTo>
                  <a:lnTo>
                    <a:pt x="452" y="233"/>
                  </a:lnTo>
                  <a:lnTo>
                    <a:pt x="468" y="234"/>
                  </a:lnTo>
                  <a:lnTo>
                    <a:pt x="479" y="232"/>
                  </a:lnTo>
                  <a:lnTo>
                    <a:pt x="482" y="236"/>
                  </a:lnTo>
                  <a:lnTo>
                    <a:pt x="480" y="246"/>
                  </a:lnTo>
                  <a:lnTo>
                    <a:pt x="469" y="259"/>
                  </a:lnTo>
                  <a:lnTo>
                    <a:pt x="463" y="271"/>
                  </a:lnTo>
                  <a:lnTo>
                    <a:pt x="465" y="275"/>
                  </a:lnTo>
                  <a:lnTo>
                    <a:pt x="461" y="284"/>
                  </a:lnTo>
                  <a:lnTo>
                    <a:pt x="455" y="300"/>
                  </a:lnTo>
                  <a:lnTo>
                    <a:pt x="451" y="295"/>
                  </a:lnTo>
                  <a:lnTo>
                    <a:pt x="447" y="295"/>
                  </a:lnTo>
                  <a:lnTo>
                    <a:pt x="444" y="295"/>
                  </a:lnTo>
                  <a:lnTo>
                    <a:pt x="436" y="308"/>
                  </a:lnTo>
                  <a:lnTo>
                    <a:pt x="433" y="306"/>
                  </a:lnTo>
                  <a:lnTo>
                    <a:pt x="430" y="306"/>
                  </a:lnTo>
                  <a:lnTo>
                    <a:pt x="430" y="309"/>
                  </a:lnTo>
                  <a:lnTo>
                    <a:pt x="413" y="309"/>
                  </a:lnTo>
                  <a:lnTo>
                    <a:pt x="396" y="309"/>
                  </a:lnTo>
                  <a:lnTo>
                    <a:pt x="395" y="321"/>
                  </a:lnTo>
                  <a:lnTo>
                    <a:pt x="387" y="321"/>
                  </a:lnTo>
                  <a:lnTo>
                    <a:pt x="393" y="328"/>
                  </a:lnTo>
                  <a:lnTo>
                    <a:pt x="399" y="333"/>
                  </a:lnTo>
                  <a:lnTo>
                    <a:pt x="400" y="337"/>
                  </a:lnTo>
                  <a:lnTo>
                    <a:pt x="403" y="338"/>
                  </a:lnTo>
                  <a:lnTo>
                    <a:pt x="402" y="346"/>
                  </a:lnTo>
                  <a:lnTo>
                    <a:pt x="378" y="346"/>
                  </a:lnTo>
                  <a:lnTo>
                    <a:pt x="368" y="363"/>
                  </a:lnTo>
                  <a:lnTo>
                    <a:pt x="370" y="367"/>
                  </a:lnTo>
                  <a:lnTo>
                    <a:pt x="367" y="371"/>
                  </a:lnTo>
                  <a:lnTo>
                    <a:pt x="366" y="377"/>
                  </a:lnTo>
                  <a:lnTo>
                    <a:pt x="348" y="355"/>
                  </a:lnTo>
                  <a:lnTo>
                    <a:pt x="339" y="348"/>
                  </a:lnTo>
                  <a:lnTo>
                    <a:pt x="325" y="343"/>
                  </a:lnTo>
                  <a:lnTo>
                    <a:pt x="315" y="344"/>
                  </a:lnTo>
                  <a:lnTo>
                    <a:pt x="299" y="352"/>
                  </a:lnTo>
                  <a:lnTo>
                    <a:pt x="290" y="354"/>
                  </a:lnTo>
                  <a:lnTo>
                    <a:pt x="278" y="349"/>
                  </a:lnTo>
                  <a:lnTo>
                    <a:pt x="265" y="345"/>
                  </a:lnTo>
                  <a:lnTo>
                    <a:pt x="249" y="335"/>
                  </a:lnTo>
                  <a:lnTo>
                    <a:pt x="236" y="332"/>
                  </a:lnTo>
                  <a:lnTo>
                    <a:pt x="216" y="323"/>
                  </a:lnTo>
                  <a:lnTo>
                    <a:pt x="203" y="313"/>
                  </a:lnTo>
                  <a:lnTo>
                    <a:pt x="199" y="307"/>
                  </a:lnTo>
                  <a:lnTo>
                    <a:pt x="189" y="306"/>
                  </a:lnTo>
                  <a:lnTo>
                    <a:pt x="171" y="299"/>
                  </a:lnTo>
                  <a:lnTo>
                    <a:pt x="165" y="290"/>
                  </a:lnTo>
                  <a:lnTo>
                    <a:pt x="148" y="278"/>
                  </a:lnTo>
                  <a:lnTo>
                    <a:pt x="141" y="265"/>
                  </a:lnTo>
                  <a:lnTo>
                    <a:pt x="138" y="255"/>
                  </a:lnTo>
                  <a:lnTo>
                    <a:pt x="145" y="253"/>
                  </a:lnTo>
                  <a:lnTo>
                    <a:pt x="144" y="247"/>
                  </a:lnTo>
                  <a:lnTo>
                    <a:pt x="149" y="242"/>
                  </a:lnTo>
                  <a:lnTo>
                    <a:pt x="150" y="234"/>
                  </a:lnTo>
                  <a:lnTo>
                    <a:pt x="146" y="225"/>
                  </a:lnTo>
                  <a:lnTo>
                    <a:pt x="146" y="217"/>
                  </a:lnTo>
                  <a:lnTo>
                    <a:pt x="142" y="206"/>
                  </a:lnTo>
                  <a:lnTo>
                    <a:pt x="131" y="186"/>
                  </a:lnTo>
                  <a:lnTo>
                    <a:pt x="116" y="169"/>
                  </a:lnTo>
                  <a:lnTo>
                    <a:pt x="110" y="156"/>
                  </a:lnTo>
                  <a:lnTo>
                    <a:pt x="97" y="148"/>
                  </a:lnTo>
                  <a:lnTo>
                    <a:pt x="95" y="143"/>
                  </a:lnTo>
                  <a:lnTo>
                    <a:pt x="101" y="130"/>
                  </a:lnTo>
                  <a:lnTo>
                    <a:pt x="93" y="125"/>
                  </a:lnTo>
                  <a:lnTo>
                    <a:pt x="85" y="115"/>
                  </a:lnTo>
                  <a:lnTo>
                    <a:pt x="85" y="101"/>
                  </a:lnTo>
                  <a:lnTo>
                    <a:pt x="75" y="99"/>
                  </a:lnTo>
                  <a:lnTo>
                    <a:pt x="68" y="88"/>
                  </a:lnTo>
                  <a:lnTo>
                    <a:pt x="63" y="78"/>
                  </a:lnTo>
                  <a:lnTo>
                    <a:pt x="64" y="72"/>
                  </a:lnTo>
                  <a:lnTo>
                    <a:pt x="59" y="56"/>
                  </a:lnTo>
                  <a:lnTo>
                    <a:pt x="58" y="40"/>
                  </a:lnTo>
                  <a:lnTo>
                    <a:pt x="61" y="32"/>
                  </a:lnTo>
                  <a:lnTo>
                    <a:pt x="50" y="24"/>
                  </a:lnTo>
                  <a:lnTo>
                    <a:pt x="44" y="25"/>
                  </a:lnTo>
                  <a:lnTo>
                    <a:pt x="36" y="19"/>
                  </a:lnTo>
                  <a:lnTo>
                    <a:pt x="31" y="27"/>
                  </a:lnTo>
                  <a:lnTo>
                    <a:pt x="30" y="37"/>
                  </a:lnTo>
                  <a:lnTo>
                    <a:pt x="27" y="53"/>
                  </a:lnTo>
                  <a:lnTo>
                    <a:pt x="31" y="62"/>
                  </a:lnTo>
                  <a:lnTo>
                    <a:pt x="39" y="76"/>
                  </a:lnTo>
                  <a:lnTo>
                    <a:pt x="41" y="81"/>
                  </a:lnTo>
                  <a:lnTo>
                    <a:pt x="43" y="82"/>
                  </a:lnTo>
                  <a:lnTo>
                    <a:pt x="43" y="89"/>
                  </a:lnTo>
                  <a:lnTo>
                    <a:pt x="47" y="89"/>
                  </a:lnTo>
                  <a:lnTo>
                    <a:pt x="46" y="102"/>
                  </a:lnTo>
                  <a:lnTo>
                    <a:pt x="51" y="108"/>
                  </a:lnTo>
                  <a:lnTo>
                    <a:pt x="52" y="115"/>
                  </a:lnTo>
                  <a:lnTo>
                    <a:pt x="61" y="125"/>
                  </a:lnTo>
                  <a:lnTo>
                    <a:pt x="62" y="145"/>
                  </a:lnTo>
                  <a:lnTo>
                    <a:pt x="65" y="154"/>
                  </a:lnTo>
                  <a:lnTo>
                    <a:pt x="67" y="164"/>
                  </a:lnTo>
                  <a:lnTo>
                    <a:pt x="66" y="174"/>
                  </a:lnTo>
                  <a:lnTo>
                    <a:pt x="74" y="175"/>
                  </a:lnTo>
                  <a:lnTo>
                    <a:pt x="80" y="185"/>
                  </a:lnTo>
                  <a:lnTo>
                    <a:pt x="84" y="194"/>
                  </a:lnTo>
                  <a:lnTo>
                    <a:pt x="83" y="198"/>
                  </a:lnTo>
                  <a:lnTo>
                    <a:pt x="74" y="205"/>
                  </a:lnTo>
                  <a:lnTo>
                    <a:pt x="71" y="205"/>
                  </a:lnTo>
                  <a:lnTo>
                    <a:pt x="68" y="193"/>
                  </a:lnTo>
                  <a:lnTo>
                    <a:pt x="59" y="181"/>
                  </a:lnTo>
                  <a:lnTo>
                    <a:pt x="49" y="171"/>
                  </a:lnTo>
                  <a:lnTo>
                    <a:pt x="41" y="165"/>
                  </a:lnTo>
                  <a:lnTo>
                    <a:pt x="45" y="150"/>
                  </a:lnTo>
                  <a:lnTo>
                    <a:pt x="45" y="139"/>
                  </a:lnTo>
                  <a:lnTo>
                    <a:pt x="38" y="133"/>
                  </a:lnTo>
                  <a:lnTo>
                    <a:pt x="28" y="123"/>
                  </a:lnTo>
                  <a:lnTo>
                    <a:pt x="25" y="126"/>
                  </a:lnTo>
                  <a:lnTo>
                    <a:pt x="22" y="121"/>
                  </a:lnTo>
                  <a:lnTo>
                    <a:pt x="13" y="115"/>
                  </a:lnTo>
                  <a:lnTo>
                    <a:pt x="6" y="103"/>
                  </a:lnTo>
                  <a:lnTo>
                    <a:pt x="7" y="102"/>
                  </a:lnTo>
                  <a:lnTo>
                    <a:pt x="14" y="103"/>
                  </a:lnTo>
                  <a:lnTo>
                    <a:pt x="23" y="95"/>
                  </a:lnTo>
                  <a:lnTo>
                    <a:pt x="26" y="86"/>
                  </a:lnTo>
                  <a:lnTo>
                    <a:pt x="17" y="71"/>
                  </a:lnTo>
                  <a:lnTo>
                    <a:pt x="8" y="65"/>
                  </a:lnTo>
                  <a:lnTo>
                    <a:pt x="6" y="52"/>
                  </a:lnTo>
                  <a:lnTo>
                    <a:pt x="4" y="39"/>
                  </a:lnTo>
                  <a:lnTo>
                    <a:pt x="1" y="22"/>
                  </a:lnTo>
                  <a:lnTo>
                    <a:pt x="0" y="4"/>
                  </a:lnTo>
                  <a:lnTo>
                    <a:pt x="21" y="2"/>
                  </a:lnTo>
                  <a:lnTo>
                    <a:pt x="43" y="0"/>
                  </a:lnTo>
                  <a:lnTo>
                    <a:pt x="41" y="4"/>
                  </a:lnTo>
                  <a:lnTo>
                    <a:pt x="64" y="14"/>
                  </a:lnTo>
                  <a:lnTo>
                    <a:pt x="99" y="29"/>
                  </a:lnTo>
                  <a:lnTo>
                    <a:pt x="134" y="28"/>
                  </a:lnTo>
                  <a:lnTo>
                    <a:pt x="148" y="28"/>
                  </a:lnTo>
                  <a:lnTo>
                    <a:pt x="150" y="20"/>
                  </a:lnTo>
                  <a:lnTo>
                    <a:pt x="181" y="20"/>
                  </a:lnTo>
                  <a:lnTo>
                    <a:pt x="185" y="27"/>
                  </a:lnTo>
                  <a:lnTo>
                    <a:pt x="192" y="34"/>
                  </a:lnTo>
                  <a:lnTo>
                    <a:pt x="200" y="43"/>
                  </a:lnTo>
                  <a:lnTo>
                    <a:pt x="202" y="54"/>
                  </a:lnTo>
                  <a:lnTo>
                    <a:pt x="203" y="65"/>
                  </a:lnTo>
                  <a:lnTo>
                    <a:pt x="211" y="71"/>
                  </a:lnTo>
                  <a:lnTo>
                    <a:pt x="224" y="78"/>
                  </a:lnTo>
                  <a:lnTo>
                    <a:pt x="240" y="61"/>
                  </a:lnTo>
                  <a:lnTo>
                    <a:pt x="254" y="61"/>
                  </a:lnTo>
                  <a:lnTo>
                    <a:pt x="264" y="69"/>
                  </a:lnTo>
                  <a:lnTo>
                    <a:pt x="269" y="83"/>
                  </a:lnTo>
                  <a:lnTo>
                    <a:pt x="273" y="95"/>
                  </a:lnTo>
                  <a:lnTo>
                    <a:pt x="280" y="107"/>
                  </a:lnTo>
                  <a:lnTo>
                    <a:pt x="281" y="122"/>
                  </a:lnTo>
                  <a:lnTo>
                    <a:pt x="283" y="132"/>
                  </a:lnTo>
                  <a:lnTo>
                    <a:pt x="296" y="138"/>
                  </a:lnTo>
                  <a:lnTo>
                    <a:pt x="307" y="143"/>
                  </a:lnTo>
                  <a:lnTo>
                    <a:pt x="315" y="14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38" name="Freeform 121">
              <a:extLst>
                <a:ext uri="{FF2B5EF4-FFF2-40B4-BE49-F238E27FC236}">
                  <a16:creationId xmlns:a16="http://schemas.microsoft.com/office/drawing/2014/main" id="{1B3BD107-183D-02B1-6CEC-82F912289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952" y="2516187"/>
              <a:ext cx="66675" cy="47625"/>
            </a:xfrm>
            <a:custGeom>
              <a:avLst/>
              <a:gdLst>
                <a:gd name="T0" fmla="*/ 2 w 42"/>
                <a:gd name="T1" fmla="*/ 9 h 30"/>
                <a:gd name="T2" fmla="*/ 4 w 42"/>
                <a:gd name="T3" fmla="*/ 9 h 30"/>
                <a:gd name="T4" fmla="*/ 4 w 42"/>
                <a:gd name="T5" fmla="*/ 5 h 30"/>
                <a:gd name="T6" fmla="*/ 14 w 42"/>
                <a:gd name="T7" fmla="*/ 2 h 30"/>
                <a:gd name="T8" fmla="*/ 17 w 42"/>
                <a:gd name="T9" fmla="*/ 1 h 30"/>
                <a:gd name="T10" fmla="*/ 23 w 42"/>
                <a:gd name="T11" fmla="*/ 0 h 30"/>
                <a:gd name="T12" fmla="*/ 31 w 42"/>
                <a:gd name="T13" fmla="*/ 0 h 30"/>
                <a:gd name="T14" fmla="*/ 40 w 42"/>
                <a:gd name="T15" fmla="*/ 6 h 30"/>
                <a:gd name="T16" fmla="*/ 42 w 42"/>
                <a:gd name="T17" fmla="*/ 20 h 30"/>
                <a:gd name="T18" fmla="*/ 39 w 42"/>
                <a:gd name="T19" fmla="*/ 20 h 30"/>
                <a:gd name="T20" fmla="*/ 37 w 42"/>
                <a:gd name="T21" fmla="*/ 24 h 30"/>
                <a:gd name="T22" fmla="*/ 28 w 42"/>
                <a:gd name="T23" fmla="*/ 24 h 30"/>
                <a:gd name="T24" fmla="*/ 22 w 42"/>
                <a:gd name="T25" fmla="*/ 28 h 30"/>
                <a:gd name="T26" fmla="*/ 11 w 42"/>
                <a:gd name="T27" fmla="*/ 30 h 30"/>
                <a:gd name="T28" fmla="*/ 3 w 42"/>
                <a:gd name="T29" fmla="*/ 25 h 30"/>
                <a:gd name="T30" fmla="*/ 0 w 42"/>
                <a:gd name="T31" fmla="*/ 16 h 30"/>
                <a:gd name="T32" fmla="*/ 2 w 42"/>
                <a:gd name="T3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30">
                  <a:moveTo>
                    <a:pt x="2" y="9"/>
                  </a:moveTo>
                  <a:lnTo>
                    <a:pt x="4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40" y="6"/>
                  </a:lnTo>
                  <a:lnTo>
                    <a:pt x="42" y="20"/>
                  </a:lnTo>
                  <a:lnTo>
                    <a:pt x="39" y="20"/>
                  </a:lnTo>
                  <a:lnTo>
                    <a:pt x="37" y="24"/>
                  </a:lnTo>
                  <a:lnTo>
                    <a:pt x="28" y="24"/>
                  </a:lnTo>
                  <a:lnTo>
                    <a:pt x="22" y="28"/>
                  </a:lnTo>
                  <a:lnTo>
                    <a:pt x="11" y="30"/>
                  </a:lnTo>
                  <a:lnTo>
                    <a:pt x="3" y="25"/>
                  </a:lnTo>
                  <a:lnTo>
                    <a:pt x="0" y="16"/>
                  </a:lnTo>
                  <a:lnTo>
                    <a:pt x="2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39" name="Freeform 122">
              <a:extLst>
                <a:ext uri="{FF2B5EF4-FFF2-40B4-BE49-F238E27FC236}">
                  <a16:creationId xmlns:a16="http://schemas.microsoft.com/office/drawing/2014/main" id="{0AD934D8-7203-03FE-01C9-BE4C586D2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014" y="3086100"/>
              <a:ext cx="474663" cy="490538"/>
            </a:xfrm>
            <a:custGeom>
              <a:avLst/>
              <a:gdLst>
                <a:gd name="T0" fmla="*/ 6 w 299"/>
                <a:gd name="T1" fmla="*/ 211 h 309"/>
                <a:gd name="T2" fmla="*/ 15 w 299"/>
                <a:gd name="T3" fmla="*/ 198 h 309"/>
                <a:gd name="T4" fmla="*/ 38 w 299"/>
                <a:gd name="T5" fmla="*/ 200 h 309"/>
                <a:gd name="T6" fmla="*/ 48 w 299"/>
                <a:gd name="T7" fmla="*/ 197 h 309"/>
                <a:gd name="T8" fmla="*/ 125 w 299"/>
                <a:gd name="T9" fmla="*/ 182 h 309"/>
                <a:gd name="T10" fmla="*/ 114 w 299"/>
                <a:gd name="T11" fmla="*/ 90 h 309"/>
                <a:gd name="T12" fmla="*/ 133 w 299"/>
                <a:gd name="T13" fmla="*/ 0 h 309"/>
                <a:gd name="T14" fmla="*/ 254 w 299"/>
                <a:gd name="T15" fmla="*/ 90 h 309"/>
                <a:gd name="T16" fmla="*/ 270 w 299"/>
                <a:gd name="T17" fmla="*/ 106 h 309"/>
                <a:gd name="T18" fmla="*/ 278 w 299"/>
                <a:gd name="T19" fmla="*/ 123 h 309"/>
                <a:gd name="T20" fmla="*/ 299 w 299"/>
                <a:gd name="T21" fmla="*/ 168 h 309"/>
                <a:gd name="T22" fmla="*/ 287 w 299"/>
                <a:gd name="T23" fmla="*/ 195 h 309"/>
                <a:gd name="T24" fmla="*/ 246 w 299"/>
                <a:gd name="T25" fmla="*/ 200 h 309"/>
                <a:gd name="T26" fmla="*/ 228 w 299"/>
                <a:gd name="T27" fmla="*/ 208 h 309"/>
                <a:gd name="T28" fmla="*/ 212 w 299"/>
                <a:gd name="T29" fmla="*/ 204 h 309"/>
                <a:gd name="T30" fmla="*/ 185 w 299"/>
                <a:gd name="T31" fmla="*/ 216 h 309"/>
                <a:gd name="T32" fmla="*/ 167 w 299"/>
                <a:gd name="T33" fmla="*/ 232 h 309"/>
                <a:gd name="T34" fmla="*/ 157 w 299"/>
                <a:gd name="T35" fmla="*/ 241 h 309"/>
                <a:gd name="T36" fmla="*/ 143 w 299"/>
                <a:gd name="T37" fmla="*/ 244 h 309"/>
                <a:gd name="T38" fmla="*/ 126 w 299"/>
                <a:gd name="T39" fmla="*/ 275 h 309"/>
                <a:gd name="T40" fmla="*/ 121 w 299"/>
                <a:gd name="T41" fmla="*/ 291 h 309"/>
                <a:gd name="T42" fmla="*/ 115 w 299"/>
                <a:gd name="T43" fmla="*/ 306 h 309"/>
                <a:gd name="T44" fmla="*/ 108 w 299"/>
                <a:gd name="T45" fmla="*/ 300 h 309"/>
                <a:gd name="T46" fmla="*/ 99 w 299"/>
                <a:gd name="T47" fmla="*/ 302 h 309"/>
                <a:gd name="T48" fmla="*/ 82 w 299"/>
                <a:gd name="T49" fmla="*/ 307 h 309"/>
                <a:gd name="T50" fmla="*/ 75 w 299"/>
                <a:gd name="T51" fmla="*/ 306 h 309"/>
                <a:gd name="T52" fmla="*/ 70 w 299"/>
                <a:gd name="T53" fmla="*/ 294 h 309"/>
                <a:gd name="T54" fmla="*/ 64 w 299"/>
                <a:gd name="T55" fmla="*/ 294 h 309"/>
                <a:gd name="T56" fmla="*/ 68 w 299"/>
                <a:gd name="T57" fmla="*/ 282 h 309"/>
                <a:gd name="T58" fmla="*/ 59 w 299"/>
                <a:gd name="T59" fmla="*/ 267 h 309"/>
                <a:gd name="T60" fmla="*/ 51 w 299"/>
                <a:gd name="T61" fmla="*/ 262 h 309"/>
                <a:gd name="T62" fmla="*/ 41 w 299"/>
                <a:gd name="T63" fmla="*/ 268 h 309"/>
                <a:gd name="T64" fmla="*/ 28 w 299"/>
                <a:gd name="T65" fmla="*/ 271 h 309"/>
                <a:gd name="T66" fmla="*/ 20 w 299"/>
                <a:gd name="T67" fmla="*/ 265 h 309"/>
                <a:gd name="T68" fmla="*/ 12 w 299"/>
                <a:gd name="T69" fmla="*/ 267 h 309"/>
                <a:gd name="T70" fmla="*/ 12 w 299"/>
                <a:gd name="T71" fmla="*/ 253 h 309"/>
                <a:gd name="T72" fmla="*/ 4 w 299"/>
                <a:gd name="T73" fmla="*/ 240 h 309"/>
                <a:gd name="T74" fmla="*/ 0 w 299"/>
                <a:gd name="T75" fmla="*/ 215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99" h="309">
                  <a:moveTo>
                    <a:pt x="0" y="215"/>
                  </a:moveTo>
                  <a:lnTo>
                    <a:pt x="6" y="211"/>
                  </a:lnTo>
                  <a:lnTo>
                    <a:pt x="9" y="199"/>
                  </a:lnTo>
                  <a:lnTo>
                    <a:pt x="15" y="198"/>
                  </a:lnTo>
                  <a:lnTo>
                    <a:pt x="28" y="204"/>
                  </a:lnTo>
                  <a:lnTo>
                    <a:pt x="38" y="200"/>
                  </a:lnTo>
                  <a:lnTo>
                    <a:pt x="45" y="201"/>
                  </a:lnTo>
                  <a:lnTo>
                    <a:pt x="48" y="197"/>
                  </a:lnTo>
                  <a:lnTo>
                    <a:pt x="121" y="196"/>
                  </a:lnTo>
                  <a:lnTo>
                    <a:pt x="125" y="182"/>
                  </a:lnTo>
                  <a:lnTo>
                    <a:pt x="122" y="179"/>
                  </a:lnTo>
                  <a:lnTo>
                    <a:pt x="114" y="90"/>
                  </a:lnTo>
                  <a:lnTo>
                    <a:pt x="106" y="0"/>
                  </a:lnTo>
                  <a:lnTo>
                    <a:pt x="133" y="0"/>
                  </a:lnTo>
                  <a:lnTo>
                    <a:pt x="193" y="45"/>
                  </a:lnTo>
                  <a:lnTo>
                    <a:pt x="254" y="90"/>
                  </a:lnTo>
                  <a:lnTo>
                    <a:pt x="258" y="100"/>
                  </a:lnTo>
                  <a:lnTo>
                    <a:pt x="270" y="106"/>
                  </a:lnTo>
                  <a:lnTo>
                    <a:pt x="278" y="109"/>
                  </a:lnTo>
                  <a:lnTo>
                    <a:pt x="278" y="123"/>
                  </a:lnTo>
                  <a:lnTo>
                    <a:pt x="298" y="120"/>
                  </a:lnTo>
                  <a:lnTo>
                    <a:pt x="299" y="168"/>
                  </a:lnTo>
                  <a:lnTo>
                    <a:pt x="289" y="182"/>
                  </a:lnTo>
                  <a:lnTo>
                    <a:pt x="287" y="195"/>
                  </a:lnTo>
                  <a:lnTo>
                    <a:pt x="271" y="198"/>
                  </a:lnTo>
                  <a:lnTo>
                    <a:pt x="246" y="200"/>
                  </a:lnTo>
                  <a:lnTo>
                    <a:pt x="240" y="207"/>
                  </a:lnTo>
                  <a:lnTo>
                    <a:pt x="228" y="208"/>
                  </a:lnTo>
                  <a:lnTo>
                    <a:pt x="216" y="208"/>
                  </a:lnTo>
                  <a:lnTo>
                    <a:pt x="212" y="204"/>
                  </a:lnTo>
                  <a:lnTo>
                    <a:pt x="202" y="207"/>
                  </a:lnTo>
                  <a:lnTo>
                    <a:pt x="185" y="216"/>
                  </a:lnTo>
                  <a:lnTo>
                    <a:pt x="182" y="222"/>
                  </a:lnTo>
                  <a:lnTo>
                    <a:pt x="167" y="232"/>
                  </a:lnTo>
                  <a:lnTo>
                    <a:pt x="165" y="237"/>
                  </a:lnTo>
                  <a:lnTo>
                    <a:pt x="157" y="241"/>
                  </a:lnTo>
                  <a:lnTo>
                    <a:pt x="148" y="238"/>
                  </a:lnTo>
                  <a:lnTo>
                    <a:pt x="143" y="244"/>
                  </a:lnTo>
                  <a:lnTo>
                    <a:pt x="140" y="258"/>
                  </a:lnTo>
                  <a:lnTo>
                    <a:pt x="126" y="275"/>
                  </a:lnTo>
                  <a:lnTo>
                    <a:pt x="126" y="282"/>
                  </a:lnTo>
                  <a:lnTo>
                    <a:pt x="121" y="291"/>
                  </a:lnTo>
                  <a:lnTo>
                    <a:pt x="122" y="303"/>
                  </a:lnTo>
                  <a:lnTo>
                    <a:pt x="115" y="306"/>
                  </a:lnTo>
                  <a:lnTo>
                    <a:pt x="111" y="309"/>
                  </a:lnTo>
                  <a:lnTo>
                    <a:pt x="108" y="300"/>
                  </a:lnTo>
                  <a:lnTo>
                    <a:pt x="103" y="302"/>
                  </a:lnTo>
                  <a:lnTo>
                    <a:pt x="99" y="302"/>
                  </a:lnTo>
                  <a:lnTo>
                    <a:pt x="96" y="308"/>
                  </a:lnTo>
                  <a:lnTo>
                    <a:pt x="82" y="307"/>
                  </a:lnTo>
                  <a:lnTo>
                    <a:pt x="77" y="305"/>
                  </a:lnTo>
                  <a:lnTo>
                    <a:pt x="75" y="306"/>
                  </a:lnTo>
                  <a:lnTo>
                    <a:pt x="69" y="300"/>
                  </a:lnTo>
                  <a:lnTo>
                    <a:pt x="70" y="294"/>
                  </a:lnTo>
                  <a:lnTo>
                    <a:pt x="68" y="292"/>
                  </a:lnTo>
                  <a:lnTo>
                    <a:pt x="64" y="294"/>
                  </a:lnTo>
                  <a:lnTo>
                    <a:pt x="65" y="287"/>
                  </a:lnTo>
                  <a:lnTo>
                    <a:pt x="68" y="282"/>
                  </a:lnTo>
                  <a:lnTo>
                    <a:pt x="61" y="273"/>
                  </a:lnTo>
                  <a:lnTo>
                    <a:pt x="59" y="267"/>
                  </a:lnTo>
                  <a:lnTo>
                    <a:pt x="55" y="263"/>
                  </a:lnTo>
                  <a:lnTo>
                    <a:pt x="51" y="262"/>
                  </a:lnTo>
                  <a:lnTo>
                    <a:pt x="47" y="265"/>
                  </a:lnTo>
                  <a:lnTo>
                    <a:pt x="41" y="268"/>
                  </a:lnTo>
                  <a:lnTo>
                    <a:pt x="36" y="272"/>
                  </a:lnTo>
                  <a:lnTo>
                    <a:pt x="28" y="271"/>
                  </a:lnTo>
                  <a:lnTo>
                    <a:pt x="23" y="265"/>
                  </a:lnTo>
                  <a:lnTo>
                    <a:pt x="20" y="265"/>
                  </a:lnTo>
                  <a:lnTo>
                    <a:pt x="15" y="267"/>
                  </a:lnTo>
                  <a:lnTo>
                    <a:pt x="12" y="267"/>
                  </a:lnTo>
                  <a:lnTo>
                    <a:pt x="11" y="260"/>
                  </a:lnTo>
                  <a:lnTo>
                    <a:pt x="12" y="253"/>
                  </a:lnTo>
                  <a:lnTo>
                    <a:pt x="11" y="245"/>
                  </a:lnTo>
                  <a:lnTo>
                    <a:pt x="4" y="240"/>
                  </a:lnTo>
                  <a:lnTo>
                    <a:pt x="0" y="228"/>
                  </a:lnTo>
                  <a:lnTo>
                    <a:pt x="0" y="2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0" name="Freeform 123">
              <a:extLst>
                <a:ext uri="{FF2B5EF4-FFF2-40B4-BE49-F238E27FC236}">
                  <a16:creationId xmlns:a16="http://schemas.microsoft.com/office/drawing/2014/main" id="{2CB10C32-E744-74B6-4840-DBEA93EEA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2277" y="2974975"/>
              <a:ext cx="254000" cy="606425"/>
            </a:xfrm>
            <a:custGeom>
              <a:avLst/>
              <a:gdLst>
                <a:gd name="T0" fmla="*/ 126 w 160"/>
                <a:gd name="T1" fmla="*/ 178 h 382"/>
                <a:gd name="T2" fmla="*/ 108 w 160"/>
                <a:gd name="T3" fmla="*/ 201 h 382"/>
                <a:gd name="T4" fmla="*/ 112 w 160"/>
                <a:gd name="T5" fmla="*/ 223 h 382"/>
                <a:gd name="T6" fmla="*/ 135 w 160"/>
                <a:gd name="T7" fmla="*/ 252 h 382"/>
                <a:gd name="T8" fmla="*/ 125 w 160"/>
                <a:gd name="T9" fmla="*/ 274 h 382"/>
                <a:gd name="T10" fmla="*/ 144 w 160"/>
                <a:gd name="T11" fmla="*/ 301 h 382"/>
                <a:gd name="T12" fmla="*/ 148 w 160"/>
                <a:gd name="T13" fmla="*/ 322 h 382"/>
                <a:gd name="T14" fmla="*/ 149 w 160"/>
                <a:gd name="T15" fmla="*/ 361 h 382"/>
                <a:gd name="T16" fmla="*/ 139 w 160"/>
                <a:gd name="T17" fmla="*/ 367 h 382"/>
                <a:gd name="T18" fmla="*/ 136 w 160"/>
                <a:gd name="T19" fmla="*/ 338 h 382"/>
                <a:gd name="T20" fmla="*/ 126 w 160"/>
                <a:gd name="T21" fmla="*/ 305 h 382"/>
                <a:gd name="T22" fmla="*/ 112 w 160"/>
                <a:gd name="T23" fmla="*/ 254 h 382"/>
                <a:gd name="T24" fmla="*/ 91 w 160"/>
                <a:gd name="T25" fmla="*/ 247 h 382"/>
                <a:gd name="T26" fmla="*/ 62 w 160"/>
                <a:gd name="T27" fmla="*/ 260 h 382"/>
                <a:gd name="T28" fmla="*/ 53 w 160"/>
                <a:gd name="T29" fmla="*/ 229 h 382"/>
                <a:gd name="T30" fmla="*/ 29 w 160"/>
                <a:gd name="T31" fmla="*/ 186 h 382"/>
                <a:gd name="T32" fmla="*/ 19 w 160"/>
                <a:gd name="T33" fmla="*/ 176 h 382"/>
                <a:gd name="T34" fmla="*/ 0 w 160"/>
                <a:gd name="T35" fmla="*/ 142 h 382"/>
                <a:gd name="T36" fmla="*/ 4 w 160"/>
                <a:gd name="T37" fmla="*/ 131 h 382"/>
                <a:gd name="T38" fmla="*/ 9 w 160"/>
                <a:gd name="T39" fmla="*/ 117 h 382"/>
                <a:gd name="T40" fmla="*/ 9 w 160"/>
                <a:gd name="T41" fmla="*/ 88 h 382"/>
                <a:gd name="T42" fmla="*/ 28 w 160"/>
                <a:gd name="T43" fmla="*/ 76 h 382"/>
                <a:gd name="T44" fmla="*/ 33 w 160"/>
                <a:gd name="T45" fmla="*/ 48 h 382"/>
                <a:gd name="T46" fmla="*/ 50 w 160"/>
                <a:gd name="T47" fmla="*/ 22 h 382"/>
                <a:gd name="T48" fmla="*/ 59 w 160"/>
                <a:gd name="T49" fmla="*/ 13 h 382"/>
                <a:gd name="T50" fmla="*/ 61 w 160"/>
                <a:gd name="T51" fmla="*/ 1 h 382"/>
                <a:gd name="T52" fmla="*/ 80 w 160"/>
                <a:gd name="T53" fmla="*/ 12 h 382"/>
                <a:gd name="T54" fmla="*/ 93 w 160"/>
                <a:gd name="T55" fmla="*/ 33 h 382"/>
                <a:gd name="T56" fmla="*/ 83 w 160"/>
                <a:gd name="T57" fmla="*/ 67 h 382"/>
                <a:gd name="T58" fmla="*/ 104 w 160"/>
                <a:gd name="T59" fmla="*/ 89 h 382"/>
                <a:gd name="T60" fmla="*/ 124 w 160"/>
                <a:gd name="T61" fmla="*/ 112 h 382"/>
                <a:gd name="T62" fmla="*/ 137 w 160"/>
                <a:gd name="T63" fmla="*/ 137 h 382"/>
                <a:gd name="T64" fmla="*/ 158 w 160"/>
                <a:gd name="T65" fmla="*/ 134 h 382"/>
                <a:gd name="T66" fmla="*/ 147 w 160"/>
                <a:gd name="T67" fmla="*/ 156 h 382"/>
                <a:gd name="T68" fmla="*/ 135 w 160"/>
                <a:gd name="T69" fmla="*/ 169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0" h="382">
                  <a:moveTo>
                    <a:pt x="135" y="169"/>
                  </a:moveTo>
                  <a:lnTo>
                    <a:pt x="126" y="178"/>
                  </a:lnTo>
                  <a:lnTo>
                    <a:pt x="113" y="179"/>
                  </a:lnTo>
                  <a:lnTo>
                    <a:pt x="108" y="201"/>
                  </a:lnTo>
                  <a:lnTo>
                    <a:pt x="101" y="205"/>
                  </a:lnTo>
                  <a:lnTo>
                    <a:pt x="112" y="223"/>
                  </a:lnTo>
                  <a:lnTo>
                    <a:pt x="126" y="239"/>
                  </a:lnTo>
                  <a:lnTo>
                    <a:pt x="135" y="252"/>
                  </a:lnTo>
                  <a:lnTo>
                    <a:pt x="131" y="270"/>
                  </a:lnTo>
                  <a:lnTo>
                    <a:pt x="125" y="274"/>
                  </a:lnTo>
                  <a:lnTo>
                    <a:pt x="130" y="285"/>
                  </a:lnTo>
                  <a:lnTo>
                    <a:pt x="144" y="301"/>
                  </a:lnTo>
                  <a:lnTo>
                    <a:pt x="147" y="313"/>
                  </a:lnTo>
                  <a:lnTo>
                    <a:pt x="148" y="322"/>
                  </a:lnTo>
                  <a:lnTo>
                    <a:pt x="157" y="341"/>
                  </a:lnTo>
                  <a:lnTo>
                    <a:pt x="149" y="361"/>
                  </a:lnTo>
                  <a:lnTo>
                    <a:pt x="142" y="382"/>
                  </a:lnTo>
                  <a:lnTo>
                    <a:pt x="139" y="367"/>
                  </a:lnTo>
                  <a:lnTo>
                    <a:pt x="143" y="351"/>
                  </a:lnTo>
                  <a:lnTo>
                    <a:pt x="136" y="338"/>
                  </a:lnTo>
                  <a:lnTo>
                    <a:pt x="135" y="316"/>
                  </a:lnTo>
                  <a:lnTo>
                    <a:pt x="126" y="305"/>
                  </a:lnTo>
                  <a:lnTo>
                    <a:pt x="118" y="280"/>
                  </a:lnTo>
                  <a:lnTo>
                    <a:pt x="112" y="254"/>
                  </a:lnTo>
                  <a:lnTo>
                    <a:pt x="102" y="237"/>
                  </a:lnTo>
                  <a:lnTo>
                    <a:pt x="91" y="247"/>
                  </a:lnTo>
                  <a:lnTo>
                    <a:pt x="72" y="262"/>
                  </a:lnTo>
                  <a:lnTo>
                    <a:pt x="62" y="260"/>
                  </a:lnTo>
                  <a:lnTo>
                    <a:pt x="50" y="255"/>
                  </a:lnTo>
                  <a:lnTo>
                    <a:pt x="53" y="229"/>
                  </a:lnTo>
                  <a:lnTo>
                    <a:pt x="46" y="210"/>
                  </a:lnTo>
                  <a:lnTo>
                    <a:pt x="29" y="186"/>
                  </a:lnTo>
                  <a:lnTo>
                    <a:pt x="30" y="179"/>
                  </a:lnTo>
                  <a:lnTo>
                    <a:pt x="19" y="176"/>
                  </a:lnTo>
                  <a:lnTo>
                    <a:pt x="4" y="159"/>
                  </a:lnTo>
                  <a:lnTo>
                    <a:pt x="0" y="142"/>
                  </a:lnTo>
                  <a:lnTo>
                    <a:pt x="7" y="145"/>
                  </a:lnTo>
                  <a:lnTo>
                    <a:pt x="4" y="131"/>
                  </a:lnTo>
                  <a:lnTo>
                    <a:pt x="12" y="125"/>
                  </a:lnTo>
                  <a:lnTo>
                    <a:pt x="9" y="117"/>
                  </a:lnTo>
                  <a:lnTo>
                    <a:pt x="12" y="110"/>
                  </a:lnTo>
                  <a:lnTo>
                    <a:pt x="9" y="88"/>
                  </a:lnTo>
                  <a:lnTo>
                    <a:pt x="23" y="93"/>
                  </a:lnTo>
                  <a:lnTo>
                    <a:pt x="28" y="76"/>
                  </a:lnTo>
                  <a:lnTo>
                    <a:pt x="27" y="66"/>
                  </a:lnTo>
                  <a:lnTo>
                    <a:pt x="33" y="48"/>
                  </a:lnTo>
                  <a:lnTo>
                    <a:pt x="30" y="36"/>
                  </a:lnTo>
                  <a:lnTo>
                    <a:pt x="50" y="22"/>
                  </a:lnTo>
                  <a:lnTo>
                    <a:pt x="64" y="26"/>
                  </a:lnTo>
                  <a:lnTo>
                    <a:pt x="59" y="13"/>
                  </a:lnTo>
                  <a:lnTo>
                    <a:pt x="64" y="9"/>
                  </a:lnTo>
                  <a:lnTo>
                    <a:pt x="61" y="1"/>
                  </a:lnTo>
                  <a:lnTo>
                    <a:pt x="71" y="0"/>
                  </a:lnTo>
                  <a:lnTo>
                    <a:pt x="80" y="12"/>
                  </a:lnTo>
                  <a:lnTo>
                    <a:pt x="89" y="17"/>
                  </a:lnTo>
                  <a:lnTo>
                    <a:pt x="93" y="33"/>
                  </a:lnTo>
                  <a:lnTo>
                    <a:pt x="96" y="50"/>
                  </a:lnTo>
                  <a:lnTo>
                    <a:pt x="83" y="67"/>
                  </a:lnTo>
                  <a:lnTo>
                    <a:pt x="86" y="92"/>
                  </a:lnTo>
                  <a:lnTo>
                    <a:pt x="104" y="89"/>
                  </a:lnTo>
                  <a:lnTo>
                    <a:pt x="112" y="108"/>
                  </a:lnTo>
                  <a:lnTo>
                    <a:pt x="124" y="112"/>
                  </a:lnTo>
                  <a:lnTo>
                    <a:pt x="122" y="129"/>
                  </a:lnTo>
                  <a:lnTo>
                    <a:pt x="137" y="137"/>
                  </a:lnTo>
                  <a:lnTo>
                    <a:pt x="146" y="141"/>
                  </a:lnTo>
                  <a:lnTo>
                    <a:pt x="158" y="134"/>
                  </a:lnTo>
                  <a:lnTo>
                    <a:pt x="160" y="143"/>
                  </a:lnTo>
                  <a:lnTo>
                    <a:pt x="147" y="156"/>
                  </a:lnTo>
                  <a:lnTo>
                    <a:pt x="144" y="164"/>
                  </a:lnTo>
                  <a:lnTo>
                    <a:pt x="135" y="16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1" name="Freeform 124">
              <a:extLst>
                <a:ext uri="{FF2B5EF4-FFF2-40B4-BE49-F238E27FC236}">
                  <a16:creationId xmlns:a16="http://schemas.microsoft.com/office/drawing/2014/main" id="{5412B129-8C80-3C2C-A737-A841EB261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389" y="2476500"/>
              <a:ext cx="49213" cy="53975"/>
            </a:xfrm>
            <a:custGeom>
              <a:avLst/>
              <a:gdLst>
                <a:gd name="T0" fmla="*/ 22 w 31"/>
                <a:gd name="T1" fmla="*/ 21 h 34"/>
                <a:gd name="T2" fmla="*/ 21 w 31"/>
                <a:gd name="T3" fmla="*/ 17 h 34"/>
                <a:gd name="T4" fmla="*/ 15 w 31"/>
                <a:gd name="T5" fmla="*/ 27 h 34"/>
                <a:gd name="T6" fmla="*/ 16 w 31"/>
                <a:gd name="T7" fmla="*/ 34 h 34"/>
                <a:gd name="T8" fmla="*/ 13 w 31"/>
                <a:gd name="T9" fmla="*/ 32 h 34"/>
                <a:gd name="T10" fmla="*/ 7 w 31"/>
                <a:gd name="T11" fmla="*/ 25 h 34"/>
                <a:gd name="T12" fmla="*/ 0 w 31"/>
                <a:gd name="T13" fmla="*/ 21 h 34"/>
                <a:gd name="T14" fmla="*/ 1 w 31"/>
                <a:gd name="T15" fmla="*/ 18 h 34"/>
                <a:gd name="T16" fmla="*/ 3 w 31"/>
                <a:gd name="T17" fmla="*/ 7 h 34"/>
                <a:gd name="T18" fmla="*/ 8 w 31"/>
                <a:gd name="T19" fmla="*/ 2 h 34"/>
                <a:gd name="T20" fmla="*/ 11 w 31"/>
                <a:gd name="T21" fmla="*/ 0 h 34"/>
                <a:gd name="T22" fmla="*/ 16 w 31"/>
                <a:gd name="T23" fmla="*/ 3 h 34"/>
                <a:gd name="T24" fmla="*/ 18 w 31"/>
                <a:gd name="T25" fmla="*/ 6 h 34"/>
                <a:gd name="T26" fmla="*/ 24 w 31"/>
                <a:gd name="T27" fmla="*/ 9 h 34"/>
                <a:gd name="T28" fmla="*/ 31 w 31"/>
                <a:gd name="T29" fmla="*/ 13 h 34"/>
                <a:gd name="T30" fmla="*/ 29 w 31"/>
                <a:gd name="T31" fmla="*/ 14 h 34"/>
                <a:gd name="T32" fmla="*/ 27 w 31"/>
                <a:gd name="T33" fmla="*/ 19 h 34"/>
                <a:gd name="T34" fmla="*/ 22 w 31"/>
                <a:gd name="T35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" h="34">
                  <a:moveTo>
                    <a:pt x="22" y="21"/>
                  </a:moveTo>
                  <a:lnTo>
                    <a:pt x="21" y="17"/>
                  </a:lnTo>
                  <a:lnTo>
                    <a:pt x="15" y="27"/>
                  </a:lnTo>
                  <a:lnTo>
                    <a:pt x="16" y="34"/>
                  </a:lnTo>
                  <a:lnTo>
                    <a:pt x="13" y="32"/>
                  </a:lnTo>
                  <a:lnTo>
                    <a:pt x="7" y="25"/>
                  </a:lnTo>
                  <a:lnTo>
                    <a:pt x="0" y="21"/>
                  </a:lnTo>
                  <a:lnTo>
                    <a:pt x="1" y="18"/>
                  </a:lnTo>
                  <a:lnTo>
                    <a:pt x="3" y="7"/>
                  </a:lnTo>
                  <a:lnTo>
                    <a:pt x="8" y="2"/>
                  </a:lnTo>
                  <a:lnTo>
                    <a:pt x="11" y="0"/>
                  </a:lnTo>
                  <a:lnTo>
                    <a:pt x="16" y="3"/>
                  </a:lnTo>
                  <a:lnTo>
                    <a:pt x="18" y="6"/>
                  </a:lnTo>
                  <a:lnTo>
                    <a:pt x="24" y="9"/>
                  </a:lnTo>
                  <a:lnTo>
                    <a:pt x="31" y="13"/>
                  </a:lnTo>
                  <a:lnTo>
                    <a:pt x="29" y="14"/>
                  </a:lnTo>
                  <a:lnTo>
                    <a:pt x="27" y="19"/>
                  </a:lnTo>
                  <a:lnTo>
                    <a:pt x="22" y="2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2" name="Freeform 125">
              <a:extLst>
                <a:ext uri="{FF2B5EF4-FFF2-40B4-BE49-F238E27FC236}">
                  <a16:creationId xmlns:a16="http://schemas.microsoft.com/office/drawing/2014/main" id="{454F00C1-2BA4-247C-0BE4-567088FD1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9052" y="2201862"/>
              <a:ext cx="865188" cy="338138"/>
            </a:xfrm>
            <a:custGeom>
              <a:avLst/>
              <a:gdLst>
                <a:gd name="T0" fmla="*/ 15 w 545"/>
                <a:gd name="T1" fmla="*/ 52 h 213"/>
                <a:gd name="T2" fmla="*/ 57 w 545"/>
                <a:gd name="T3" fmla="*/ 25 h 213"/>
                <a:gd name="T4" fmla="*/ 90 w 545"/>
                <a:gd name="T5" fmla="*/ 31 h 213"/>
                <a:gd name="T6" fmla="*/ 122 w 545"/>
                <a:gd name="T7" fmla="*/ 42 h 213"/>
                <a:gd name="T8" fmla="*/ 156 w 545"/>
                <a:gd name="T9" fmla="*/ 33 h 213"/>
                <a:gd name="T10" fmla="*/ 148 w 545"/>
                <a:gd name="T11" fmla="*/ 0 h 213"/>
                <a:gd name="T12" fmla="*/ 186 w 545"/>
                <a:gd name="T13" fmla="*/ 10 h 213"/>
                <a:gd name="T14" fmla="*/ 219 w 545"/>
                <a:gd name="T15" fmla="*/ 31 h 213"/>
                <a:gd name="T16" fmla="*/ 259 w 545"/>
                <a:gd name="T17" fmla="*/ 35 h 213"/>
                <a:gd name="T18" fmla="*/ 296 w 545"/>
                <a:gd name="T19" fmla="*/ 35 h 213"/>
                <a:gd name="T20" fmla="*/ 333 w 545"/>
                <a:gd name="T21" fmla="*/ 55 h 213"/>
                <a:gd name="T22" fmla="*/ 370 w 545"/>
                <a:gd name="T23" fmla="*/ 59 h 213"/>
                <a:gd name="T24" fmla="*/ 400 w 545"/>
                <a:gd name="T25" fmla="*/ 50 h 213"/>
                <a:gd name="T26" fmla="*/ 426 w 545"/>
                <a:gd name="T27" fmla="*/ 38 h 213"/>
                <a:gd name="T28" fmla="*/ 456 w 545"/>
                <a:gd name="T29" fmla="*/ 43 h 213"/>
                <a:gd name="T30" fmla="*/ 459 w 545"/>
                <a:gd name="T31" fmla="*/ 79 h 213"/>
                <a:gd name="T32" fmla="*/ 476 w 545"/>
                <a:gd name="T33" fmla="*/ 84 h 213"/>
                <a:gd name="T34" fmla="*/ 502 w 545"/>
                <a:gd name="T35" fmla="*/ 80 h 213"/>
                <a:gd name="T36" fmla="*/ 542 w 545"/>
                <a:gd name="T37" fmla="*/ 101 h 213"/>
                <a:gd name="T38" fmla="*/ 530 w 545"/>
                <a:gd name="T39" fmla="*/ 106 h 213"/>
                <a:gd name="T40" fmla="*/ 500 w 545"/>
                <a:gd name="T41" fmla="*/ 114 h 213"/>
                <a:gd name="T42" fmla="*/ 475 w 545"/>
                <a:gd name="T43" fmla="*/ 136 h 213"/>
                <a:gd name="T44" fmla="*/ 445 w 545"/>
                <a:gd name="T45" fmla="*/ 143 h 213"/>
                <a:gd name="T46" fmla="*/ 433 w 545"/>
                <a:gd name="T47" fmla="*/ 154 h 213"/>
                <a:gd name="T48" fmla="*/ 449 w 545"/>
                <a:gd name="T49" fmla="*/ 168 h 213"/>
                <a:gd name="T50" fmla="*/ 434 w 545"/>
                <a:gd name="T51" fmla="*/ 186 h 213"/>
                <a:gd name="T52" fmla="*/ 393 w 545"/>
                <a:gd name="T53" fmla="*/ 194 h 213"/>
                <a:gd name="T54" fmla="*/ 355 w 545"/>
                <a:gd name="T55" fmla="*/ 213 h 213"/>
                <a:gd name="T56" fmla="*/ 324 w 545"/>
                <a:gd name="T57" fmla="*/ 206 h 213"/>
                <a:gd name="T58" fmla="*/ 276 w 545"/>
                <a:gd name="T59" fmla="*/ 191 h 213"/>
                <a:gd name="T60" fmla="*/ 219 w 545"/>
                <a:gd name="T61" fmla="*/ 189 h 213"/>
                <a:gd name="T62" fmla="*/ 186 w 545"/>
                <a:gd name="T63" fmla="*/ 177 h 213"/>
                <a:gd name="T64" fmla="*/ 159 w 545"/>
                <a:gd name="T65" fmla="*/ 156 h 213"/>
                <a:gd name="T66" fmla="*/ 110 w 545"/>
                <a:gd name="T67" fmla="*/ 140 h 213"/>
                <a:gd name="T68" fmla="*/ 79 w 545"/>
                <a:gd name="T69" fmla="*/ 128 h 213"/>
                <a:gd name="T70" fmla="*/ 56 w 545"/>
                <a:gd name="T71" fmla="*/ 88 h 213"/>
                <a:gd name="T72" fmla="*/ 11 w 545"/>
                <a:gd name="T73" fmla="*/ 6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5" h="213">
                  <a:moveTo>
                    <a:pt x="0" y="55"/>
                  </a:moveTo>
                  <a:lnTo>
                    <a:pt x="15" y="52"/>
                  </a:lnTo>
                  <a:lnTo>
                    <a:pt x="37" y="34"/>
                  </a:lnTo>
                  <a:lnTo>
                    <a:pt x="57" y="25"/>
                  </a:lnTo>
                  <a:lnTo>
                    <a:pt x="74" y="31"/>
                  </a:lnTo>
                  <a:lnTo>
                    <a:pt x="90" y="31"/>
                  </a:lnTo>
                  <a:lnTo>
                    <a:pt x="106" y="41"/>
                  </a:lnTo>
                  <a:lnTo>
                    <a:pt x="122" y="42"/>
                  </a:lnTo>
                  <a:lnTo>
                    <a:pt x="148" y="46"/>
                  </a:lnTo>
                  <a:lnTo>
                    <a:pt x="156" y="33"/>
                  </a:lnTo>
                  <a:lnTo>
                    <a:pt x="143" y="21"/>
                  </a:lnTo>
                  <a:lnTo>
                    <a:pt x="148" y="0"/>
                  </a:lnTo>
                  <a:lnTo>
                    <a:pt x="170" y="8"/>
                  </a:lnTo>
                  <a:lnTo>
                    <a:pt x="186" y="10"/>
                  </a:lnTo>
                  <a:lnTo>
                    <a:pt x="207" y="16"/>
                  </a:lnTo>
                  <a:lnTo>
                    <a:pt x="219" y="31"/>
                  </a:lnTo>
                  <a:lnTo>
                    <a:pt x="246" y="39"/>
                  </a:lnTo>
                  <a:lnTo>
                    <a:pt x="259" y="35"/>
                  </a:lnTo>
                  <a:lnTo>
                    <a:pt x="278" y="33"/>
                  </a:lnTo>
                  <a:lnTo>
                    <a:pt x="296" y="35"/>
                  </a:lnTo>
                  <a:lnTo>
                    <a:pt x="317" y="45"/>
                  </a:lnTo>
                  <a:lnTo>
                    <a:pt x="333" y="55"/>
                  </a:lnTo>
                  <a:lnTo>
                    <a:pt x="348" y="55"/>
                  </a:lnTo>
                  <a:lnTo>
                    <a:pt x="370" y="59"/>
                  </a:lnTo>
                  <a:lnTo>
                    <a:pt x="381" y="53"/>
                  </a:lnTo>
                  <a:lnTo>
                    <a:pt x="400" y="50"/>
                  </a:lnTo>
                  <a:lnTo>
                    <a:pt x="415" y="36"/>
                  </a:lnTo>
                  <a:lnTo>
                    <a:pt x="426" y="38"/>
                  </a:lnTo>
                  <a:lnTo>
                    <a:pt x="439" y="45"/>
                  </a:lnTo>
                  <a:lnTo>
                    <a:pt x="456" y="43"/>
                  </a:lnTo>
                  <a:lnTo>
                    <a:pt x="458" y="59"/>
                  </a:lnTo>
                  <a:lnTo>
                    <a:pt x="459" y="79"/>
                  </a:lnTo>
                  <a:lnTo>
                    <a:pt x="468" y="87"/>
                  </a:lnTo>
                  <a:lnTo>
                    <a:pt x="476" y="84"/>
                  </a:lnTo>
                  <a:lnTo>
                    <a:pt x="494" y="88"/>
                  </a:lnTo>
                  <a:lnTo>
                    <a:pt x="502" y="80"/>
                  </a:lnTo>
                  <a:lnTo>
                    <a:pt x="519" y="87"/>
                  </a:lnTo>
                  <a:lnTo>
                    <a:pt x="542" y="101"/>
                  </a:lnTo>
                  <a:lnTo>
                    <a:pt x="545" y="108"/>
                  </a:lnTo>
                  <a:lnTo>
                    <a:pt x="530" y="106"/>
                  </a:lnTo>
                  <a:lnTo>
                    <a:pt x="508" y="109"/>
                  </a:lnTo>
                  <a:lnTo>
                    <a:pt x="500" y="114"/>
                  </a:lnTo>
                  <a:lnTo>
                    <a:pt x="496" y="128"/>
                  </a:lnTo>
                  <a:lnTo>
                    <a:pt x="475" y="136"/>
                  </a:lnTo>
                  <a:lnTo>
                    <a:pt x="464" y="147"/>
                  </a:lnTo>
                  <a:lnTo>
                    <a:pt x="445" y="143"/>
                  </a:lnTo>
                  <a:lnTo>
                    <a:pt x="435" y="141"/>
                  </a:lnTo>
                  <a:lnTo>
                    <a:pt x="433" y="154"/>
                  </a:lnTo>
                  <a:lnTo>
                    <a:pt x="443" y="162"/>
                  </a:lnTo>
                  <a:lnTo>
                    <a:pt x="449" y="168"/>
                  </a:lnTo>
                  <a:lnTo>
                    <a:pt x="441" y="175"/>
                  </a:lnTo>
                  <a:lnTo>
                    <a:pt x="434" y="186"/>
                  </a:lnTo>
                  <a:lnTo>
                    <a:pt x="418" y="194"/>
                  </a:lnTo>
                  <a:lnTo>
                    <a:pt x="393" y="194"/>
                  </a:lnTo>
                  <a:lnTo>
                    <a:pt x="370" y="202"/>
                  </a:lnTo>
                  <a:lnTo>
                    <a:pt x="355" y="213"/>
                  </a:lnTo>
                  <a:lnTo>
                    <a:pt x="345" y="206"/>
                  </a:lnTo>
                  <a:lnTo>
                    <a:pt x="324" y="206"/>
                  </a:lnTo>
                  <a:lnTo>
                    <a:pt x="294" y="194"/>
                  </a:lnTo>
                  <a:lnTo>
                    <a:pt x="276" y="191"/>
                  </a:lnTo>
                  <a:lnTo>
                    <a:pt x="255" y="194"/>
                  </a:lnTo>
                  <a:lnTo>
                    <a:pt x="219" y="189"/>
                  </a:lnTo>
                  <a:lnTo>
                    <a:pt x="201" y="189"/>
                  </a:lnTo>
                  <a:lnTo>
                    <a:pt x="186" y="177"/>
                  </a:lnTo>
                  <a:lnTo>
                    <a:pt x="170" y="158"/>
                  </a:lnTo>
                  <a:lnTo>
                    <a:pt x="159" y="156"/>
                  </a:lnTo>
                  <a:lnTo>
                    <a:pt x="133" y="143"/>
                  </a:lnTo>
                  <a:lnTo>
                    <a:pt x="110" y="140"/>
                  </a:lnTo>
                  <a:lnTo>
                    <a:pt x="89" y="137"/>
                  </a:lnTo>
                  <a:lnTo>
                    <a:pt x="79" y="128"/>
                  </a:lnTo>
                  <a:lnTo>
                    <a:pt x="75" y="104"/>
                  </a:lnTo>
                  <a:lnTo>
                    <a:pt x="56" y="88"/>
                  </a:lnTo>
                  <a:lnTo>
                    <a:pt x="29" y="80"/>
                  </a:lnTo>
                  <a:lnTo>
                    <a:pt x="11" y="69"/>
                  </a:lnTo>
                  <a:lnTo>
                    <a:pt x="0" y="5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3" name="Freeform 126">
              <a:extLst>
                <a:ext uri="{FF2B5EF4-FFF2-40B4-BE49-F238E27FC236}">
                  <a16:creationId xmlns:a16="http://schemas.microsoft.com/office/drawing/2014/main" id="{638A3C40-062E-1DEF-54D7-4FE1FADE2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6977" y="4249738"/>
              <a:ext cx="306388" cy="541338"/>
            </a:xfrm>
            <a:custGeom>
              <a:avLst/>
              <a:gdLst>
                <a:gd name="T0" fmla="*/ 96 w 193"/>
                <a:gd name="T1" fmla="*/ 23 h 341"/>
                <a:gd name="T2" fmla="*/ 122 w 193"/>
                <a:gd name="T3" fmla="*/ 26 h 341"/>
                <a:gd name="T4" fmla="*/ 142 w 193"/>
                <a:gd name="T5" fmla="*/ 20 h 341"/>
                <a:gd name="T6" fmla="*/ 173 w 193"/>
                <a:gd name="T7" fmla="*/ 12 h 341"/>
                <a:gd name="T8" fmla="*/ 190 w 193"/>
                <a:gd name="T9" fmla="*/ 9 h 341"/>
                <a:gd name="T10" fmla="*/ 191 w 193"/>
                <a:gd name="T11" fmla="*/ 48 h 341"/>
                <a:gd name="T12" fmla="*/ 193 w 193"/>
                <a:gd name="T13" fmla="*/ 91 h 341"/>
                <a:gd name="T14" fmla="*/ 179 w 193"/>
                <a:gd name="T15" fmla="*/ 120 h 341"/>
                <a:gd name="T16" fmla="*/ 150 w 193"/>
                <a:gd name="T17" fmla="*/ 141 h 341"/>
                <a:gd name="T18" fmla="*/ 107 w 193"/>
                <a:gd name="T19" fmla="*/ 173 h 341"/>
                <a:gd name="T20" fmla="*/ 86 w 193"/>
                <a:gd name="T21" fmla="*/ 192 h 341"/>
                <a:gd name="T22" fmla="*/ 76 w 193"/>
                <a:gd name="T23" fmla="*/ 211 h 341"/>
                <a:gd name="T24" fmla="*/ 87 w 193"/>
                <a:gd name="T25" fmla="*/ 239 h 341"/>
                <a:gd name="T26" fmla="*/ 90 w 193"/>
                <a:gd name="T27" fmla="*/ 244 h 341"/>
                <a:gd name="T28" fmla="*/ 84 w 193"/>
                <a:gd name="T29" fmla="*/ 274 h 341"/>
                <a:gd name="T30" fmla="*/ 85 w 193"/>
                <a:gd name="T31" fmla="*/ 287 h 341"/>
                <a:gd name="T32" fmla="*/ 62 w 193"/>
                <a:gd name="T33" fmla="*/ 301 h 341"/>
                <a:gd name="T34" fmla="*/ 31 w 193"/>
                <a:gd name="T35" fmla="*/ 320 h 341"/>
                <a:gd name="T36" fmla="*/ 36 w 193"/>
                <a:gd name="T37" fmla="*/ 330 h 341"/>
                <a:gd name="T38" fmla="*/ 20 w 193"/>
                <a:gd name="T39" fmla="*/ 341 h 341"/>
                <a:gd name="T40" fmla="*/ 18 w 193"/>
                <a:gd name="T41" fmla="*/ 322 h 341"/>
                <a:gd name="T42" fmla="*/ 21 w 193"/>
                <a:gd name="T43" fmla="*/ 292 h 341"/>
                <a:gd name="T44" fmla="*/ 11 w 193"/>
                <a:gd name="T45" fmla="*/ 248 h 341"/>
                <a:gd name="T46" fmla="*/ 37 w 193"/>
                <a:gd name="T47" fmla="*/ 209 h 341"/>
                <a:gd name="T48" fmla="*/ 42 w 193"/>
                <a:gd name="T49" fmla="*/ 195 h 341"/>
                <a:gd name="T50" fmla="*/ 41 w 193"/>
                <a:gd name="T51" fmla="*/ 173 h 341"/>
                <a:gd name="T52" fmla="*/ 47 w 193"/>
                <a:gd name="T53" fmla="*/ 133 h 341"/>
                <a:gd name="T54" fmla="*/ 29 w 193"/>
                <a:gd name="T55" fmla="*/ 124 h 341"/>
                <a:gd name="T56" fmla="*/ 17 w 193"/>
                <a:gd name="T57" fmla="*/ 115 h 341"/>
                <a:gd name="T58" fmla="*/ 1 w 193"/>
                <a:gd name="T59" fmla="*/ 108 h 341"/>
                <a:gd name="T60" fmla="*/ 56 w 193"/>
                <a:gd name="T61" fmla="*/ 76 h 341"/>
                <a:gd name="T62" fmla="*/ 71 w 193"/>
                <a:gd name="T63" fmla="*/ 84 h 341"/>
                <a:gd name="T64" fmla="*/ 79 w 193"/>
                <a:gd name="T65" fmla="*/ 97 h 341"/>
                <a:gd name="T66" fmla="*/ 75 w 193"/>
                <a:gd name="T67" fmla="*/ 122 h 341"/>
                <a:gd name="T68" fmla="*/ 92 w 193"/>
                <a:gd name="T69" fmla="*/ 120 h 341"/>
                <a:gd name="T70" fmla="*/ 100 w 193"/>
                <a:gd name="T71" fmla="*/ 89 h 341"/>
                <a:gd name="T72" fmla="*/ 87 w 193"/>
                <a:gd name="T73" fmla="*/ 67 h 341"/>
                <a:gd name="T74" fmla="*/ 76 w 193"/>
                <a:gd name="T75" fmla="*/ 4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3" h="341">
                  <a:moveTo>
                    <a:pt x="82" y="25"/>
                  </a:moveTo>
                  <a:lnTo>
                    <a:pt x="96" y="23"/>
                  </a:lnTo>
                  <a:lnTo>
                    <a:pt x="117" y="29"/>
                  </a:lnTo>
                  <a:lnTo>
                    <a:pt x="122" y="26"/>
                  </a:lnTo>
                  <a:lnTo>
                    <a:pt x="135" y="26"/>
                  </a:lnTo>
                  <a:lnTo>
                    <a:pt x="142" y="20"/>
                  </a:lnTo>
                  <a:lnTo>
                    <a:pt x="153" y="20"/>
                  </a:lnTo>
                  <a:lnTo>
                    <a:pt x="173" y="12"/>
                  </a:lnTo>
                  <a:lnTo>
                    <a:pt x="188" y="0"/>
                  </a:lnTo>
                  <a:lnTo>
                    <a:pt x="190" y="9"/>
                  </a:lnTo>
                  <a:lnTo>
                    <a:pt x="189" y="30"/>
                  </a:lnTo>
                  <a:lnTo>
                    <a:pt x="191" y="48"/>
                  </a:lnTo>
                  <a:lnTo>
                    <a:pt x="190" y="81"/>
                  </a:lnTo>
                  <a:lnTo>
                    <a:pt x="193" y="91"/>
                  </a:lnTo>
                  <a:lnTo>
                    <a:pt x="186" y="105"/>
                  </a:lnTo>
                  <a:lnTo>
                    <a:pt x="179" y="120"/>
                  </a:lnTo>
                  <a:lnTo>
                    <a:pt x="166" y="133"/>
                  </a:lnTo>
                  <a:lnTo>
                    <a:pt x="150" y="141"/>
                  </a:lnTo>
                  <a:lnTo>
                    <a:pt x="129" y="151"/>
                  </a:lnTo>
                  <a:lnTo>
                    <a:pt x="107" y="173"/>
                  </a:lnTo>
                  <a:lnTo>
                    <a:pt x="100" y="177"/>
                  </a:lnTo>
                  <a:lnTo>
                    <a:pt x="86" y="192"/>
                  </a:lnTo>
                  <a:lnTo>
                    <a:pt x="79" y="196"/>
                  </a:lnTo>
                  <a:lnTo>
                    <a:pt x="76" y="211"/>
                  </a:lnTo>
                  <a:lnTo>
                    <a:pt x="84" y="227"/>
                  </a:lnTo>
                  <a:lnTo>
                    <a:pt x="87" y="239"/>
                  </a:lnTo>
                  <a:lnTo>
                    <a:pt x="86" y="245"/>
                  </a:lnTo>
                  <a:lnTo>
                    <a:pt x="90" y="244"/>
                  </a:lnTo>
                  <a:lnTo>
                    <a:pt x="88" y="265"/>
                  </a:lnTo>
                  <a:lnTo>
                    <a:pt x="84" y="274"/>
                  </a:lnTo>
                  <a:lnTo>
                    <a:pt x="88" y="278"/>
                  </a:lnTo>
                  <a:lnTo>
                    <a:pt x="85" y="287"/>
                  </a:lnTo>
                  <a:lnTo>
                    <a:pt x="77" y="294"/>
                  </a:lnTo>
                  <a:lnTo>
                    <a:pt x="62" y="301"/>
                  </a:lnTo>
                  <a:lnTo>
                    <a:pt x="39" y="312"/>
                  </a:lnTo>
                  <a:lnTo>
                    <a:pt x="31" y="320"/>
                  </a:lnTo>
                  <a:lnTo>
                    <a:pt x="32" y="329"/>
                  </a:lnTo>
                  <a:lnTo>
                    <a:pt x="36" y="330"/>
                  </a:lnTo>
                  <a:lnTo>
                    <a:pt x="34" y="341"/>
                  </a:lnTo>
                  <a:lnTo>
                    <a:pt x="20" y="341"/>
                  </a:lnTo>
                  <a:lnTo>
                    <a:pt x="20" y="332"/>
                  </a:lnTo>
                  <a:lnTo>
                    <a:pt x="18" y="322"/>
                  </a:lnTo>
                  <a:lnTo>
                    <a:pt x="17" y="315"/>
                  </a:lnTo>
                  <a:lnTo>
                    <a:pt x="21" y="292"/>
                  </a:lnTo>
                  <a:lnTo>
                    <a:pt x="18" y="277"/>
                  </a:lnTo>
                  <a:lnTo>
                    <a:pt x="11" y="248"/>
                  </a:lnTo>
                  <a:lnTo>
                    <a:pt x="31" y="224"/>
                  </a:lnTo>
                  <a:lnTo>
                    <a:pt x="37" y="209"/>
                  </a:lnTo>
                  <a:lnTo>
                    <a:pt x="39" y="207"/>
                  </a:lnTo>
                  <a:lnTo>
                    <a:pt x="42" y="195"/>
                  </a:lnTo>
                  <a:lnTo>
                    <a:pt x="40" y="189"/>
                  </a:lnTo>
                  <a:lnTo>
                    <a:pt x="41" y="173"/>
                  </a:lnTo>
                  <a:lnTo>
                    <a:pt x="46" y="159"/>
                  </a:lnTo>
                  <a:lnTo>
                    <a:pt x="47" y="133"/>
                  </a:lnTo>
                  <a:lnTo>
                    <a:pt x="38" y="126"/>
                  </a:lnTo>
                  <a:lnTo>
                    <a:pt x="29" y="124"/>
                  </a:lnTo>
                  <a:lnTo>
                    <a:pt x="25" y="119"/>
                  </a:lnTo>
                  <a:lnTo>
                    <a:pt x="17" y="115"/>
                  </a:lnTo>
                  <a:lnTo>
                    <a:pt x="2" y="115"/>
                  </a:lnTo>
                  <a:lnTo>
                    <a:pt x="1" y="108"/>
                  </a:lnTo>
                  <a:lnTo>
                    <a:pt x="0" y="93"/>
                  </a:lnTo>
                  <a:lnTo>
                    <a:pt x="56" y="76"/>
                  </a:lnTo>
                  <a:lnTo>
                    <a:pt x="66" y="86"/>
                  </a:lnTo>
                  <a:lnTo>
                    <a:pt x="71" y="84"/>
                  </a:lnTo>
                  <a:lnTo>
                    <a:pt x="78" y="89"/>
                  </a:lnTo>
                  <a:lnTo>
                    <a:pt x="79" y="97"/>
                  </a:lnTo>
                  <a:lnTo>
                    <a:pt x="74" y="107"/>
                  </a:lnTo>
                  <a:lnTo>
                    <a:pt x="75" y="122"/>
                  </a:lnTo>
                  <a:lnTo>
                    <a:pt x="86" y="134"/>
                  </a:lnTo>
                  <a:lnTo>
                    <a:pt x="92" y="120"/>
                  </a:lnTo>
                  <a:lnTo>
                    <a:pt x="100" y="116"/>
                  </a:lnTo>
                  <a:lnTo>
                    <a:pt x="100" y="89"/>
                  </a:lnTo>
                  <a:lnTo>
                    <a:pt x="93" y="74"/>
                  </a:lnTo>
                  <a:lnTo>
                    <a:pt x="87" y="67"/>
                  </a:lnTo>
                  <a:lnTo>
                    <a:pt x="80" y="68"/>
                  </a:lnTo>
                  <a:lnTo>
                    <a:pt x="76" y="40"/>
                  </a:lnTo>
                  <a:lnTo>
                    <a:pt x="82" y="2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4" name="Freeform 127">
              <a:extLst>
                <a:ext uri="{FF2B5EF4-FFF2-40B4-BE49-F238E27FC236}">
                  <a16:creationId xmlns:a16="http://schemas.microsoft.com/office/drawing/2014/main" id="{B6B9E91F-8F5B-FA60-3F26-DA21C28DE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489" y="3005137"/>
              <a:ext cx="347663" cy="422275"/>
            </a:xfrm>
            <a:custGeom>
              <a:avLst/>
              <a:gdLst>
                <a:gd name="T0" fmla="*/ 86 w 219"/>
                <a:gd name="T1" fmla="*/ 266 h 266"/>
                <a:gd name="T2" fmla="*/ 74 w 219"/>
                <a:gd name="T3" fmla="*/ 251 h 266"/>
                <a:gd name="T4" fmla="*/ 63 w 219"/>
                <a:gd name="T5" fmla="*/ 236 h 266"/>
                <a:gd name="T6" fmla="*/ 51 w 219"/>
                <a:gd name="T7" fmla="*/ 231 h 266"/>
                <a:gd name="T8" fmla="*/ 43 w 219"/>
                <a:gd name="T9" fmla="*/ 225 h 266"/>
                <a:gd name="T10" fmla="*/ 33 w 219"/>
                <a:gd name="T11" fmla="*/ 225 h 266"/>
                <a:gd name="T12" fmla="*/ 24 w 219"/>
                <a:gd name="T13" fmla="*/ 229 h 266"/>
                <a:gd name="T14" fmla="*/ 15 w 219"/>
                <a:gd name="T15" fmla="*/ 227 h 266"/>
                <a:gd name="T16" fmla="*/ 8 w 219"/>
                <a:gd name="T17" fmla="*/ 234 h 266"/>
                <a:gd name="T18" fmla="*/ 7 w 219"/>
                <a:gd name="T19" fmla="*/ 223 h 266"/>
                <a:gd name="T20" fmla="*/ 12 w 219"/>
                <a:gd name="T21" fmla="*/ 213 h 266"/>
                <a:gd name="T22" fmla="*/ 15 w 219"/>
                <a:gd name="T23" fmla="*/ 193 h 266"/>
                <a:gd name="T24" fmla="*/ 13 w 219"/>
                <a:gd name="T25" fmla="*/ 173 h 266"/>
                <a:gd name="T26" fmla="*/ 11 w 219"/>
                <a:gd name="T27" fmla="*/ 162 h 266"/>
                <a:gd name="T28" fmla="*/ 14 w 219"/>
                <a:gd name="T29" fmla="*/ 152 h 266"/>
                <a:gd name="T30" fmla="*/ 9 w 219"/>
                <a:gd name="T31" fmla="*/ 142 h 266"/>
                <a:gd name="T32" fmla="*/ 0 w 219"/>
                <a:gd name="T33" fmla="*/ 133 h 266"/>
                <a:gd name="T34" fmla="*/ 4 w 219"/>
                <a:gd name="T35" fmla="*/ 126 h 266"/>
                <a:gd name="T36" fmla="*/ 75 w 219"/>
                <a:gd name="T37" fmla="*/ 126 h 266"/>
                <a:gd name="T38" fmla="*/ 72 w 219"/>
                <a:gd name="T39" fmla="*/ 96 h 266"/>
                <a:gd name="T40" fmla="*/ 77 w 219"/>
                <a:gd name="T41" fmla="*/ 86 h 266"/>
                <a:gd name="T42" fmla="*/ 93 w 219"/>
                <a:gd name="T43" fmla="*/ 84 h 266"/>
                <a:gd name="T44" fmla="*/ 94 w 219"/>
                <a:gd name="T45" fmla="*/ 31 h 266"/>
                <a:gd name="T46" fmla="*/ 153 w 219"/>
                <a:gd name="T47" fmla="*/ 32 h 266"/>
                <a:gd name="T48" fmla="*/ 153 w 219"/>
                <a:gd name="T49" fmla="*/ 0 h 266"/>
                <a:gd name="T50" fmla="*/ 219 w 219"/>
                <a:gd name="T51" fmla="*/ 51 h 266"/>
                <a:gd name="T52" fmla="*/ 192 w 219"/>
                <a:gd name="T53" fmla="*/ 51 h 266"/>
                <a:gd name="T54" fmla="*/ 200 w 219"/>
                <a:gd name="T55" fmla="*/ 141 h 266"/>
                <a:gd name="T56" fmla="*/ 208 w 219"/>
                <a:gd name="T57" fmla="*/ 230 h 266"/>
                <a:gd name="T58" fmla="*/ 211 w 219"/>
                <a:gd name="T59" fmla="*/ 233 h 266"/>
                <a:gd name="T60" fmla="*/ 207 w 219"/>
                <a:gd name="T61" fmla="*/ 247 h 266"/>
                <a:gd name="T62" fmla="*/ 134 w 219"/>
                <a:gd name="T63" fmla="*/ 248 h 266"/>
                <a:gd name="T64" fmla="*/ 131 w 219"/>
                <a:gd name="T65" fmla="*/ 252 h 266"/>
                <a:gd name="T66" fmla="*/ 124 w 219"/>
                <a:gd name="T67" fmla="*/ 251 h 266"/>
                <a:gd name="T68" fmla="*/ 114 w 219"/>
                <a:gd name="T69" fmla="*/ 255 h 266"/>
                <a:gd name="T70" fmla="*/ 101 w 219"/>
                <a:gd name="T71" fmla="*/ 249 h 266"/>
                <a:gd name="T72" fmla="*/ 95 w 219"/>
                <a:gd name="T73" fmla="*/ 250 h 266"/>
                <a:gd name="T74" fmla="*/ 92 w 219"/>
                <a:gd name="T75" fmla="*/ 262 h 266"/>
                <a:gd name="T76" fmla="*/ 86 w 219"/>
                <a:gd name="T77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9" h="266">
                  <a:moveTo>
                    <a:pt x="86" y="266"/>
                  </a:moveTo>
                  <a:lnTo>
                    <a:pt x="74" y="251"/>
                  </a:lnTo>
                  <a:lnTo>
                    <a:pt x="63" y="236"/>
                  </a:lnTo>
                  <a:lnTo>
                    <a:pt x="51" y="231"/>
                  </a:lnTo>
                  <a:lnTo>
                    <a:pt x="43" y="225"/>
                  </a:lnTo>
                  <a:lnTo>
                    <a:pt x="33" y="225"/>
                  </a:lnTo>
                  <a:lnTo>
                    <a:pt x="24" y="229"/>
                  </a:lnTo>
                  <a:lnTo>
                    <a:pt x="15" y="227"/>
                  </a:lnTo>
                  <a:lnTo>
                    <a:pt x="8" y="234"/>
                  </a:lnTo>
                  <a:lnTo>
                    <a:pt x="7" y="223"/>
                  </a:lnTo>
                  <a:lnTo>
                    <a:pt x="12" y="213"/>
                  </a:lnTo>
                  <a:lnTo>
                    <a:pt x="15" y="193"/>
                  </a:lnTo>
                  <a:lnTo>
                    <a:pt x="13" y="173"/>
                  </a:lnTo>
                  <a:lnTo>
                    <a:pt x="11" y="162"/>
                  </a:lnTo>
                  <a:lnTo>
                    <a:pt x="14" y="152"/>
                  </a:lnTo>
                  <a:lnTo>
                    <a:pt x="9" y="142"/>
                  </a:lnTo>
                  <a:lnTo>
                    <a:pt x="0" y="133"/>
                  </a:lnTo>
                  <a:lnTo>
                    <a:pt x="4" y="126"/>
                  </a:lnTo>
                  <a:lnTo>
                    <a:pt x="75" y="126"/>
                  </a:lnTo>
                  <a:lnTo>
                    <a:pt x="72" y="96"/>
                  </a:lnTo>
                  <a:lnTo>
                    <a:pt x="77" y="86"/>
                  </a:lnTo>
                  <a:lnTo>
                    <a:pt x="93" y="84"/>
                  </a:lnTo>
                  <a:lnTo>
                    <a:pt x="94" y="31"/>
                  </a:lnTo>
                  <a:lnTo>
                    <a:pt x="153" y="32"/>
                  </a:lnTo>
                  <a:lnTo>
                    <a:pt x="153" y="0"/>
                  </a:lnTo>
                  <a:lnTo>
                    <a:pt x="219" y="51"/>
                  </a:lnTo>
                  <a:lnTo>
                    <a:pt x="192" y="51"/>
                  </a:lnTo>
                  <a:lnTo>
                    <a:pt x="200" y="141"/>
                  </a:lnTo>
                  <a:lnTo>
                    <a:pt x="208" y="230"/>
                  </a:lnTo>
                  <a:lnTo>
                    <a:pt x="211" y="233"/>
                  </a:lnTo>
                  <a:lnTo>
                    <a:pt x="207" y="247"/>
                  </a:lnTo>
                  <a:lnTo>
                    <a:pt x="134" y="248"/>
                  </a:lnTo>
                  <a:lnTo>
                    <a:pt x="131" y="252"/>
                  </a:lnTo>
                  <a:lnTo>
                    <a:pt x="124" y="251"/>
                  </a:lnTo>
                  <a:lnTo>
                    <a:pt x="114" y="255"/>
                  </a:lnTo>
                  <a:lnTo>
                    <a:pt x="101" y="249"/>
                  </a:lnTo>
                  <a:lnTo>
                    <a:pt x="95" y="250"/>
                  </a:lnTo>
                  <a:lnTo>
                    <a:pt x="92" y="262"/>
                  </a:lnTo>
                  <a:lnTo>
                    <a:pt x="86" y="26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5" name="Freeform 128">
              <a:extLst>
                <a:ext uri="{FF2B5EF4-FFF2-40B4-BE49-F238E27FC236}">
                  <a16:creationId xmlns:a16="http://schemas.microsoft.com/office/drawing/2014/main" id="{28DFF3BA-8E8E-30FE-D070-7D1F64DEA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0002" y="4213225"/>
              <a:ext cx="85725" cy="249238"/>
            </a:xfrm>
            <a:custGeom>
              <a:avLst/>
              <a:gdLst>
                <a:gd name="T0" fmla="*/ 36 w 54"/>
                <a:gd name="T1" fmla="*/ 48 h 157"/>
                <a:gd name="T2" fmla="*/ 30 w 54"/>
                <a:gd name="T3" fmla="*/ 63 h 157"/>
                <a:gd name="T4" fmla="*/ 34 w 54"/>
                <a:gd name="T5" fmla="*/ 91 h 157"/>
                <a:gd name="T6" fmla="*/ 41 w 54"/>
                <a:gd name="T7" fmla="*/ 90 h 157"/>
                <a:gd name="T8" fmla="*/ 47 w 54"/>
                <a:gd name="T9" fmla="*/ 97 h 157"/>
                <a:gd name="T10" fmla="*/ 54 w 54"/>
                <a:gd name="T11" fmla="*/ 112 h 157"/>
                <a:gd name="T12" fmla="*/ 54 w 54"/>
                <a:gd name="T13" fmla="*/ 139 h 157"/>
                <a:gd name="T14" fmla="*/ 46 w 54"/>
                <a:gd name="T15" fmla="*/ 143 h 157"/>
                <a:gd name="T16" fmla="*/ 40 w 54"/>
                <a:gd name="T17" fmla="*/ 157 h 157"/>
                <a:gd name="T18" fmla="*/ 29 w 54"/>
                <a:gd name="T19" fmla="*/ 145 h 157"/>
                <a:gd name="T20" fmla="*/ 28 w 54"/>
                <a:gd name="T21" fmla="*/ 130 h 157"/>
                <a:gd name="T22" fmla="*/ 33 w 54"/>
                <a:gd name="T23" fmla="*/ 120 h 157"/>
                <a:gd name="T24" fmla="*/ 32 w 54"/>
                <a:gd name="T25" fmla="*/ 112 h 157"/>
                <a:gd name="T26" fmla="*/ 25 w 54"/>
                <a:gd name="T27" fmla="*/ 107 h 157"/>
                <a:gd name="T28" fmla="*/ 20 w 54"/>
                <a:gd name="T29" fmla="*/ 109 h 157"/>
                <a:gd name="T30" fmla="*/ 10 w 54"/>
                <a:gd name="T31" fmla="*/ 99 h 157"/>
                <a:gd name="T32" fmla="*/ 0 w 54"/>
                <a:gd name="T33" fmla="*/ 93 h 157"/>
                <a:gd name="T34" fmla="*/ 6 w 54"/>
                <a:gd name="T35" fmla="*/ 74 h 157"/>
                <a:gd name="T36" fmla="*/ 12 w 54"/>
                <a:gd name="T37" fmla="*/ 67 h 157"/>
                <a:gd name="T38" fmla="*/ 9 w 54"/>
                <a:gd name="T39" fmla="*/ 50 h 157"/>
                <a:gd name="T40" fmla="*/ 13 w 54"/>
                <a:gd name="T41" fmla="*/ 33 h 157"/>
                <a:gd name="T42" fmla="*/ 17 w 54"/>
                <a:gd name="T43" fmla="*/ 27 h 157"/>
                <a:gd name="T44" fmla="*/ 13 w 54"/>
                <a:gd name="T45" fmla="*/ 10 h 157"/>
                <a:gd name="T46" fmla="*/ 4 w 54"/>
                <a:gd name="T47" fmla="*/ 0 h 157"/>
                <a:gd name="T48" fmla="*/ 22 w 54"/>
                <a:gd name="T49" fmla="*/ 4 h 157"/>
                <a:gd name="T50" fmla="*/ 25 w 54"/>
                <a:gd name="T51" fmla="*/ 10 h 157"/>
                <a:gd name="T52" fmla="*/ 32 w 54"/>
                <a:gd name="T53" fmla="*/ 20 h 157"/>
                <a:gd name="T54" fmla="*/ 36 w 54"/>
                <a:gd name="T55" fmla="*/ 4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" h="157">
                  <a:moveTo>
                    <a:pt x="36" y="48"/>
                  </a:moveTo>
                  <a:lnTo>
                    <a:pt x="30" y="63"/>
                  </a:lnTo>
                  <a:lnTo>
                    <a:pt x="34" y="91"/>
                  </a:lnTo>
                  <a:lnTo>
                    <a:pt x="41" y="90"/>
                  </a:lnTo>
                  <a:lnTo>
                    <a:pt x="47" y="97"/>
                  </a:lnTo>
                  <a:lnTo>
                    <a:pt x="54" y="112"/>
                  </a:lnTo>
                  <a:lnTo>
                    <a:pt x="54" y="139"/>
                  </a:lnTo>
                  <a:lnTo>
                    <a:pt x="46" y="143"/>
                  </a:lnTo>
                  <a:lnTo>
                    <a:pt x="40" y="157"/>
                  </a:lnTo>
                  <a:lnTo>
                    <a:pt x="29" y="145"/>
                  </a:lnTo>
                  <a:lnTo>
                    <a:pt x="28" y="130"/>
                  </a:lnTo>
                  <a:lnTo>
                    <a:pt x="33" y="120"/>
                  </a:lnTo>
                  <a:lnTo>
                    <a:pt x="32" y="112"/>
                  </a:lnTo>
                  <a:lnTo>
                    <a:pt x="25" y="107"/>
                  </a:lnTo>
                  <a:lnTo>
                    <a:pt x="20" y="109"/>
                  </a:lnTo>
                  <a:lnTo>
                    <a:pt x="10" y="99"/>
                  </a:lnTo>
                  <a:lnTo>
                    <a:pt x="0" y="93"/>
                  </a:lnTo>
                  <a:lnTo>
                    <a:pt x="6" y="74"/>
                  </a:lnTo>
                  <a:lnTo>
                    <a:pt x="12" y="67"/>
                  </a:lnTo>
                  <a:lnTo>
                    <a:pt x="9" y="50"/>
                  </a:lnTo>
                  <a:lnTo>
                    <a:pt x="13" y="33"/>
                  </a:lnTo>
                  <a:lnTo>
                    <a:pt x="17" y="27"/>
                  </a:lnTo>
                  <a:lnTo>
                    <a:pt x="13" y="10"/>
                  </a:lnTo>
                  <a:lnTo>
                    <a:pt x="4" y="0"/>
                  </a:lnTo>
                  <a:lnTo>
                    <a:pt x="22" y="4"/>
                  </a:lnTo>
                  <a:lnTo>
                    <a:pt x="25" y="10"/>
                  </a:lnTo>
                  <a:lnTo>
                    <a:pt x="32" y="20"/>
                  </a:lnTo>
                  <a:lnTo>
                    <a:pt x="36" y="4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6" name="Freeform 129">
              <a:extLst>
                <a:ext uri="{FF2B5EF4-FFF2-40B4-BE49-F238E27FC236}">
                  <a16:creationId xmlns:a16="http://schemas.microsoft.com/office/drawing/2014/main" id="{AC64C3A9-2BE3-6636-AEA6-B726BEA8BB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28502" y="3681413"/>
              <a:ext cx="557213" cy="201613"/>
            </a:xfrm>
            <a:custGeom>
              <a:avLst/>
              <a:gdLst>
                <a:gd name="T0" fmla="*/ 1401 w 1439"/>
                <a:gd name="T1" fmla="*/ 208 h 524"/>
                <a:gd name="T2" fmla="*/ 1346 w 1439"/>
                <a:gd name="T3" fmla="*/ 237 h 524"/>
                <a:gd name="T4" fmla="*/ 1281 w 1439"/>
                <a:gd name="T5" fmla="*/ 223 h 524"/>
                <a:gd name="T6" fmla="*/ 1194 w 1439"/>
                <a:gd name="T7" fmla="*/ 223 h 524"/>
                <a:gd name="T8" fmla="*/ 1171 w 1439"/>
                <a:gd name="T9" fmla="*/ 320 h 524"/>
                <a:gd name="T10" fmla="*/ 1143 w 1439"/>
                <a:gd name="T11" fmla="*/ 349 h 524"/>
                <a:gd name="T12" fmla="*/ 1107 w 1439"/>
                <a:gd name="T13" fmla="*/ 468 h 524"/>
                <a:gd name="T14" fmla="*/ 1045 w 1439"/>
                <a:gd name="T15" fmla="*/ 486 h 524"/>
                <a:gd name="T16" fmla="*/ 974 w 1439"/>
                <a:gd name="T17" fmla="*/ 462 h 524"/>
                <a:gd name="T18" fmla="*/ 938 w 1439"/>
                <a:gd name="T19" fmla="*/ 469 h 524"/>
                <a:gd name="T20" fmla="*/ 894 w 1439"/>
                <a:gd name="T21" fmla="*/ 512 h 524"/>
                <a:gd name="T22" fmla="*/ 846 w 1439"/>
                <a:gd name="T23" fmla="*/ 506 h 524"/>
                <a:gd name="T24" fmla="*/ 798 w 1439"/>
                <a:gd name="T25" fmla="*/ 524 h 524"/>
                <a:gd name="T26" fmla="*/ 746 w 1439"/>
                <a:gd name="T27" fmla="*/ 476 h 524"/>
                <a:gd name="T28" fmla="*/ 733 w 1439"/>
                <a:gd name="T29" fmla="*/ 419 h 524"/>
                <a:gd name="T30" fmla="*/ 788 w 1439"/>
                <a:gd name="T31" fmla="*/ 448 h 524"/>
                <a:gd name="T32" fmla="*/ 846 w 1439"/>
                <a:gd name="T33" fmla="*/ 432 h 524"/>
                <a:gd name="T34" fmla="*/ 860 w 1439"/>
                <a:gd name="T35" fmla="*/ 360 h 524"/>
                <a:gd name="T36" fmla="*/ 892 w 1439"/>
                <a:gd name="T37" fmla="*/ 344 h 524"/>
                <a:gd name="T38" fmla="*/ 981 w 1439"/>
                <a:gd name="T39" fmla="*/ 325 h 524"/>
                <a:gd name="T40" fmla="*/ 1033 w 1439"/>
                <a:gd name="T41" fmla="*/ 258 h 524"/>
                <a:gd name="T42" fmla="*/ 1068 w 1439"/>
                <a:gd name="T43" fmla="*/ 204 h 524"/>
                <a:gd name="T44" fmla="*/ 1104 w 1439"/>
                <a:gd name="T45" fmla="*/ 248 h 524"/>
                <a:gd name="T46" fmla="*/ 1119 w 1439"/>
                <a:gd name="T47" fmla="*/ 219 h 524"/>
                <a:gd name="T48" fmla="*/ 1155 w 1439"/>
                <a:gd name="T49" fmla="*/ 222 h 524"/>
                <a:gd name="T50" fmla="*/ 1157 w 1439"/>
                <a:gd name="T51" fmla="*/ 168 h 524"/>
                <a:gd name="T52" fmla="*/ 1159 w 1439"/>
                <a:gd name="T53" fmla="*/ 126 h 524"/>
                <a:gd name="T54" fmla="*/ 1214 w 1439"/>
                <a:gd name="T55" fmla="*/ 66 h 524"/>
                <a:gd name="T56" fmla="*/ 1248 w 1439"/>
                <a:gd name="T57" fmla="*/ 0 h 524"/>
                <a:gd name="T58" fmla="*/ 1278 w 1439"/>
                <a:gd name="T59" fmla="*/ 0 h 524"/>
                <a:gd name="T60" fmla="*/ 1319 w 1439"/>
                <a:gd name="T61" fmla="*/ 43 h 524"/>
                <a:gd name="T62" fmla="*/ 1325 w 1439"/>
                <a:gd name="T63" fmla="*/ 80 h 524"/>
                <a:gd name="T64" fmla="*/ 1375 w 1439"/>
                <a:gd name="T65" fmla="*/ 103 h 524"/>
                <a:gd name="T66" fmla="*/ 1439 w 1439"/>
                <a:gd name="T67" fmla="*/ 129 h 524"/>
                <a:gd name="T68" fmla="*/ 1436 w 1439"/>
                <a:gd name="T69" fmla="*/ 162 h 524"/>
                <a:gd name="T70" fmla="*/ 1385 w 1439"/>
                <a:gd name="T71" fmla="*/ 167 h 524"/>
                <a:gd name="T72" fmla="*/ 1401 w 1439"/>
                <a:gd name="T73" fmla="*/ 208 h 524"/>
                <a:gd name="T74" fmla="*/ 75 w 1439"/>
                <a:gd name="T75" fmla="*/ 61 h 524"/>
                <a:gd name="T76" fmla="*/ 83 w 1439"/>
                <a:gd name="T77" fmla="*/ 105 h 524"/>
                <a:gd name="T78" fmla="*/ 133 w 1439"/>
                <a:gd name="T79" fmla="*/ 95 h 524"/>
                <a:gd name="T80" fmla="*/ 155 w 1439"/>
                <a:gd name="T81" fmla="*/ 60 h 524"/>
                <a:gd name="T82" fmla="*/ 173 w 1439"/>
                <a:gd name="T83" fmla="*/ 68 h 524"/>
                <a:gd name="T84" fmla="*/ 220 w 1439"/>
                <a:gd name="T85" fmla="*/ 119 h 524"/>
                <a:gd name="T86" fmla="*/ 254 w 1439"/>
                <a:gd name="T87" fmla="*/ 176 h 524"/>
                <a:gd name="T88" fmla="*/ 260 w 1439"/>
                <a:gd name="T89" fmla="*/ 233 h 524"/>
                <a:gd name="T90" fmla="*/ 253 w 1439"/>
                <a:gd name="T91" fmla="*/ 272 h 524"/>
                <a:gd name="T92" fmla="*/ 261 w 1439"/>
                <a:gd name="T93" fmla="*/ 301 h 524"/>
                <a:gd name="T94" fmla="*/ 268 w 1439"/>
                <a:gd name="T95" fmla="*/ 352 h 524"/>
                <a:gd name="T96" fmla="*/ 295 w 1439"/>
                <a:gd name="T97" fmla="*/ 375 h 524"/>
                <a:gd name="T98" fmla="*/ 326 w 1439"/>
                <a:gd name="T99" fmla="*/ 451 h 524"/>
                <a:gd name="T100" fmla="*/ 325 w 1439"/>
                <a:gd name="T101" fmla="*/ 479 h 524"/>
                <a:gd name="T102" fmla="*/ 271 w 1439"/>
                <a:gd name="T103" fmla="*/ 485 h 524"/>
                <a:gd name="T104" fmla="*/ 199 w 1439"/>
                <a:gd name="T105" fmla="*/ 422 h 524"/>
                <a:gd name="T106" fmla="*/ 109 w 1439"/>
                <a:gd name="T107" fmla="*/ 354 h 524"/>
                <a:gd name="T108" fmla="*/ 99 w 1439"/>
                <a:gd name="T109" fmla="*/ 311 h 524"/>
                <a:gd name="T110" fmla="*/ 54 w 1439"/>
                <a:gd name="T111" fmla="*/ 254 h 524"/>
                <a:gd name="T112" fmla="*/ 42 w 1439"/>
                <a:gd name="T113" fmla="*/ 184 h 524"/>
                <a:gd name="T114" fmla="*/ 13 w 1439"/>
                <a:gd name="T115" fmla="*/ 137 h 524"/>
                <a:gd name="T116" fmla="*/ 18 w 1439"/>
                <a:gd name="T117" fmla="*/ 75 h 524"/>
                <a:gd name="T118" fmla="*/ 0 w 1439"/>
                <a:gd name="T119" fmla="*/ 39 h 524"/>
                <a:gd name="T120" fmla="*/ 12 w 1439"/>
                <a:gd name="T121" fmla="*/ 24 h 524"/>
                <a:gd name="T122" fmla="*/ 75 w 1439"/>
                <a:gd name="T123" fmla="*/ 61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9" h="524">
                  <a:moveTo>
                    <a:pt x="1401" y="208"/>
                  </a:moveTo>
                  <a:lnTo>
                    <a:pt x="1346" y="237"/>
                  </a:lnTo>
                  <a:lnTo>
                    <a:pt x="1281" y="223"/>
                  </a:lnTo>
                  <a:lnTo>
                    <a:pt x="1194" y="223"/>
                  </a:lnTo>
                  <a:lnTo>
                    <a:pt x="1171" y="320"/>
                  </a:lnTo>
                  <a:lnTo>
                    <a:pt x="1143" y="349"/>
                  </a:lnTo>
                  <a:lnTo>
                    <a:pt x="1107" y="468"/>
                  </a:lnTo>
                  <a:lnTo>
                    <a:pt x="1045" y="486"/>
                  </a:lnTo>
                  <a:lnTo>
                    <a:pt x="974" y="462"/>
                  </a:lnTo>
                  <a:lnTo>
                    <a:pt x="938" y="469"/>
                  </a:lnTo>
                  <a:lnTo>
                    <a:pt x="894" y="512"/>
                  </a:lnTo>
                  <a:lnTo>
                    <a:pt x="846" y="506"/>
                  </a:lnTo>
                  <a:lnTo>
                    <a:pt x="798" y="524"/>
                  </a:lnTo>
                  <a:lnTo>
                    <a:pt x="746" y="476"/>
                  </a:lnTo>
                  <a:lnTo>
                    <a:pt x="733" y="419"/>
                  </a:lnTo>
                  <a:lnTo>
                    <a:pt x="788" y="448"/>
                  </a:lnTo>
                  <a:lnTo>
                    <a:pt x="846" y="432"/>
                  </a:lnTo>
                  <a:lnTo>
                    <a:pt x="860" y="360"/>
                  </a:lnTo>
                  <a:lnTo>
                    <a:pt x="892" y="344"/>
                  </a:lnTo>
                  <a:lnTo>
                    <a:pt x="981" y="325"/>
                  </a:lnTo>
                  <a:lnTo>
                    <a:pt x="1033" y="258"/>
                  </a:lnTo>
                  <a:lnTo>
                    <a:pt x="1068" y="204"/>
                  </a:lnTo>
                  <a:lnTo>
                    <a:pt x="1104" y="248"/>
                  </a:lnTo>
                  <a:lnTo>
                    <a:pt x="1119" y="219"/>
                  </a:lnTo>
                  <a:lnTo>
                    <a:pt x="1155" y="222"/>
                  </a:lnTo>
                  <a:lnTo>
                    <a:pt x="1157" y="168"/>
                  </a:lnTo>
                  <a:lnTo>
                    <a:pt x="1159" y="126"/>
                  </a:lnTo>
                  <a:lnTo>
                    <a:pt x="1214" y="66"/>
                  </a:lnTo>
                  <a:lnTo>
                    <a:pt x="1248" y="0"/>
                  </a:lnTo>
                  <a:lnTo>
                    <a:pt x="1278" y="0"/>
                  </a:lnTo>
                  <a:lnTo>
                    <a:pt x="1319" y="43"/>
                  </a:lnTo>
                  <a:lnTo>
                    <a:pt x="1325" y="80"/>
                  </a:lnTo>
                  <a:lnTo>
                    <a:pt x="1375" y="103"/>
                  </a:lnTo>
                  <a:lnTo>
                    <a:pt x="1439" y="129"/>
                  </a:lnTo>
                  <a:lnTo>
                    <a:pt x="1436" y="162"/>
                  </a:lnTo>
                  <a:lnTo>
                    <a:pt x="1385" y="167"/>
                  </a:lnTo>
                  <a:lnTo>
                    <a:pt x="1401" y="208"/>
                  </a:lnTo>
                  <a:moveTo>
                    <a:pt x="75" y="61"/>
                  </a:moveTo>
                  <a:lnTo>
                    <a:pt x="83" y="105"/>
                  </a:lnTo>
                  <a:lnTo>
                    <a:pt x="133" y="95"/>
                  </a:lnTo>
                  <a:lnTo>
                    <a:pt x="155" y="60"/>
                  </a:lnTo>
                  <a:lnTo>
                    <a:pt x="173" y="68"/>
                  </a:lnTo>
                  <a:lnTo>
                    <a:pt x="220" y="119"/>
                  </a:lnTo>
                  <a:lnTo>
                    <a:pt x="254" y="176"/>
                  </a:lnTo>
                  <a:lnTo>
                    <a:pt x="260" y="233"/>
                  </a:lnTo>
                  <a:lnTo>
                    <a:pt x="253" y="272"/>
                  </a:lnTo>
                  <a:lnTo>
                    <a:pt x="261" y="301"/>
                  </a:lnTo>
                  <a:lnTo>
                    <a:pt x="268" y="352"/>
                  </a:lnTo>
                  <a:lnTo>
                    <a:pt x="295" y="375"/>
                  </a:lnTo>
                  <a:lnTo>
                    <a:pt x="326" y="451"/>
                  </a:lnTo>
                  <a:lnTo>
                    <a:pt x="325" y="479"/>
                  </a:lnTo>
                  <a:lnTo>
                    <a:pt x="271" y="485"/>
                  </a:lnTo>
                  <a:lnTo>
                    <a:pt x="199" y="422"/>
                  </a:lnTo>
                  <a:lnTo>
                    <a:pt x="109" y="354"/>
                  </a:lnTo>
                  <a:lnTo>
                    <a:pt x="99" y="311"/>
                  </a:lnTo>
                  <a:lnTo>
                    <a:pt x="54" y="254"/>
                  </a:lnTo>
                  <a:lnTo>
                    <a:pt x="42" y="184"/>
                  </a:lnTo>
                  <a:lnTo>
                    <a:pt x="13" y="137"/>
                  </a:lnTo>
                  <a:lnTo>
                    <a:pt x="18" y="75"/>
                  </a:lnTo>
                  <a:lnTo>
                    <a:pt x="0" y="39"/>
                  </a:lnTo>
                  <a:lnTo>
                    <a:pt x="12" y="24"/>
                  </a:lnTo>
                  <a:lnTo>
                    <a:pt x="75" y="61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7" name="Freeform 130">
              <a:extLst>
                <a:ext uri="{FF2B5EF4-FFF2-40B4-BE49-F238E27FC236}">
                  <a16:creationId xmlns:a16="http://schemas.microsoft.com/office/drawing/2014/main" id="{55E18FBA-F494-32C5-307B-1895C1540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989" y="4467225"/>
              <a:ext cx="384175" cy="400050"/>
            </a:xfrm>
            <a:custGeom>
              <a:avLst/>
              <a:gdLst>
                <a:gd name="T0" fmla="*/ 76 w 242"/>
                <a:gd name="T1" fmla="*/ 242 h 252"/>
                <a:gd name="T2" fmla="*/ 64 w 242"/>
                <a:gd name="T3" fmla="*/ 226 h 252"/>
                <a:gd name="T4" fmla="*/ 58 w 242"/>
                <a:gd name="T5" fmla="*/ 211 h 252"/>
                <a:gd name="T6" fmla="*/ 54 w 242"/>
                <a:gd name="T7" fmla="*/ 191 h 252"/>
                <a:gd name="T8" fmla="*/ 50 w 242"/>
                <a:gd name="T9" fmla="*/ 176 h 252"/>
                <a:gd name="T10" fmla="*/ 45 w 242"/>
                <a:gd name="T11" fmla="*/ 144 h 252"/>
                <a:gd name="T12" fmla="*/ 46 w 242"/>
                <a:gd name="T13" fmla="*/ 119 h 252"/>
                <a:gd name="T14" fmla="*/ 44 w 242"/>
                <a:gd name="T15" fmla="*/ 108 h 252"/>
                <a:gd name="T16" fmla="*/ 37 w 242"/>
                <a:gd name="T17" fmla="*/ 99 h 252"/>
                <a:gd name="T18" fmla="*/ 28 w 242"/>
                <a:gd name="T19" fmla="*/ 82 h 252"/>
                <a:gd name="T20" fmla="*/ 19 w 242"/>
                <a:gd name="T21" fmla="*/ 57 h 252"/>
                <a:gd name="T22" fmla="*/ 15 w 242"/>
                <a:gd name="T23" fmla="*/ 44 h 252"/>
                <a:gd name="T24" fmla="*/ 1 w 242"/>
                <a:gd name="T25" fmla="*/ 24 h 252"/>
                <a:gd name="T26" fmla="*/ 0 w 242"/>
                <a:gd name="T27" fmla="*/ 8 h 252"/>
                <a:gd name="T28" fmla="*/ 9 w 242"/>
                <a:gd name="T29" fmla="*/ 4 h 252"/>
                <a:gd name="T30" fmla="*/ 20 w 242"/>
                <a:gd name="T31" fmla="*/ 0 h 252"/>
                <a:gd name="T32" fmla="*/ 32 w 242"/>
                <a:gd name="T33" fmla="*/ 1 h 252"/>
                <a:gd name="T34" fmla="*/ 42 w 242"/>
                <a:gd name="T35" fmla="*/ 10 h 252"/>
                <a:gd name="T36" fmla="*/ 45 w 242"/>
                <a:gd name="T37" fmla="*/ 9 h 252"/>
                <a:gd name="T38" fmla="*/ 119 w 242"/>
                <a:gd name="T39" fmla="*/ 8 h 252"/>
                <a:gd name="T40" fmla="*/ 131 w 242"/>
                <a:gd name="T41" fmla="*/ 18 h 252"/>
                <a:gd name="T42" fmla="*/ 175 w 242"/>
                <a:gd name="T43" fmla="*/ 21 h 252"/>
                <a:gd name="T44" fmla="*/ 208 w 242"/>
                <a:gd name="T45" fmla="*/ 13 h 252"/>
                <a:gd name="T46" fmla="*/ 223 w 242"/>
                <a:gd name="T47" fmla="*/ 8 h 252"/>
                <a:gd name="T48" fmla="*/ 235 w 242"/>
                <a:gd name="T49" fmla="*/ 9 h 252"/>
                <a:gd name="T50" fmla="*/ 242 w 242"/>
                <a:gd name="T51" fmla="*/ 14 h 252"/>
                <a:gd name="T52" fmla="*/ 242 w 242"/>
                <a:gd name="T53" fmla="*/ 15 h 252"/>
                <a:gd name="T54" fmla="*/ 232 w 242"/>
                <a:gd name="T55" fmla="*/ 20 h 252"/>
                <a:gd name="T56" fmla="*/ 226 w 242"/>
                <a:gd name="T57" fmla="*/ 20 h 252"/>
                <a:gd name="T58" fmla="*/ 214 w 242"/>
                <a:gd name="T59" fmla="*/ 28 h 252"/>
                <a:gd name="T60" fmla="*/ 208 w 242"/>
                <a:gd name="T61" fmla="*/ 20 h 252"/>
                <a:gd name="T62" fmla="*/ 179 w 242"/>
                <a:gd name="T63" fmla="*/ 27 h 252"/>
                <a:gd name="T64" fmla="*/ 166 w 242"/>
                <a:gd name="T65" fmla="*/ 28 h 252"/>
                <a:gd name="T66" fmla="*/ 163 w 242"/>
                <a:gd name="T67" fmla="*/ 102 h 252"/>
                <a:gd name="T68" fmla="*/ 145 w 242"/>
                <a:gd name="T69" fmla="*/ 102 h 252"/>
                <a:gd name="T70" fmla="*/ 143 w 242"/>
                <a:gd name="T71" fmla="*/ 163 h 252"/>
                <a:gd name="T72" fmla="*/ 139 w 242"/>
                <a:gd name="T73" fmla="*/ 240 h 252"/>
                <a:gd name="T74" fmla="*/ 123 w 242"/>
                <a:gd name="T75" fmla="*/ 250 h 252"/>
                <a:gd name="T76" fmla="*/ 114 w 242"/>
                <a:gd name="T77" fmla="*/ 252 h 252"/>
                <a:gd name="T78" fmla="*/ 103 w 242"/>
                <a:gd name="T79" fmla="*/ 248 h 252"/>
                <a:gd name="T80" fmla="*/ 95 w 242"/>
                <a:gd name="T81" fmla="*/ 246 h 252"/>
                <a:gd name="T82" fmla="*/ 92 w 242"/>
                <a:gd name="T83" fmla="*/ 238 h 252"/>
                <a:gd name="T84" fmla="*/ 85 w 242"/>
                <a:gd name="T85" fmla="*/ 232 h 252"/>
                <a:gd name="T86" fmla="*/ 76 w 242"/>
                <a:gd name="T87" fmla="*/ 24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2" h="252">
                  <a:moveTo>
                    <a:pt x="76" y="242"/>
                  </a:moveTo>
                  <a:lnTo>
                    <a:pt x="64" y="226"/>
                  </a:lnTo>
                  <a:lnTo>
                    <a:pt x="58" y="211"/>
                  </a:lnTo>
                  <a:lnTo>
                    <a:pt x="54" y="191"/>
                  </a:lnTo>
                  <a:lnTo>
                    <a:pt x="50" y="176"/>
                  </a:lnTo>
                  <a:lnTo>
                    <a:pt x="45" y="144"/>
                  </a:lnTo>
                  <a:lnTo>
                    <a:pt x="46" y="119"/>
                  </a:lnTo>
                  <a:lnTo>
                    <a:pt x="44" y="108"/>
                  </a:lnTo>
                  <a:lnTo>
                    <a:pt x="37" y="99"/>
                  </a:lnTo>
                  <a:lnTo>
                    <a:pt x="28" y="82"/>
                  </a:lnTo>
                  <a:lnTo>
                    <a:pt x="19" y="57"/>
                  </a:lnTo>
                  <a:lnTo>
                    <a:pt x="15" y="44"/>
                  </a:lnTo>
                  <a:lnTo>
                    <a:pt x="1" y="24"/>
                  </a:lnTo>
                  <a:lnTo>
                    <a:pt x="0" y="8"/>
                  </a:lnTo>
                  <a:lnTo>
                    <a:pt x="9" y="4"/>
                  </a:lnTo>
                  <a:lnTo>
                    <a:pt x="20" y="0"/>
                  </a:lnTo>
                  <a:lnTo>
                    <a:pt x="32" y="1"/>
                  </a:lnTo>
                  <a:lnTo>
                    <a:pt x="42" y="10"/>
                  </a:lnTo>
                  <a:lnTo>
                    <a:pt x="45" y="9"/>
                  </a:lnTo>
                  <a:lnTo>
                    <a:pt x="119" y="8"/>
                  </a:lnTo>
                  <a:lnTo>
                    <a:pt x="131" y="18"/>
                  </a:lnTo>
                  <a:lnTo>
                    <a:pt x="175" y="21"/>
                  </a:lnTo>
                  <a:lnTo>
                    <a:pt x="208" y="13"/>
                  </a:lnTo>
                  <a:lnTo>
                    <a:pt x="223" y="8"/>
                  </a:lnTo>
                  <a:lnTo>
                    <a:pt x="235" y="9"/>
                  </a:lnTo>
                  <a:lnTo>
                    <a:pt x="242" y="14"/>
                  </a:lnTo>
                  <a:lnTo>
                    <a:pt x="242" y="15"/>
                  </a:lnTo>
                  <a:lnTo>
                    <a:pt x="232" y="20"/>
                  </a:lnTo>
                  <a:lnTo>
                    <a:pt x="226" y="20"/>
                  </a:lnTo>
                  <a:lnTo>
                    <a:pt x="214" y="28"/>
                  </a:lnTo>
                  <a:lnTo>
                    <a:pt x="208" y="20"/>
                  </a:lnTo>
                  <a:lnTo>
                    <a:pt x="179" y="27"/>
                  </a:lnTo>
                  <a:lnTo>
                    <a:pt x="166" y="28"/>
                  </a:lnTo>
                  <a:lnTo>
                    <a:pt x="163" y="102"/>
                  </a:lnTo>
                  <a:lnTo>
                    <a:pt x="145" y="102"/>
                  </a:lnTo>
                  <a:lnTo>
                    <a:pt x="143" y="163"/>
                  </a:lnTo>
                  <a:lnTo>
                    <a:pt x="139" y="240"/>
                  </a:lnTo>
                  <a:lnTo>
                    <a:pt x="123" y="250"/>
                  </a:lnTo>
                  <a:lnTo>
                    <a:pt x="114" y="252"/>
                  </a:lnTo>
                  <a:lnTo>
                    <a:pt x="103" y="248"/>
                  </a:lnTo>
                  <a:lnTo>
                    <a:pt x="95" y="246"/>
                  </a:lnTo>
                  <a:lnTo>
                    <a:pt x="92" y="238"/>
                  </a:lnTo>
                  <a:lnTo>
                    <a:pt x="85" y="232"/>
                  </a:lnTo>
                  <a:lnTo>
                    <a:pt x="76" y="24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8" name="Freeform 131">
              <a:extLst>
                <a:ext uri="{FF2B5EF4-FFF2-40B4-BE49-F238E27FC236}">
                  <a16:creationId xmlns:a16="http://schemas.microsoft.com/office/drawing/2014/main" id="{FC2E56FD-95C0-F5AD-3AB9-45C987784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4439" y="4572000"/>
              <a:ext cx="68263" cy="76200"/>
            </a:xfrm>
            <a:custGeom>
              <a:avLst/>
              <a:gdLst>
                <a:gd name="T0" fmla="*/ 26 w 43"/>
                <a:gd name="T1" fmla="*/ 20 h 48"/>
                <a:gd name="T2" fmla="*/ 37 w 43"/>
                <a:gd name="T3" fmla="*/ 33 h 48"/>
                <a:gd name="T4" fmla="*/ 43 w 43"/>
                <a:gd name="T5" fmla="*/ 43 h 48"/>
                <a:gd name="T6" fmla="*/ 35 w 43"/>
                <a:gd name="T7" fmla="*/ 48 h 48"/>
                <a:gd name="T8" fmla="*/ 27 w 43"/>
                <a:gd name="T9" fmla="*/ 42 h 48"/>
                <a:gd name="T10" fmla="*/ 17 w 43"/>
                <a:gd name="T11" fmla="*/ 33 h 48"/>
                <a:gd name="T12" fmla="*/ 8 w 43"/>
                <a:gd name="T13" fmla="*/ 22 h 48"/>
                <a:gd name="T14" fmla="*/ 0 w 43"/>
                <a:gd name="T15" fmla="*/ 7 h 48"/>
                <a:gd name="T16" fmla="*/ 0 w 43"/>
                <a:gd name="T17" fmla="*/ 0 h 48"/>
                <a:gd name="T18" fmla="*/ 7 w 43"/>
                <a:gd name="T19" fmla="*/ 0 h 48"/>
                <a:gd name="T20" fmla="*/ 16 w 43"/>
                <a:gd name="T21" fmla="*/ 8 h 48"/>
                <a:gd name="T22" fmla="*/ 22 w 43"/>
                <a:gd name="T23" fmla="*/ 15 h 48"/>
                <a:gd name="T24" fmla="*/ 26 w 43"/>
                <a:gd name="T25" fmla="*/ 2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8">
                  <a:moveTo>
                    <a:pt x="26" y="20"/>
                  </a:moveTo>
                  <a:lnTo>
                    <a:pt x="37" y="33"/>
                  </a:lnTo>
                  <a:lnTo>
                    <a:pt x="43" y="43"/>
                  </a:lnTo>
                  <a:lnTo>
                    <a:pt x="35" y="48"/>
                  </a:lnTo>
                  <a:lnTo>
                    <a:pt x="27" y="42"/>
                  </a:lnTo>
                  <a:lnTo>
                    <a:pt x="17" y="33"/>
                  </a:lnTo>
                  <a:lnTo>
                    <a:pt x="8" y="22"/>
                  </a:lnTo>
                  <a:lnTo>
                    <a:pt x="0" y="7"/>
                  </a:lnTo>
                  <a:lnTo>
                    <a:pt x="0" y="0"/>
                  </a:lnTo>
                  <a:lnTo>
                    <a:pt x="7" y="0"/>
                  </a:lnTo>
                  <a:lnTo>
                    <a:pt x="16" y="8"/>
                  </a:lnTo>
                  <a:lnTo>
                    <a:pt x="22" y="15"/>
                  </a:lnTo>
                  <a:lnTo>
                    <a:pt x="26" y="2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49" name="Freeform 132">
              <a:extLst>
                <a:ext uri="{FF2B5EF4-FFF2-40B4-BE49-F238E27FC236}">
                  <a16:creationId xmlns:a16="http://schemas.microsoft.com/office/drawing/2014/main" id="{C18204B9-14F9-212C-6FA2-168BF4E0A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3377" y="3135312"/>
              <a:ext cx="446088" cy="388938"/>
            </a:xfrm>
            <a:custGeom>
              <a:avLst/>
              <a:gdLst>
                <a:gd name="T0" fmla="*/ 34 w 281"/>
                <a:gd name="T1" fmla="*/ 239 h 245"/>
                <a:gd name="T2" fmla="*/ 34 w 281"/>
                <a:gd name="T3" fmla="*/ 225 h 245"/>
                <a:gd name="T4" fmla="*/ 13 w 281"/>
                <a:gd name="T5" fmla="*/ 220 h 245"/>
                <a:gd name="T6" fmla="*/ 12 w 281"/>
                <a:gd name="T7" fmla="*/ 210 h 245"/>
                <a:gd name="T8" fmla="*/ 2 w 281"/>
                <a:gd name="T9" fmla="*/ 197 h 245"/>
                <a:gd name="T10" fmla="*/ 0 w 281"/>
                <a:gd name="T11" fmla="*/ 187 h 245"/>
                <a:gd name="T12" fmla="*/ 1 w 281"/>
                <a:gd name="T13" fmla="*/ 177 h 245"/>
                <a:gd name="T14" fmla="*/ 13 w 281"/>
                <a:gd name="T15" fmla="*/ 176 h 245"/>
                <a:gd name="T16" fmla="*/ 19 w 281"/>
                <a:gd name="T17" fmla="*/ 169 h 245"/>
                <a:gd name="T18" fmla="*/ 44 w 281"/>
                <a:gd name="T19" fmla="*/ 167 h 245"/>
                <a:gd name="T20" fmla="*/ 60 w 281"/>
                <a:gd name="T21" fmla="*/ 164 h 245"/>
                <a:gd name="T22" fmla="*/ 62 w 281"/>
                <a:gd name="T23" fmla="*/ 151 h 245"/>
                <a:gd name="T24" fmla="*/ 72 w 281"/>
                <a:gd name="T25" fmla="*/ 137 h 245"/>
                <a:gd name="T26" fmla="*/ 71 w 281"/>
                <a:gd name="T27" fmla="*/ 89 h 245"/>
                <a:gd name="T28" fmla="*/ 97 w 281"/>
                <a:gd name="T29" fmla="*/ 80 h 245"/>
                <a:gd name="T30" fmla="*/ 149 w 281"/>
                <a:gd name="T31" fmla="*/ 39 h 245"/>
                <a:gd name="T32" fmla="*/ 209 w 281"/>
                <a:gd name="T33" fmla="*/ 0 h 245"/>
                <a:gd name="T34" fmla="*/ 238 w 281"/>
                <a:gd name="T35" fmla="*/ 9 h 245"/>
                <a:gd name="T36" fmla="*/ 248 w 281"/>
                <a:gd name="T37" fmla="*/ 20 h 245"/>
                <a:gd name="T38" fmla="*/ 261 w 281"/>
                <a:gd name="T39" fmla="*/ 12 h 245"/>
                <a:gd name="T40" fmla="*/ 266 w 281"/>
                <a:gd name="T41" fmla="*/ 45 h 245"/>
                <a:gd name="T42" fmla="*/ 273 w 281"/>
                <a:gd name="T43" fmla="*/ 50 h 245"/>
                <a:gd name="T44" fmla="*/ 274 w 281"/>
                <a:gd name="T45" fmla="*/ 57 h 245"/>
                <a:gd name="T46" fmla="*/ 281 w 281"/>
                <a:gd name="T47" fmla="*/ 64 h 245"/>
                <a:gd name="T48" fmla="*/ 278 w 281"/>
                <a:gd name="T49" fmla="*/ 73 h 245"/>
                <a:gd name="T50" fmla="*/ 271 w 281"/>
                <a:gd name="T51" fmla="*/ 115 h 245"/>
                <a:gd name="T52" fmla="*/ 271 w 281"/>
                <a:gd name="T53" fmla="*/ 142 h 245"/>
                <a:gd name="T54" fmla="*/ 248 w 281"/>
                <a:gd name="T55" fmla="*/ 162 h 245"/>
                <a:gd name="T56" fmla="*/ 241 w 281"/>
                <a:gd name="T57" fmla="*/ 189 h 245"/>
                <a:gd name="T58" fmla="*/ 249 w 281"/>
                <a:gd name="T59" fmla="*/ 197 h 245"/>
                <a:gd name="T60" fmla="*/ 249 w 281"/>
                <a:gd name="T61" fmla="*/ 210 h 245"/>
                <a:gd name="T62" fmla="*/ 260 w 281"/>
                <a:gd name="T63" fmla="*/ 210 h 245"/>
                <a:gd name="T64" fmla="*/ 259 w 281"/>
                <a:gd name="T65" fmla="*/ 220 h 245"/>
                <a:gd name="T66" fmla="*/ 254 w 281"/>
                <a:gd name="T67" fmla="*/ 221 h 245"/>
                <a:gd name="T68" fmla="*/ 253 w 281"/>
                <a:gd name="T69" fmla="*/ 228 h 245"/>
                <a:gd name="T70" fmla="*/ 250 w 281"/>
                <a:gd name="T71" fmla="*/ 228 h 245"/>
                <a:gd name="T72" fmla="*/ 237 w 281"/>
                <a:gd name="T73" fmla="*/ 206 h 245"/>
                <a:gd name="T74" fmla="*/ 233 w 281"/>
                <a:gd name="T75" fmla="*/ 205 h 245"/>
                <a:gd name="T76" fmla="*/ 219 w 281"/>
                <a:gd name="T77" fmla="*/ 216 h 245"/>
                <a:gd name="T78" fmla="*/ 205 w 281"/>
                <a:gd name="T79" fmla="*/ 210 h 245"/>
                <a:gd name="T80" fmla="*/ 195 w 281"/>
                <a:gd name="T81" fmla="*/ 209 h 245"/>
                <a:gd name="T82" fmla="*/ 189 w 281"/>
                <a:gd name="T83" fmla="*/ 212 h 245"/>
                <a:gd name="T84" fmla="*/ 179 w 281"/>
                <a:gd name="T85" fmla="*/ 212 h 245"/>
                <a:gd name="T86" fmla="*/ 168 w 281"/>
                <a:gd name="T87" fmla="*/ 220 h 245"/>
                <a:gd name="T88" fmla="*/ 159 w 281"/>
                <a:gd name="T89" fmla="*/ 221 h 245"/>
                <a:gd name="T90" fmla="*/ 137 w 281"/>
                <a:gd name="T91" fmla="*/ 210 h 245"/>
                <a:gd name="T92" fmla="*/ 128 w 281"/>
                <a:gd name="T93" fmla="*/ 215 h 245"/>
                <a:gd name="T94" fmla="*/ 119 w 281"/>
                <a:gd name="T95" fmla="*/ 215 h 245"/>
                <a:gd name="T96" fmla="*/ 112 w 281"/>
                <a:gd name="T97" fmla="*/ 207 h 245"/>
                <a:gd name="T98" fmla="*/ 93 w 281"/>
                <a:gd name="T99" fmla="*/ 199 h 245"/>
                <a:gd name="T100" fmla="*/ 74 w 281"/>
                <a:gd name="T101" fmla="*/ 202 h 245"/>
                <a:gd name="T102" fmla="*/ 69 w 281"/>
                <a:gd name="T103" fmla="*/ 206 h 245"/>
                <a:gd name="T104" fmla="*/ 67 w 281"/>
                <a:gd name="T105" fmla="*/ 218 h 245"/>
                <a:gd name="T106" fmla="*/ 61 w 281"/>
                <a:gd name="T107" fmla="*/ 227 h 245"/>
                <a:gd name="T108" fmla="*/ 60 w 281"/>
                <a:gd name="T109" fmla="*/ 245 h 245"/>
                <a:gd name="T110" fmla="*/ 46 w 281"/>
                <a:gd name="T111" fmla="*/ 233 h 245"/>
                <a:gd name="T112" fmla="*/ 40 w 281"/>
                <a:gd name="T113" fmla="*/ 233 h 245"/>
                <a:gd name="T114" fmla="*/ 34 w 281"/>
                <a:gd name="T115" fmla="*/ 23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81" h="245">
                  <a:moveTo>
                    <a:pt x="34" y="239"/>
                  </a:moveTo>
                  <a:lnTo>
                    <a:pt x="34" y="225"/>
                  </a:lnTo>
                  <a:lnTo>
                    <a:pt x="13" y="220"/>
                  </a:lnTo>
                  <a:lnTo>
                    <a:pt x="12" y="210"/>
                  </a:lnTo>
                  <a:lnTo>
                    <a:pt x="2" y="197"/>
                  </a:lnTo>
                  <a:lnTo>
                    <a:pt x="0" y="187"/>
                  </a:lnTo>
                  <a:lnTo>
                    <a:pt x="1" y="177"/>
                  </a:lnTo>
                  <a:lnTo>
                    <a:pt x="13" y="176"/>
                  </a:lnTo>
                  <a:lnTo>
                    <a:pt x="19" y="169"/>
                  </a:lnTo>
                  <a:lnTo>
                    <a:pt x="44" y="167"/>
                  </a:lnTo>
                  <a:lnTo>
                    <a:pt x="60" y="164"/>
                  </a:lnTo>
                  <a:lnTo>
                    <a:pt x="62" y="151"/>
                  </a:lnTo>
                  <a:lnTo>
                    <a:pt x="72" y="137"/>
                  </a:lnTo>
                  <a:lnTo>
                    <a:pt x="71" y="89"/>
                  </a:lnTo>
                  <a:lnTo>
                    <a:pt x="97" y="80"/>
                  </a:lnTo>
                  <a:lnTo>
                    <a:pt x="149" y="39"/>
                  </a:lnTo>
                  <a:lnTo>
                    <a:pt x="209" y="0"/>
                  </a:lnTo>
                  <a:lnTo>
                    <a:pt x="238" y="9"/>
                  </a:lnTo>
                  <a:lnTo>
                    <a:pt x="248" y="20"/>
                  </a:lnTo>
                  <a:lnTo>
                    <a:pt x="261" y="12"/>
                  </a:lnTo>
                  <a:lnTo>
                    <a:pt x="266" y="45"/>
                  </a:lnTo>
                  <a:lnTo>
                    <a:pt x="273" y="50"/>
                  </a:lnTo>
                  <a:lnTo>
                    <a:pt x="274" y="57"/>
                  </a:lnTo>
                  <a:lnTo>
                    <a:pt x="281" y="64"/>
                  </a:lnTo>
                  <a:lnTo>
                    <a:pt x="278" y="73"/>
                  </a:lnTo>
                  <a:lnTo>
                    <a:pt x="271" y="115"/>
                  </a:lnTo>
                  <a:lnTo>
                    <a:pt x="271" y="142"/>
                  </a:lnTo>
                  <a:lnTo>
                    <a:pt x="248" y="162"/>
                  </a:lnTo>
                  <a:lnTo>
                    <a:pt x="241" y="189"/>
                  </a:lnTo>
                  <a:lnTo>
                    <a:pt x="249" y="197"/>
                  </a:lnTo>
                  <a:lnTo>
                    <a:pt x="249" y="210"/>
                  </a:lnTo>
                  <a:lnTo>
                    <a:pt x="260" y="210"/>
                  </a:lnTo>
                  <a:lnTo>
                    <a:pt x="259" y="220"/>
                  </a:lnTo>
                  <a:lnTo>
                    <a:pt x="254" y="221"/>
                  </a:lnTo>
                  <a:lnTo>
                    <a:pt x="253" y="228"/>
                  </a:lnTo>
                  <a:lnTo>
                    <a:pt x="250" y="228"/>
                  </a:lnTo>
                  <a:lnTo>
                    <a:pt x="237" y="206"/>
                  </a:lnTo>
                  <a:lnTo>
                    <a:pt x="233" y="205"/>
                  </a:lnTo>
                  <a:lnTo>
                    <a:pt x="219" y="216"/>
                  </a:lnTo>
                  <a:lnTo>
                    <a:pt x="205" y="210"/>
                  </a:lnTo>
                  <a:lnTo>
                    <a:pt x="195" y="209"/>
                  </a:lnTo>
                  <a:lnTo>
                    <a:pt x="189" y="212"/>
                  </a:lnTo>
                  <a:lnTo>
                    <a:pt x="179" y="212"/>
                  </a:lnTo>
                  <a:lnTo>
                    <a:pt x="168" y="220"/>
                  </a:lnTo>
                  <a:lnTo>
                    <a:pt x="159" y="221"/>
                  </a:lnTo>
                  <a:lnTo>
                    <a:pt x="137" y="210"/>
                  </a:lnTo>
                  <a:lnTo>
                    <a:pt x="128" y="215"/>
                  </a:lnTo>
                  <a:lnTo>
                    <a:pt x="119" y="215"/>
                  </a:lnTo>
                  <a:lnTo>
                    <a:pt x="112" y="207"/>
                  </a:lnTo>
                  <a:lnTo>
                    <a:pt x="93" y="199"/>
                  </a:lnTo>
                  <a:lnTo>
                    <a:pt x="74" y="202"/>
                  </a:lnTo>
                  <a:lnTo>
                    <a:pt x="69" y="206"/>
                  </a:lnTo>
                  <a:lnTo>
                    <a:pt x="67" y="218"/>
                  </a:lnTo>
                  <a:lnTo>
                    <a:pt x="61" y="227"/>
                  </a:lnTo>
                  <a:lnTo>
                    <a:pt x="60" y="245"/>
                  </a:lnTo>
                  <a:lnTo>
                    <a:pt x="46" y="233"/>
                  </a:lnTo>
                  <a:lnTo>
                    <a:pt x="40" y="233"/>
                  </a:lnTo>
                  <a:lnTo>
                    <a:pt x="34" y="23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0" name="Freeform 133">
              <a:extLst>
                <a:ext uri="{FF2B5EF4-FFF2-40B4-BE49-F238E27FC236}">
                  <a16:creationId xmlns:a16="http://schemas.microsoft.com/office/drawing/2014/main" id="{7B4C2D79-BF70-A1B4-E19A-AFD2B3BB4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3227" y="3451225"/>
              <a:ext cx="342900" cy="317500"/>
            </a:xfrm>
            <a:custGeom>
              <a:avLst/>
              <a:gdLst>
                <a:gd name="T0" fmla="*/ 106 w 216"/>
                <a:gd name="T1" fmla="*/ 189 h 200"/>
                <a:gd name="T2" fmla="*/ 87 w 216"/>
                <a:gd name="T3" fmla="*/ 197 h 200"/>
                <a:gd name="T4" fmla="*/ 80 w 216"/>
                <a:gd name="T5" fmla="*/ 196 h 200"/>
                <a:gd name="T6" fmla="*/ 73 w 216"/>
                <a:gd name="T7" fmla="*/ 200 h 200"/>
                <a:gd name="T8" fmla="*/ 59 w 216"/>
                <a:gd name="T9" fmla="*/ 200 h 200"/>
                <a:gd name="T10" fmla="*/ 49 w 216"/>
                <a:gd name="T11" fmla="*/ 187 h 200"/>
                <a:gd name="T12" fmla="*/ 43 w 216"/>
                <a:gd name="T13" fmla="*/ 172 h 200"/>
                <a:gd name="T14" fmla="*/ 30 w 216"/>
                <a:gd name="T15" fmla="*/ 158 h 200"/>
                <a:gd name="T16" fmla="*/ 16 w 216"/>
                <a:gd name="T17" fmla="*/ 158 h 200"/>
                <a:gd name="T18" fmla="*/ 0 w 216"/>
                <a:gd name="T19" fmla="*/ 158 h 200"/>
                <a:gd name="T20" fmla="*/ 1 w 216"/>
                <a:gd name="T21" fmla="*/ 125 h 200"/>
                <a:gd name="T22" fmla="*/ 0 w 216"/>
                <a:gd name="T23" fmla="*/ 112 h 200"/>
                <a:gd name="T24" fmla="*/ 4 w 216"/>
                <a:gd name="T25" fmla="*/ 98 h 200"/>
                <a:gd name="T26" fmla="*/ 9 w 216"/>
                <a:gd name="T27" fmla="*/ 92 h 200"/>
                <a:gd name="T28" fmla="*/ 18 w 216"/>
                <a:gd name="T29" fmla="*/ 79 h 200"/>
                <a:gd name="T30" fmla="*/ 16 w 216"/>
                <a:gd name="T31" fmla="*/ 74 h 200"/>
                <a:gd name="T32" fmla="*/ 20 w 216"/>
                <a:gd name="T33" fmla="*/ 65 h 200"/>
                <a:gd name="T34" fmla="*/ 16 w 216"/>
                <a:gd name="T35" fmla="*/ 53 h 200"/>
                <a:gd name="T36" fmla="*/ 16 w 216"/>
                <a:gd name="T37" fmla="*/ 46 h 200"/>
                <a:gd name="T38" fmla="*/ 17 w 216"/>
                <a:gd name="T39" fmla="*/ 28 h 200"/>
                <a:gd name="T40" fmla="*/ 23 w 216"/>
                <a:gd name="T41" fmla="*/ 19 h 200"/>
                <a:gd name="T42" fmla="*/ 25 w 216"/>
                <a:gd name="T43" fmla="*/ 7 h 200"/>
                <a:gd name="T44" fmla="*/ 30 w 216"/>
                <a:gd name="T45" fmla="*/ 3 h 200"/>
                <a:gd name="T46" fmla="*/ 49 w 216"/>
                <a:gd name="T47" fmla="*/ 0 h 200"/>
                <a:gd name="T48" fmla="*/ 68 w 216"/>
                <a:gd name="T49" fmla="*/ 8 h 200"/>
                <a:gd name="T50" fmla="*/ 75 w 216"/>
                <a:gd name="T51" fmla="*/ 16 h 200"/>
                <a:gd name="T52" fmla="*/ 84 w 216"/>
                <a:gd name="T53" fmla="*/ 16 h 200"/>
                <a:gd name="T54" fmla="*/ 93 w 216"/>
                <a:gd name="T55" fmla="*/ 11 h 200"/>
                <a:gd name="T56" fmla="*/ 115 w 216"/>
                <a:gd name="T57" fmla="*/ 22 h 200"/>
                <a:gd name="T58" fmla="*/ 124 w 216"/>
                <a:gd name="T59" fmla="*/ 21 h 200"/>
                <a:gd name="T60" fmla="*/ 135 w 216"/>
                <a:gd name="T61" fmla="*/ 13 h 200"/>
                <a:gd name="T62" fmla="*/ 145 w 216"/>
                <a:gd name="T63" fmla="*/ 13 h 200"/>
                <a:gd name="T64" fmla="*/ 151 w 216"/>
                <a:gd name="T65" fmla="*/ 10 h 200"/>
                <a:gd name="T66" fmla="*/ 161 w 216"/>
                <a:gd name="T67" fmla="*/ 11 h 200"/>
                <a:gd name="T68" fmla="*/ 175 w 216"/>
                <a:gd name="T69" fmla="*/ 17 h 200"/>
                <a:gd name="T70" fmla="*/ 189 w 216"/>
                <a:gd name="T71" fmla="*/ 6 h 200"/>
                <a:gd name="T72" fmla="*/ 193 w 216"/>
                <a:gd name="T73" fmla="*/ 7 h 200"/>
                <a:gd name="T74" fmla="*/ 206 w 216"/>
                <a:gd name="T75" fmla="*/ 29 h 200"/>
                <a:gd name="T76" fmla="*/ 209 w 216"/>
                <a:gd name="T77" fmla="*/ 29 h 200"/>
                <a:gd name="T78" fmla="*/ 216 w 216"/>
                <a:gd name="T79" fmla="*/ 37 h 200"/>
                <a:gd name="T80" fmla="*/ 214 w 216"/>
                <a:gd name="T81" fmla="*/ 41 h 200"/>
                <a:gd name="T82" fmla="*/ 214 w 216"/>
                <a:gd name="T83" fmla="*/ 48 h 200"/>
                <a:gd name="T84" fmla="*/ 199 w 216"/>
                <a:gd name="T85" fmla="*/ 64 h 200"/>
                <a:gd name="T86" fmla="*/ 194 w 216"/>
                <a:gd name="T87" fmla="*/ 77 h 200"/>
                <a:gd name="T88" fmla="*/ 191 w 216"/>
                <a:gd name="T89" fmla="*/ 88 h 200"/>
                <a:gd name="T90" fmla="*/ 187 w 216"/>
                <a:gd name="T91" fmla="*/ 93 h 200"/>
                <a:gd name="T92" fmla="*/ 184 w 216"/>
                <a:gd name="T93" fmla="*/ 107 h 200"/>
                <a:gd name="T94" fmla="*/ 174 w 216"/>
                <a:gd name="T95" fmla="*/ 116 h 200"/>
                <a:gd name="T96" fmla="*/ 172 w 216"/>
                <a:gd name="T97" fmla="*/ 126 h 200"/>
                <a:gd name="T98" fmla="*/ 167 w 216"/>
                <a:gd name="T99" fmla="*/ 135 h 200"/>
                <a:gd name="T100" fmla="*/ 166 w 216"/>
                <a:gd name="T101" fmla="*/ 143 h 200"/>
                <a:gd name="T102" fmla="*/ 153 w 216"/>
                <a:gd name="T103" fmla="*/ 150 h 200"/>
                <a:gd name="T104" fmla="*/ 143 w 216"/>
                <a:gd name="T105" fmla="*/ 142 h 200"/>
                <a:gd name="T106" fmla="*/ 136 w 216"/>
                <a:gd name="T107" fmla="*/ 142 h 200"/>
                <a:gd name="T108" fmla="*/ 125 w 216"/>
                <a:gd name="T109" fmla="*/ 154 h 200"/>
                <a:gd name="T110" fmla="*/ 120 w 216"/>
                <a:gd name="T111" fmla="*/ 155 h 200"/>
                <a:gd name="T112" fmla="*/ 111 w 216"/>
                <a:gd name="T113" fmla="*/ 175 h 200"/>
                <a:gd name="T114" fmla="*/ 106 w 216"/>
                <a:gd name="T115" fmla="*/ 18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" h="200">
                  <a:moveTo>
                    <a:pt x="106" y="189"/>
                  </a:moveTo>
                  <a:lnTo>
                    <a:pt x="87" y="197"/>
                  </a:lnTo>
                  <a:lnTo>
                    <a:pt x="80" y="196"/>
                  </a:lnTo>
                  <a:lnTo>
                    <a:pt x="73" y="200"/>
                  </a:lnTo>
                  <a:lnTo>
                    <a:pt x="59" y="200"/>
                  </a:lnTo>
                  <a:lnTo>
                    <a:pt x="49" y="187"/>
                  </a:lnTo>
                  <a:lnTo>
                    <a:pt x="43" y="172"/>
                  </a:lnTo>
                  <a:lnTo>
                    <a:pt x="30" y="158"/>
                  </a:lnTo>
                  <a:lnTo>
                    <a:pt x="16" y="158"/>
                  </a:lnTo>
                  <a:lnTo>
                    <a:pt x="0" y="158"/>
                  </a:lnTo>
                  <a:lnTo>
                    <a:pt x="1" y="125"/>
                  </a:lnTo>
                  <a:lnTo>
                    <a:pt x="0" y="112"/>
                  </a:lnTo>
                  <a:lnTo>
                    <a:pt x="4" y="98"/>
                  </a:lnTo>
                  <a:lnTo>
                    <a:pt x="9" y="92"/>
                  </a:lnTo>
                  <a:lnTo>
                    <a:pt x="18" y="79"/>
                  </a:lnTo>
                  <a:lnTo>
                    <a:pt x="16" y="74"/>
                  </a:lnTo>
                  <a:lnTo>
                    <a:pt x="20" y="65"/>
                  </a:lnTo>
                  <a:lnTo>
                    <a:pt x="16" y="53"/>
                  </a:lnTo>
                  <a:lnTo>
                    <a:pt x="16" y="46"/>
                  </a:lnTo>
                  <a:lnTo>
                    <a:pt x="17" y="28"/>
                  </a:lnTo>
                  <a:lnTo>
                    <a:pt x="23" y="19"/>
                  </a:lnTo>
                  <a:lnTo>
                    <a:pt x="25" y="7"/>
                  </a:lnTo>
                  <a:lnTo>
                    <a:pt x="30" y="3"/>
                  </a:lnTo>
                  <a:lnTo>
                    <a:pt x="49" y="0"/>
                  </a:lnTo>
                  <a:lnTo>
                    <a:pt x="68" y="8"/>
                  </a:lnTo>
                  <a:lnTo>
                    <a:pt x="75" y="16"/>
                  </a:lnTo>
                  <a:lnTo>
                    <a:pt x="84" y="16"/>
                  </a:lnTo>
                  <a:lnTo>
                    <a:pt x="93" y="11"/>
                  </a:lnTo>
                  <a:lnTo>
                    <a:pt x="115" y="22"/>
                  </a:lnTo>
                  <a:lnTo>
                    <a:pt x="124" y="21"/>
                  </a:lnTo>
                  <a:lnTo>
                    <a:pt x="135" y="13"/>
                  </a:lnTo>
                  <a:lnTo>
                    <a:pt x="145" y="13"/>
                  </a:lnTo>
                  <a:lnTo>
                    <a:pt x="151" y="10"/>
                  </a:lnTo>
                  <a:lnTo>
                    <a:pt x="161" y="11"/>
                  </a:lnTo>
                  <a:lnTo>
                    <a:pt x="175" y="17"/>
                  </a:lnTo>
                  <a:lnTo>
                    <a:pt x="189" y="6"/>
                  </a:lnTo>
                  <a:lnTo>
                    <a:pt x="193" y="7"/>
                  </a:lnTo>
                  <a:lnTo>
                    <a:pt x="206" y="29"/>
                  </a:lnTo>
                  <a:lnTo>
                    <a:pt x="209" y="29"/>
                  </a:lnTo>
                  <a:lnTo>
                    <a:pt x="216" y="37"/>
                  </a:lnTo>
                  <a:lnTo>
                    <a:pt x="214" y="41"/>
                  </a:lnTo>
                  <a:lnTo>
                    <a:pt x="214" y="48"/>
                  </a:lnTo>
                  <a:lnTo>
                    <a:pt x="199" y="64"/>
                  </a:lnTo>
                  <a:lnTo>
                    <a:pt x="194" y="77"/>
                  </a:lnTo>
                  <a:lnTo>
                    <a:pt x="191" y="88"/>
                  </a:lnTo>
                  <a:lnTo>
                    <a:pt x="187" y="93"/>
                  </a:lnTo>
                  <a:lnTo>
                    <a:pt x="184" y="107"/>
                  </a:lnTo>
                  <a:lnTo>
                    <a:pt x="174" y="116"/>
                  </a:lnTo>
                  <a:lnTo>
                    <a:pt x="172" y="126"/>
                  </a:lnTo>
                  <a:lnTo>
                    <a:pt x="167" y="135"/>
                  </a:lnTo>
                  <a:lnTo>
                    <a:pt x="166" y="143"/>
                  </a:lnTo>
                  <a:lnTo>
                    <a:pt x="153" y="150"/>
                  </a:lnTo>
                  <a:lnTo>
                    <a:pt x="143" y="142"/>
                  </a:lnTo>
                  <a:lnTo>
                    <a:pt x="136" y="142"/>
                  </a:lnTo>
                  <a:lnTo>
                    <a:pt x="125" y="154"/>
                  </a:lnTo>
                  <a:lnTo>
                    <a:pt x="120" y="155"/>
                  </a:lnTo>
                  <a:lnTo>
                    <a:pt x="111" y="175"/>
                  </a:lnTo>
                  <a:lnTo>
                    <a:pt x="106" y="18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1" name="Freeform 134">
              <a:extLst>
                <a:ext uri="{FF2B5EF4-FFF2-40B4-BE49-F238E27FC236}">
                  <a16:creationId xmlns:a16="http://schemas.microsoft.com/office/drawing/2014/main" id="{6CCD14B2-FD50-6B3F-C49B-49E7E6EAE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439" y="3413125"/>
              <a:ext cx="136525" cy="142875"/>
            </a:xfrm>
            <a:custGeom>
              <a:avLst/>
              <a:gdLst>
                <a:gd name="T0" fmla="*/ 33 w 86"/>
                <a:gd name="T1" fmla="*/ 82 h 90"/>
                <a:gd name="T2" fmla="*/ 27 w 86"/>
                <a:gd name="T3" fmla="*/ 75 h 90"/>
                <a:gd name="T4" fmla="*/ 19 w 86"/>
                <a:gd name="T5" fmla="*/ 67 h 90"/>
                <a:gd name="T6" fmla="*/ 15 w 86"/>
                <a:gd name="T7" fmla="*/ 60 h 90"/>
                <a:gd name="T8" fmla="*/ 8 w 86"/>
                <a:gd name="T9" fmla="*/ 54 h 90"/>
                <a:gd name="T10" fmla="*/ 0 w 86"/>
                <a:gd name="T11" fmla="*/ 44 h 90"/>
                <a:gd name="T12" fmla="*/ 2 w 86"/>
                <a:gd name="T13" fmla="*/ 41 h 90"/>
                <a:gd name="T14" fmla="*/ 5 w 86"/>
                <a:gd name="T15" fmla="*/ 44 h 90"/>
                <a:gd name="T16" fmla="*/ 6 w 86"/>
                <a:gd name="T17" fmla="*/ 43 h 90"/>
                <a:gd name="T18" fmla="*/ 12 w 86"/>
                <a:gd name="T19" fmla="*/ 42 h 90"/>
                <a:gd name="T20" fmla="*/ 15 w 86"/>
                <a:gd name="T21" fmla="*/ 37 h 90"/>
                <a:gd name="T22" fmla="*/ 18 w 86"/>
                <a:gd name="T23" fmla="*/ 37 h 90"/>
                <a:gd name="T24" fmla="*/ 18 w 86"/>
                <a:gd name="T25" fmla="*/ 27 h 90"/>
                <a:gd name="T26" fmla="*/ 23 w 86"/>
                <a:gd name="T27" fmla="*/ 26 h 90"/>
                <a:gd name="T28" fmla="*/ 26 w 86"/>
                <a:gd name="T29" fmla="*/ 26 h 90"/>
                <a:gd name="T30" fmla="*/ 31 w 86"/>
                <a:gd name="T31" fmla="*/ 21 h 90"/>
                <a:gd name="T32" fmla="*/ 36 w 86"/>
                <a:gd name="T33" fmla="*/ 25 h 90"/>
                <a:gd name="T34" fmla="*/ 38 w 86"/>
                <a:gd name="T35" fmla="*/ 22 h 90"/>
                <a:gd name="T36" fmla="*/ 41 w 86"/>
                <a:gd name="T37" fmla="*/ 20 h 90"/>
                <a:gd name="T38" fmla="*/ 48 w 86"/>
                <a:gd name="T39" fmla="*/ 14 h 90"/>
                <a:gd name="T40" fmla="*/ 49 w 86"/>
                <a:gd name="T41" fmla="*/ 10 h 90"/>
                <a:gd name="T42" fmla="*/ 51 w 86"/>
                <a:gd name="T43" fmla="*/ 10 h 90"/>
                <a:gd name="T44" fmla="*/ 54 w 86"/>
                <a:gd name="T45" fmla="*/ 5 h 90"/>
                <a:gd name="T46" fmla="*/ 56 w 86"/>
                <a:gd name="T47" fmla="*/ 5 h 90"/>
                <a:gd name="T48" fmla="*/ 58 w 86"/>
                <a:gd name="T49" fmla="*/ 8 h 90"/>
                <a:gd name="T50" fmla="*/ 62 w 86"/>
                <a:gd name="T51" fmla="*/ 9 h 90"/>
                <a:gd name="T52" fmla="*/ 66 w 86"/>
                <a:gd name="T53" fmla="*/ 6 h 90"/>
                <a:gd name="T54" fmla="*/ 71 w 86"/>
                <a:gd name="T55" fmla="*/ 6 h 90"/>
                <a:gd name="T56" fmla="*/ 77 w 86"/>
                <a:gd name="T57" fmla="*/ 3 h 90"/>
                <a:gd name="T58" fmla="*/ 80 w 86"/>
                <a:gd name="T59" fmla="*/ 0 h 90"/>
                <a:gd name="T60" fmla="*/ 86 w 86"/>
                <a:gd name="T61" fmla="*/ 1 h 90"/>
                <a:gd name="T62" fmla="*/ 85 w 86"/>
                <a:gd name="T63" fmla="*/ 3 h 90"/>
                <a:gd name="T64" fmla="*/ 83 w 86"/>
                <a:gd name="T65" fmla="*/ 8 h 90"/>
                <a:gd name="T66" fmla="*/ 84 w 86"/>
                <a:gd name="T67" fmla="*/ 15 h 90"/>
                <a:gd name="T68" fmla="*/ 79 w 86"/>
                <a:gd name="T69" fmla="*/ 22 h 90"/>
                <a:gd name="T70" fmla="*/ 77 w 86"/>
                <a:gd name="T71" fmla="*/ 30 h 90"/>
                <a:gd name="T72" fmla="*/ 76 w 86"/>
                <a:gd name="T73" fmla="*/ 40 h 90"/>
                <a:gd name="T74" fmla="*/ 76 w 86"/>
                <a:gd name="T75" fmla="*/ 45 h 90"/>
                <a:gd name="T76" fmla="*/ 76 w 86"/>
                <a:gd name="T77" fmla="*/ 54 h 90"/>
                <a:gd name="T78" fmla="*/ 73 w 86"/>
                <a:gd name="T79" fmla="*/ 56 h 90"/>
                <a:gd name="T80" fmla="*/ 70 w 86"/>
                <a:gd name="T81" fmla="*/ 65 h 90"/>
                <a:gd name="T82" fmla="*/ 71 w 86"/>
                <a:gd name="T83" fmla="*/ 71 h 90"/>
                <a:gd name="T84" fmla="*/ 67 w 86"/>
                <a:gd name="T85" fmla="*/ 76 h 90"/>
                <a:gd name="T86" fmla="*/ 67 w 86"/>
                <a:gd name="T87" fmla="*/ 82 h 90"/>
                <a:gd name="T88" fmla="*/ 70 w 86"/>
                <a:gd name="T89" fmla="*/ 85 h 90"/>
                <a:gd name="T90" fmla="*/ 65 w 86"/>
                <a:gd name="T91" fmla="*/ 90 h 90"/>
                <a:gd name="T92" fmla="*/ 60 w 86"/>
                <a:gd name="T93" fmla="*/ 88 h 90"/>
                <a:gd name="T94" fmla="*/ 57 w 86"/>
                <a:gd name="T95" fmla="*/ 84 h 90"/>
                <a:gd name="T96" fmla="*/ 52 w 86"/>
                <a:gd name="T97" fmla="*/ 82 h 90"/>
                <a:gd name="T98" fmla="*/ 47 w 86"/>
                <a:gd name="T99" fmla="*/ 85 h 90"/>
                <a:gd name="T100" fmla="*/ 36 w 86"/>
                <a:gd name="T101" fmla="*/ 79 h 90"/>
                <a:gd name="T102" fmla="*/ 33 w 86"/>
                <a:gd name="T103" fmla="*/ 8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6" h="90">
                  <a:moveTo>
                    <a:pt x="33" y="82"/>
                  </a:moveTo>
                  <a:lnTo>
                    <a:pt x="27" y="75"/>
                  </a:lnTo>
                  <a:lnTo>
                    <a:pt x="19" y="67"/>
                  </a:lnTo>
                  <a:lnTo>
                    <a:pt x="15" y="60"/>
                  </a:lnTo>
                  <a:lnTo>
                    <a:pt x="8" y="54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5" y="44"/>
                  </a:lnTo>
                  <a:lnTo>
                    <a:pt x="6" y="43"/>
                  </a:lnTo>
                  <a:lnTo>
                    <a:pt x="12" y="42"/>
                  </a:lnTo>
                  <a:lnTo>
                    <a:pt x="15" y="37"/>
                  </a:lnTo>
                  <a:lnTo>
                    <a:pt x="18" y="37"/>
                  </a:lnTo>
                  <a:lnTo>
                    <a:pt x="18" y="27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31" y="21"/>
                  </a:lnTo>
                  <a:lnTo>
                    <a:pt x="36" y="25"/>
                  </a:lnTo>
                  <a:lnTo>
                    <a:pt x="38" y="22"/>
                  </a:lnTo>
                  <a:lnTo>
                    <a:pt x="41" y="20"/>
                  </a:lnTo>
                  <a:lnTo>
                    <a:pt x="48" y="14"/>
                  </a:lnTo>
                  <a:lnTo>
                    <a:pt x="49" y="10"/>
                  </a:lnTo>
                  <a:lnTo>
                    <a:pt x="51" y="10"/>
                  </a:lnTo>
                  <a:lnTo>
                    <a:pt x="54" y="5"/>
                  </a:lnTo>
                  <a:lnTo>
                    <a:pt x="56" y="5"/>
                  </a:lnTo>
                  <a:lnTo>
                    <a:pt x="58" y="8"/>
                  </a:lnTo>
                  <a:lnTo>
                    <a:pt x="62" y="9"/>
                  </a:lnTo>
                  <a:lnTo>
                    <a:pt x="66" y="6"/>
                  </a:lnTo>
                  <a:lnTo>
                    <a:pt x="71" y="6"/>
                  </a:lnTo>
                  <a:lnTo>
                    <a:pt x="77" y="3"/>
                  </a:lnTo>
                  <a:lnTo>
                    <a:pt x="80" y="0"/>
                  </a:lnTo>
                  <a:lnTo>
                    <a:pt x="86" y="1"/>
                  </a:lnTo>
                  <a:lnTo>
                    <a:pt x="85" y="3"/>
                  </a:lnTo>
                  <a:lnTo>
                    <a:pt x="83" y="8"/>
                  </a:lnTo>
                  <a:lnTo>
                    <a:pt x="84" y="15"/>
                  </a:lnTo>
                  <a:lnTo>
                    <a:pt x="79" y="22"/>
                  </a:lnTo>
                  <a:lnTo>
                    <a:pt x="77" y="30"/>
                  </a:lnTo>
                  <a:lnTo>
                    <a:pt x="76" y="40"/>
                  </a:lnTo>
                  <a:lnTo>
                    <a:pt x="76" y="45"/>
                  </a:lnTo>
                  <a:lnTo>
                    <a:pt x="76" y="54"/>
                  </a:lnTo>
                  <a:lnTo>
                    <a:pt x="73" y="56"/>
                  </a:lnTo>
                  <a:lnTo>
                    <a:pt x="70" y="65"/>
                  </a:lnTo>
                  <a:lnTo>
                    <a:pt x="71" y="71"/>
                  </a:lnTo>
                  <a:lnTo>
                    <a:pt x="67" y="76"/>
                  </a:lnTo>
                  <a:lnTo>
                    <a:pt x="67" y="82"/>
                  </a:lnTo>
                  <a:lnTo>
                    <a:pt x="70" y="85"/>
                  </a:lnTo>
                  <a:lnTo>
                    <a:pt x="65" y="90"/>
                  </a:lnTo>
                  <a:lnTo>
                    <a:pt x="60" y="88"/>
                  </a:lnTo>
                  <a:lnTo>
                    <a:pt x="57" y="84"/>
                  </a:lnTo>
                  <a:lnTo>
                    <a:pt x="52" y="82"/>
                  </a:lnTo>
                  <a:lnTo>
                    <a:pt x="47" y="85"/>
                  </a:lnTo>
                  <a:lnTo>
                    <a:pt x="36" y="79"/>
                  </a:lnTo>
                  <a:lnTo>
                    <a:pt x="33" y="8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2" name="Freeform 135">
              <a:extLst>
                <a:ext uri="{FF2B5EF4-FFF2-40B4-BE49-F238E27FC236}">
                  <a16:creationId xmlns:a16="http://schemas.microsoft.com/office/drawing/2014/main" id="{30787260-4AEA-C0C2-7973-EB1AF211C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989" y="2155825"/>
              <a:ext cx="92075" cy="85725"/>
            </a:xfrm>
            <a:custGeom>
              <a:avLst/>
              <a:gdLst>
                <a:gd name="T0" fmla="*/ 42 w 58"/>
                <a:gd name="T1" fmla="*/ 0 h 54"/>
                <a:gd name="T2" fmla="*/ 55 w 58"/>
                <a:gd name="T3" fmla="*/ 0 h 54"/>
                <a:gd name="T4" fmla="*/ 58 w 58"/>
                <a:gd name="T5" fmla="*/ 7 h 54"/>
                <a:gd name="T6" fmla="*/ 55 w 58"/>
                <a:gd name="T7" fmla="*/ 25 h 54"/>
                <a:gd name="T8" fmla="*/ 51 w 58"/>
                <a:gd name="T9" fmla="*/ 33 h 54"/>
                <a:gd name="T10" fmla="*/ 42 w 58"/>
                <a:gd name="T11" fmla="*/ 33 h 54"/>
                <a:gd name="T12" fmla="*/ 45 w 58"/>
                <a:gd name="T13" fmla="*/ 54 h 54"/>
                <a:gd name="T14" fmla="*/ 36 w 58"/>
                <a:gd name="T15" fmla="*/ 49 h 54"/>
                <a:gd name="T16" fmla="*/ 26 w 58"/>
                <a:gd name="T17" fmla="*/ 40 h 54"/>
                <a:gd name="T18" fmla="*/ 11 w 58"/>
                <a:gd name="T19" fmla="*/ 44 h 54"/>
                <a:gd name="T20" fmla="*/ 0 w 58"/>
                <a:gd name="T21" fmla="*/ 43 h 54"/>
                <a:gd name="T22" fmla="*/ 8 w 58"/>
                <a:gd name="T23" fmla="*/ 37 h 54"/>
                <a:gd name="T24" fmla="*/ 21 w 58"/>
                <a:gd name="T25" fmla="*/ 8 h 54"/>
                <a:gd name="T26" fmla="*/ 42 w 58"/>
                <a:gd name="T2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4">
                  <a:moveTo>
                    <a:pt x="42" y="0"/>
                  </a:moveTo>
                  <a:lnTo>
                    <a:pt x="55" y="0"/>
                  </a:lnTo>
                  <a:lnTo>
                    <a:pt x="58" y="7"/>
                  </a:lnTo>
                  <a:lnTo>
                    <a:pt x="55" y="25"/>
                  </a:lnTo>
                  <a:lnTo>
                    <a:pt x="51" y="33"/>
                  </a:lnTo>
                  <a:lnTo>
                    <a:pt x="42" y="33"/>
                  </a:lnTo>
                  <a:lnTo>
                    <a:pt x="45" y="54"/>
                  </a:lnTo>
                  <a:lnTo>
                    <a:pt x="36" y="49"/>
                  </a:lnTo>
                  <a:lnTo>
                    <a:pt x="26" y="40"/>
                  </a:lnTo>
                  <a:lnTo>
                    <a:pt x="11" y="44"/>
                  </a:lnTo>
                  <a:lnTo>
                    <a:pt x="0" y="43"/>
                  </a:lnTo>
                  <a:lnTo>
                    <a:pt x="8" y="37"/>
                  </a:lnTo>
                  <a:lnTo>
                    <a:pt x="21" y="8"/>
                  </a:lnTo>
                  <a:lnTo>
                    <a:pt x="42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3" name="Freeform 136">
              <a:extLst>
                <a:ext uri="{FF2B5EF4-FFF2-40B4-BE49-F238E27FC236}">
                  <a16:creationId xmlns:a16="http://schemas.microsoft.com/office/drawing/2014/main" id="{18FA0585-81DA-4A9F-95B9-4DB53DD80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152" y="1628775"/>
              <a:ext cx="539750" cy="382588"/>
            </a:xfrm>
            <a:custGeom>
              <a:avLst/>
              <a:gdLst>
                <a:gd name="T0" fmla="*/ 294 w 340"/>
                <a:gd name="T1" fmla="*/ 0 h 241"/>
                <a:gd name="T2" fmla="*/ 338 w 340"/>
                <a:gd name="T3" fmla="*/ 13 h 241"/>
                <a:gd name="T4" fmla="*/ 322 w 340"/>
                <a:gd name="T5" fmla="*/ 17 h 241"/>
                <a:gd name="T6" fmla="*/ 340 w 340"/>
                <a:gd name="T7" fmla="*/ 28 h 241"/>
                <a:gd name="T8" fmla="*/ 319 w 340"/>
                <a:gd name="T9" fmla="*/ 35 h 241"/>
                <a:gd name="T10" fmla="*/ 309 w 340"/>
                <a:gd name="T11" fmla="*/ 37 h 241"/>
                <a:gd name="T12" fmla="*/ 311 w 340"/>
                <a:gd name="T13" fmla="*/ 24 h 241"/>
                <a:gd name="T14" fmla="*/ 293 w 340"/>
                <a:gd name="T15" fmla="*/ 18 h 241"/>
                <a:gd name="T16" fmla="*/ 274 w 340"/>
                <a:gd name="T17" fmla="*/ 23 h 241"/>
                <a:gd name="T18" fmla="*/ 270 w 340"/>
                <a:gd name="T19" fmla="*/ 36 h 241"/>
                <a:gd name="T20" fmla="*/ 259 w 340"/>
                <a:gd name="T21" fmla="*/ 44 h 241"/>
                <a:gd name="T22" fmla="*/ 244 w 340"/>
                <a:gd name="T23" fmla="*/ 40 h 241"/>
                <a:gd name="T24" fmla="*/ 227 w 340"/>
                <a:gd name="T25" fmla="*/ 40 h 241"/>
                <a:gd name="T26" fmla="*/ 210 w 340"/>
                <a:gd name="T27" fmla="*/ 31 h 241"/>
                <a:gd name="T28" fmla="*/ 203 w 340"/>
                <a:gd name="T29" fmla="*/ 36 h 241"/>
                <a:gd name="T30" fmla="*/ 195 w 340"/>
                <a:gd name="T31" fmla="*/ 37 h 241"/>
                <a:gd name="T32" fmla="*/ 195 w 340"/>
                <a:gd name="T33" fmla="*/ 48 h 241"/>
                <a:gd name="T34" fmla="*/ 170 w 340"/>
                <a:gd name="T35" fmla="*/ 45 h 241"/>
                <a:gd name="T36" fmla="*/ 168 w 340"/>
                <a:gd name="T37" fmla="*/ 55 h 241"/>
                <a:gd name="T38" fmla="*/ 155 w 340"/>
                <a:gd name="T39" fmla="*/ 55 h 241"/>
                <a:gd name="T40" fmla="*/ 148 w 340"/>
                <a:gd name="T41" fmla="*/ 68 h 241"/>
                <a:gd name="T42" fmla="*/ 137 w 340"/>
                <a:gd name="T43" fmla="*/ 88 h 241"/>
                <a:gd name="T44" fmla="*/ 118 w 340"/>
                <a:gd name="T45" fmla="*/ 114 h 241"/>
                <a:gd name="T46" fmla="*/ 124 w 340"/>
                <a:gd name="T47" fmla="*/ 120 h 241"/>
                <a:gd name="T48" fmla="*/ 120 w 340"/>
                <a:gd name="T49" fmla="*/ 127 h 241"/>
                <a:gd name="T50" fmla="*/ 106 w 340"/>
                <a:gd name="T51" fmla="*/ 127 h 241"/>
                <a:gd name="T52" fmla="*/ 98 w 340"/>
                <a:gd name="T53" fmla="*/ 145 h 241"/>
                <a:gd name="T54" fmla="*/ 102 w 340"/>
                <a:gd name="T55" fmla="*/ 170 h 241"/>
                <a:gd name="T56" fmla="*/ 112 w 340"/>
                <a:gd name="T57" fmla="*/ 179 h 241"/>
                <a:gd name="T58" fmla="*/ 109 w 340"/>
                <a:gd name="T59" fmla="*/ 202 h 241"/>
                <a:gd name="T60" fmla="*/ 98 w 340"/>
                <a:gd name="T61" fmla="*/ 215 h 241"/>
                <a:gd name="T62" fmla="*/ 92 w 340"/>
                <a:gd name="T63" fmla="*/ 226 h 241"/>
                <a:gd name="T64" fmla="*/ 81 w 340"/>
                <a:gd name="T65" fmla="*/ 214 h 241"/>
                <a:gd name="T66" fmla="*/ 54 w 340"/>
                <a:gd name="T67" fmla="*/ 237 h 241"/>
                <a:gd name="T68" fmla="*/ 34 w 340"/>
                <a:gd name="T69" fmla="*/ 241 h 241"/>
                <a:gd name="T70" fmla="*/ 13 w 340"/>
                <a:gd name="T71" fmla="*/ 231 h 241"/>
                <a:gd name="T72" fmla="*/ 7 w 340"/>
                <a:gd name="T73" fmla="*/ 211 h 241"/>
                <a:gd name="T74" fmla="*/ 0 w 340"/>
                <a:gd name="T75" fmla="*/ 166 h 241"/>
                <a:gd name="T76" fmla="*/ 13 w 340"/>
                <a:gd name="T77" fmla="*/ 154 h 241"/>
                <a:gd name="T78" fmla="*/ 50 w 340"/>
                <a:gd name="T79" fmla="*/ 139 h 241"/>
                <a:gd name="T80" fmla="*/ 76 w 340"/>
                <a:gd name="T81" fmla="*/ 119 h 241"/>
                <a:gd name="T82" fmla="*/ 99 w 340"/>
                <a:gd name="T83" fmla="*/ 94 h 241"/>
                <a:gd name="T84" fmla="*/ 128 w 340"/>
                <a:gd name="T85" fmla="*/ 59 h 241"/>
                <a:gd name="T86" fmla="*/ 149 w 340"/>
                <a:gd name="T87" fmla="*/ 45 h 241"/>
                <a:gd name="T88" fmla="*/ 182 w 340"/>
                <a:gd name="T89" fmla="*/ 24 h 241"/>
                <a:gd name="T90" fmla="*/ 209 w 340"/>
                <a:gd name="T91" fmla="*/ 16 h 241"/>
                <a:gd name="T92" fmla="*/ 231 w 340"/>
                <a:gd name="T93" fmla="*/ 17 h 241"/>
                <a:gd name="T94" fmla="*/ 247 w 340"/>
                <a:gd name="T95" fmla="*/ 3 h 241"/>
                <a:gd name="T96" fmla="*/ 271 w 340"/>
                <a:gd name="T97" fmla="*/ 3 h 241"/>
                <a:gd name="T98" fmla="*/ 294 w 340"/>
                <a:gd name="T9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0" h="241">
                  <a:moveTo>
                    <a:pt x="294" y="0"/>
                  </a:moveTo>
                  <a:lnTo>
                    <a:pt x="338" y="13"/>
                  </a:lnTo>
                  <a:lnTo>
                    <a:pt x="322" y="17"/>
                  </a:lnTo>
                  <a:lnTo>
                    <a:pt x="340" y="28"/>
                  </a:lnTo>
                  <a:lnTo>
                    <a:pt x="319" y="35"/>
                  </a:lnTo>
                  <a:lnTo>
                    <a:pt x="309" y="37"/>
                  </a:lnTo>
                  <a:lnTo>
                    <a:pt x="311" y="24"/>
                  </a:lnTo>
                  <a:lnTo>
                    <a:pt x="293" y="18"/>
                  </a:lnTo>
                  <a:lnTo>
                    <a:pt x="274" y="23"/>
                  </a:lnTo>
                  <a:lnTo>
                    <a:pt x="270" y="36"/>
                  </a:lnTo>
                  <a:lnTo>
                    <a:pt x="259" y="44"/>
                  </a:lnTo>
                  <a:lnTo>
                    <a:pt x="244" y="40"/>
                  </a:lnTo>
                  <a:lnTo>
                    <a:pt x="227" y="40"/>
                  </a:lnTo>
                  <a:lnTo>
                    <a:pt x="210" y="31"/>
                  </a:lnTo>
                  <a:lnTo>
                    <a:pt x="203" y="36"/>
                  </a:lnTo>
                  <a:lnTo>
                    <a:pt x="195" y="37"/>
                  </a:lnTo>
                  <a:lnTo>
                    <a:pt x="195" y="48"/>
                  </a:lnTo>
                  <a:lnTo>
                    <a:pt x="170" y="45"/>
                  </a:lnTo>
                  <a:lnTo>
                    <a:pt x="168" y="55"/>
                  </a:lnTo>
                  <a:lnTo>
                    <a:pt x="155" y="55"/>
                  </a:lnTo>
                  <a:lnTo>
                    <a:pt x="148" y="68"/>
                  </a:lnTo>
                  <a:lnTo>
                    <a:pt x="137" y="88"/>
                  </a:lnTo>
                  <a:lnTo>
                    <a:pt x="118" y="114"/>
                  </a:lnTo>
                  <a:lnTo>
                    <a:pt x="124" y="120"/>
                  </a:lnTo>
                  <a:lnTo>
                    <a:pt x="120" y="127"/>
                  </a:lnTo>
                  <a:lnTo>
                    <a:pt x="106" y="127"/>
                  </a:lnTo>
                  <a:lnTo>
                    <a:pt x="98" y="145"/>
                  </a:lnTo>
                  <a:lnTo>
                    <a:pt x="102" y="170"/>
                  </a:lnTo>
                  <a:lnTo>
                    <a:pt x="112" y="179"/>
                  </a:lnTo>
                  <a:lnTo>
                    <a:pt x="109" y="202"/>
                  </a:lnTo>
                  <a:lnTo>
                    <a:pt x="98" y="215"/>
                  </a:lnTo>
                  <a:lnTo>
                    <a:pt x="92" y="226"/>
                  </a:lnTo>
                  <a:lnTo>
                    <a:pt x="81" y="214"/>
                  </a:lnTo>
                  <a:lnTo>
                    <a:pt x="54" y="237"/>
                  </a:lnTo>
                  <a:lnTo>
                    <a:pt x="34" y="241"/>
                  </a:lnTo>
                  <a:lnTo>
                    <a:pt x="13" y="231"/>
                  </a:lnTo>
                  <a:lnTo>
                    <a:pt x="7" y="211"/>
                  </a:lnTo>
                  <a:lnTo>
                    <a:pt x="0" y="166"/>
                  </a:lnTo>
                  <a:lnTo>
                    <a:pt x="13" y="154"/>
                  </a:lnTo>
                  <a:lnTo>
                    <a:pt x="50" y="139"/>
                  </a:lnTo>
                  <a:lnTo>
                    <a:pt x="76" y="119"/>
                  </a:lnTo>
                  <a:lnTo>
                    <a:pt x="99" y="94"/>
                  </a:lnTo>
                  <a:lnTo>
                    <a:pt x="128" y="59"/>
                  </a:lnTo>
                  <a:lnTo>
                    <a:pt x="149" y="45"/>
                  </a:lnTo>
                  <a:lnTo>
                    <a:pt x="182" y="24"/>
                  </a:lnTo>
                  <a:lnTo>
                    <a:pt x="209" y="16"/>
                  </a:lnTo>
                  <a:lnTo>
                    <a:pt x="231" y="17"/>
                  </a:lnTo>
                  <a:lnTo>
                    <a:pt x="247" y="3"/>
                  </a:lnTo>
                  <a:lnTo>
                    <a:pt x="271" y="3"/>
                  </a:lnTo>
                  <a:lnTo>
                    <a:pt x="294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354" name="Freeform 137">
              <a:extLst>
                <a:ext uri="{FF2B5EF4-FFF2-40B4-BE49-F238E27FC236}">
                  <a16:creationId xmlns:a16="http://schemas.microsoft.com/office/drawing/2014/main" id="{D33C9FB1-8FE5-4589-BD8C-28652101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789" y="1447800"/>
              <a:ext cx="76200" cy="23813"/>
            </a:xfrm>
            <a:custGeom>
              <a:avLst/>
              <a:gdLst>
                <a:gd name="T0" fmla="*/ 48 w 48"/>
                <a:gd name="T1" fmla="*/ 9 h 15"/>
                <a:gd name="T2" fmla="*/ 23 w 48"/>
                <a:gd name="T3" fmla="*/ 15 h 15"/>
                <a:gd name="T4" fmla="*/ 1 w 48"/>
                <a:gd name="T5" fmla="*/ 11 h 15"/>
                <a:gd name="T6" fmla="*/ 8 w 48"/>
                <a:gd name="T7" fmla="*/ 8 h 15"/>
                <a:gd name="T8" fmla="*/ 0 w 48"/>
                <a:gd name="T9" fmla="*/ 3 h 15"/>
                <a:gd name="T10" fmla="*/ 24 w 48"/>
                <a:gd name="T11" fmla="*/ 0 h 15"/>
                <a:gd name="T12" fmla="*/ 30 w 48"/>
                <a:gd name="T13" fmla="*/ 5 h 15"/>
                <a:gd name="T14" fmla="*/ 48 w 48"/>
                <a:gd name="T15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15">
                  <a:moveTo>
                    <a:pt x="48" y="9"/>
                  </a:moveTo>
                  <a:lnTo>
                    <a:pt x="23" y="15"/>
                  </a:lnTo>
                  <a:lnTo>
                    <a:pt x="1" y="11"/>
                  </a:lnTo>
                  <a:lnTo>
                    <a:pt x="8" y="8"/>
                  </a:lnTo>
                  <a:lnTo>
                    <a:pt x="0" y="3"/>
                  </a:lnTo>
                  <a:lnTo>
                    <a:pt x="24" y="0"/>
                  </a:lnTo>
                  <a:lnTo>
                    <a:pt x="30" y="5"/>
                  </a:lnTo>
                  <a:lnTo>
                    <a:pt x="48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5" name="Freeform 138">
              <a:extLst>
                <a:ext uri="{FF2B5EF4-FFF2-40B4-BE49-F238E27FC236}">
                  <a16:creationId xmlns:a16="http://schemas.microsoft.com/office/drawing/2014/main" id="{D32B6344-45EE-F34D-2D8E-7B4BB0262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5939" y="1412875"/>
              <a:ext cx="206375" cy="74613"/>
            </a:xfrm>
            <a:custGeom>
              <a:avLst/>
              <a:gdLst>
                <a:gd name="T0" fmla="*/ 89 w 130"/>
                <a:gd name="T1" fmla="*/ 4 h 47"/>
                <a:gd name="T2" fmla="*/ 130 w 130"/>
                <a:gd name="T3" fmla="*/ 15 h 47"/>
                <a:gd name="T4" fmla="*/ 102 w 130"/>
                <a:gd name="T5" fmla="*/ 21 h 47"/>
                <a:gd name="T6" fmla="*/ 98 w 130"/>
                <a:gd name="T7" fmla="*/ 31 h 47"/>
                <a:gd name="T8" fmla="*/ 88 w 130"/>
                <a:gd name="T9" fmla="*/ 34 h 47"/>
                <a:gd name="T10" fmla="*/ 85 w 130"/>
                <a:gd name="T11" fmla="*/ 46 h 47"/>
                <a:gd name="T12" fmla="*/ 70 w 130"/>
                <a:gd name="T13" fmla="*/ 47 h 47"/>
                <a:gd name="T14" fmla="*/ 43 w 130"/>
                <a:gd name="T15" fmla="*/ 38 h 47"/>
                <a:gd name="T16" fmla="*/ 53 w 130"/>
                <a:gd name="T17" fmla="*/ 32 h 47"/>
                <a:gd name="T18" fmla="*/ 35 w 130"/>
                <a:gd name="T19" fmla="*/ 28 h 47"/>
                <a:gd name="T20" fmla="*/ 10 w 130"/>
                <a:gd name="T21" fmla="*/ 16 h 47"/>
                <a:gd name="T22" fmla="*/ 0 w 130"/>
                <a:gd name="T23" fmla="*/ 5 h 47"/>
                <a:gd name="T24" fmla="*/ 30 w 130"/>
                <a:gd name="T25" fmla="*/ 0 h 47"/>
                <a:gd name="T26" fmla="*/ 37 w 130"/>
                <a:gd name="T27" fmla="*/ 5 h 47"/>
                <a:gd name="T28" fmla="*/ 54 w 130"/>
                <a:gd name="T29" fmla="*/ 5 h 47"/>
                <a:gd name="T30" fmla="*/ 57 w 130"/>
                <a:gd name="T31" fmla="*/ 0 h 47"/>
                <a:gd name="T32" fmla="*/ 74 w 130"/>
                <a:gd name="T33" fmla="*/ 0 h 47"/>
                <a:gd name="T34" fmla="*/ 89 w 130"/>
                <a:gd name="T35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0" h="47">
                  <a:moveTo>
                    <a:pt x="89" y="4"/>
                  </a:moveTo>
                  <a:lnTo>
                    <a:pt x="130" y="15"/>
                  </a:lnTo>
                  <a:lnTo>
                    <a:pt x="102" y="21"/>
                  </a:lnTo>
                  <a:lnTo>
                    <a:pt x="98" y="31"/>
                  </a:lnTo>
                  <a:lnTo>
                    <a:pt x="88" y="34"/>
                  </a:lnTo>
                  <a:lnTo>
                    <a:pt x="85" y="46"/>
                  </a:lnTo>
                  <a:lnTo>
                    <a:pt x="70" y="47"/>
                  </a:lnTo>
                  <a:lnTo>
                    <a:pt x="43" y="38"/>
                  </a:lnTo>
                  <a:lnTo>
                    <a:pt x="53" y="32"/>
                  </a:lnTo>
                  <a:lnTo>
                    <a:pt x="35" y="28"/>
                  </a:lnTo>
                  <a:lnTo>
                    <a:pt x="10" y="16"/>
                  </a:lnTo>
                  <a:lnTo>
                    <a:pt x="0" y="5"/>
                  </a:lnTo>
                  <a:lnTo>
                    <a:pt x="30" y="0"/>
                  </a:lnTo>
                  <a:lnTo>
                    <a:pt x="37" y="5"/>
                  </a:lnTo>
                  <a:lnTo>
                    <a:pt x="54" y="5"/>
                  </a:lnTo>
                  <a:lnTo>
                    <a:pt x="57" y="0"/>
                  </a:lnTo>
                  <a:lnTo>
                    <a:pt x="74" y="0"/>
                  </a:lnTo>
                  <a:lnTo>
                    <a:pt x="89" y="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6" name="Freeform 139">
              <a:extLst>
                <a:ext uri="{FF2B5EF4-FFF2-40B4-BE49-F238E27FC236}">
                  <a16:creationId xmlns:a16="http://schemas.microsoft.com/office/drawing/2014/main" id="{E6CFB30F-66E7-6210-DDF2-06711E919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177" y="1400175"/>
              <a:ext cx="184150" cy="26988"/>
            </a:xfrm>
            <a:custGeom>
              <a:avLst/>
              <a:gdLst>
                <a:gd name="T0" fmla="*/ 92 w 116"/>
                <a:gd name="T1" fmla="*/ 3 h 17"/>
                <a:gd name="T2" fmla="*/ 116 w 116"/>
                <a:gd name="T3" fmla="*/ 8 h 17"/>
                <a:gd name="T4" fmla="*/ 101 w 116"/>
                <a:gd name="T5" fmla="*/ 15 h 17"/>
                <a:gd name="T6" fmla="*/ 68 w 116"/>
                <a:gd name="T7" fmla="*/ 17 h 17"/>
                <a:gd name="T8" fmla="*/ 34 w 116"/>
                <a:gd name="T9" fmla="*/ 14 h 17"/>
                <a:gd name="T10" fmla="*/ 31 w 116"/>
                <a:gd name="T11" fmla="*/ 11 h 17"/>
                <a:gd name="T12" fmla="*/ 14 w 116"/>
                <a:gd name="T13" fmla="*/ 11 h 17"/>
                <a:gd name="T14" fmla="*/ 0 w 116"/>
                <a:gd name="T15" fmla="*/ 4 h 17"/>
                <a:gd name="T16" fmla="*/ 35 w 116"/>
                <a:gd name="T17" fmla="*/ 1 h 17"/>
                <a:gd name="T18" fmla="*/ 52 w 116"/>
                <a:gd name="T19" fmla="*/ 4 h 17"/>
                <a:gd name="T20" fmla="*/ 62 w 116"/>
                <a:gd name="T21" fmla="*/ 0 h 17"/>
                <a:gd name="T22" fmla="*/ 92 w 116"/>
                <a:gd name="T23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6" h="17">
                  <a:moveTo>
                    <a:pt x="92" y="3"/>
                  </a:moveTo>
                  <a:lnTo>
                    <a:pt x="116" y="8"/>
                  </a:lnTo>
                  <a:lnTo>
                    <a:pt x="101" y="15"/>
                  </a:lnTo>
                  <a:lnTo>
                    <a:pt x="68" y="17"/>
                  </a:lnTo>
                  <a:lnTo>
                    <a:pt x="34" y="14"/>
                  </a:lnTo>
                  <a:lnTo>
                    <a:pt x="31" y="11"/>
                  </a:lnTo>
                  <a:lnTo>
                    <a:pt x="14" y="11"/>
                  </a:lnTo>
                  <a:lnTo>
                    <a:pt x="0" y="4"/>
                  </a:lnTo>
                  <a:lnTo>
                    <a:pt x="35" y="1"/>
                  </a:lnTo>
                  <a:lnTo>
                    <a:pt x="52" y="4"/>
                  </a:lnTo>
                  <a:lnTo>
                    <a:pt x="62" y="0"/>
                  </a:lnTo>
                  <a:lnTo>
                    <a:pt x="92" y="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7" name="Freeform 140">
              <a:extLst>
                <a:ext uri="{FF2B5EF4-FFF2-40B4-BE49-F238E27FC236}">
                  <a16:creationId xmlns:a16="http://schemas.microsoft.com/office/drawing/2014/main" id="{182671F9-D208-4F2D-B387-134EC20D0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1752" y="2906712"/>
              <a:ext cx="241300" cy="131763"/>
            </a:xfrm>
            <a:custGeom>
              <a:avLst/>
              <a:gdLst>
                <a:gd name="T0" fmla="*/ 146 w 152"/>
                <a:gd name="T1" fmla="*/ 52 h 83"/>
                <a:gd name="T2" fmla="*/ 146 w 152"/>
                <a:gd name="T3" fmla="*/ 61 h 83"/>
                <a:gd name="T4" fmla="*/ 152 w 152"/>
                <a:gd name="T5" fmla="*/ 75 h 83"/>
                <a:gd name="T6" fmla="*/ 151 w 152"/>
                <a:gd name="T7" fmla="*/ 83 h 83"/>
                <a:gd name="T8" fmla="*/ 136 w 152"/>
                <a:gd name="T9" fmla="*/ 83 h 83"/>
                <a:gd name="T10" fmla="*/ 114 w 152"/>
                <a:gd name="T11" fmla="*/ 78 h 83"/>
                <a:gd name="T12" fmla="*/ 100 w 152"/>
                <a:gd name="T13" fmla="*/ 76 h 83"/>
                <a:gd name="T14" fmla="*/ 88 w 152"/>
                <a:gd name="T15" fmla="*/ 66 h 83"/>
                <a:gd name="T16" fmla="*/ 63 w 152"/>
                <a:gd name="T17" fmla="*/ 63 h 83"/>
                <a:gd name="T18" fmla="*/ 37 w 152"/>
                <a:gd name="T19" fmla="*/ 51 h 83"/>
                <a:gd name="T20" fmla="*/ 18 w 152"/>
                <a:gd name="T21" fmla="*/ 41 h 83"/>
                <a:gd name="T22" fmla="*/ 0 w 152"/>
                <a:gd name="T23" fmla="*/ 33 h 83"/>
                <a:gd name="T24" fmla="*/ 3 w 152"/>
                <a:gd name="T25" fmla="*/ 14 h 83"/>
                <a:gd name="T26" fmla="*/ 12 w 152"/>
                <a:gd name="T27" fmla="*/ 4 h 83"/>
                <a:gd name="T28" fmla="*/ 18 w 152"/>
                <a:gd name="T29" fmla="*/ 0 h 83"/>
                <a:gd name="T30" fmla="*/ 34 w 152"/>
                <a:gd name="T31" fmla="*/ 6 h 83"/>
                <a:gd name="T32" fmla="*/ 54 w 152"/>
                <a:gd name="T33" fmla="*/ 19 h 83"/>
                <a:gd name="T34" fmla="*/ 65 w 152"/>
                <a:gd name="T35" fmla="*/ 22 h 83"/>
                <a:gd name="T36" fmla="*/ 73 w 152"/>
                <a:gd name="T37" fmla="*/ 32 h 83"/>
                <a:gd name="T38" fmla="*/ 88 w 152"/>
                <a:gd name="T39" fmla="*/ 36 h 83"/>
                <a:gd name="T40" fmla="*/ 104 w 152"/>
                <a:gd name="T41" fmla="*/ 45 h 83"/>
                <a:gd name="T42" fmla="*/ 125 w 152"/>
                <a:gd name="T43" fmla="*/ 50 h 83"/>
                <a:gd name="T44" fmla="*/ 146 w 152"/>
                <a:gd name="T45" fmla="*/ 5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2" h="83">
                  <a:moveTo>
                    <a:pt x="146" y="52"/>
                  </a:moveTo>
                  <a:lnTo>
                    <a:pt x="146" y="61"/>
                  </a:lnTo>
                  <a:lnTo>
                    <a:pt x="152" y="75"/>
                  </a:lnTo>
                  <a:lnTo>
                    <a:pt x="151" y="83"/>
                  </a:lnTo>
                  <a:lnTo>
                    <a:pt x="136" y="83"/>
                  </a:lnTo>
                  <a:lnTo>
                    <a:pt x="114" y="78"/>
                  </a:lnTo>
                  <a:lnTo>
                    <a:pt x="100" y="76"/>
                  </a:lnTo>
                  <a:lnTo>
                    <a:pt x="88" y="66"/>
                  </a:lnTo>
                  <a:lnTo>
                    <a:pt x="63" y="63"/>
                  </a:lnTo>
                  <a:lnTo>
                    <a:pt x="37" y="51"/>
                  </a:lnTo>
                  <a:lnTo>
                    <a:pt x="18" y="41"/>
                  </a:lnTo>
                  <a:lnTo>
                    <a:pt x="0" y="33"/>
                  </a:lnTo>
                  <a:lnTo>
                    <a:pt x="3" y="14"/>
                  </a:lnTo>
                  <a:lnTo>
                    <a:pt x="12" y="4"/>
                  </a:lnTo>
                  <a:lnTo>
                    <a:pt x="18" y="0"/>
                  </a:lnTo>
                  <a:lnTo>
                    <a:pt x="34" y="6"/>
                  </a:lnTo>
                  <a:lnTo>
                    <a:pt x="54" y="19"/>
                  </a:lnTo>
                  <a:lnTo>
                    <a:pt x="65" y="22"/>
                  </a:lnTo>
                  <a:lnTo>
                    <a:pt x="73" y="32"/>
                  </a:lnTo>
                  <a:lnTo>
                    <a:pt x="88" y="36"/>
                  </a:lnTo>
                  <a:lnTo>
                    <a:pt x="104" y="45"/>
                  </a:lnTo>
                  <a:lnTo>
                    <a:pt x="125" y="50"/>
                  </a:lnTo>
                  <a:lnTo>
                    <a:pt x="146" y="5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8" name="Freeform 141">
              <a:extLst>
                <a:ext uri="{FF2B5EF4-FFF2-40B4-BE49-F238E27FC236}">
                  <a16:creationId xmlns:a16="http://schemas.microsoft.com/office/drawing/2014/main" id="{5525D340-C746-F948-9C1D-6031D3446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44552" y="5045075"/>
              <a:ext cx="517525" cy="398463"/>
            </a:xfrm>
            <a:custGeom>
              <a:avLst/>
              <a:gdLst>
                <a:gd name="T0" fmla="*/ 1141 w 1337"/>
                <a:gd name="T1" fmla="*/ 233 h 1028"/>
                <a:gd name="T2" fmla="*/ 1195 w 1337"/>
                <a:gd name="T3" fmla="*/ 199 h 1028"/>
                <a:gd name="T4" fmla="*/ 1204 w 1337"/>
                <a:gd name="T5" fmla="*/ 290 h 1028"/>
                <a:gd name="T6" fmla="*/ 1308 w 1337"/>
                <a:gd name="T7" fmla="*/ 265 h 1028"/>
                <a:gd name="T8" fmla="*/ 1271 w 1337"/>
                <a:gd name="T9" fmla="*/ 350 h 1028"/>
                <a:gd name="T10" fmla="*/ 1164 w 1337"/>
                <a:gd name="T11" fmla="*/ 397 h 1028"/>
                <a:gd name="T12" fmla="*/ 1109 w 1337"/>
                <a:gd name="T13" fmla="*/ 459 h 1028"/>
                <a:gd name="T14" fmla="*/ 1030 w 1337"/>
                <a:gd name="T15" fmla="*/ 521 h 1028"/>
                <a:gd name="T16" fmla="*/ 876 w 1337"/>
                <a:gd name="T17" fmla="*/ 612 h 1028"/>
                <a:gd name="T18" fmla="*/ 861 w 1337"/>
                <a:gd name="T19" fmla="*/ 578 h 1028"/>
                <a:gd name="T20" fmla="*/ 960 w 1337"/>
                <a:gd name="T21" fmla="*/ 462 h 1028"/>
                <a:gd name="T22" fmla="*/ 931 w 1337"/>
                <a:gd name="T23" fmla="*/ 397 h 1028"/>
                <a:gd name="T24" fmla="*/ 1055 w 1337"/>
                <a:gd name="T25" fmla="*/ 303 h 1028"/>
                <a:gd name="T26" fmla="*/ 1093 w 1337"/>
                <a:gd name="T27" fmla="*/ 191 h 1028"/>
                <a:gd name="T28" fmla="*/ 1092 w 1337"/>
                <a:gd name="T29" fmla="*/ 141 h 1028"/>
                <a:gd name="T30" fmla="*/ 1084 w 1337"/>
                <a:gd name="T31" fmla="*/ 6 h 1028"/>
                <a:gd name="T32" fmla="*/ 1126 w 1337"/>
                <a:gd name="T33" fmla="*/ 47 h 1028"/>
                <a:gd name="T34" fmla="*/ 1144 w 1337"/>
                <a:gd name="T35" fmla="*/ 144 h 1028"/>
                <a:gd name="T36" fmla="*/ 761 w 1337"/>
                <a:gd name="T37" fmla="*/ 582 h 1028"/>
                <a:gd name="T38" fmla="*/ 829 w 1337"/>
                <a:gd name="T39" fmla="*/ 583 h 1028"/>
                <a:gd name="T40" fmla="*/ 749 w 1337"/>
                <a:gd name="T41" fmla="*/ 658 h 1028"/>
                <a:gd name="T42" fmla="*/ 597 w 1337"/>
                <a:gd name="T43" fmla="*/ 754 h 1028"/>
                <a:gd name="T44" fmla="*/ 537 w 1337"/>
                <a:gd name="T45" fmla="*/ 795 h 1028"/>
                <a:gd name="T46" fmla="*/ 393 w 1337"/>
                <a:gd name="T47" fmla="*/ 882 h 1028"/>
                <a:gd name="T48" fmla="*/ 202 w 1337"/>
                <a:gd name="T49" fmla="*/ 1004 h 1028"/>
                <a:gd name="T50" fmla="*/ 88 w 1337"/>
                <a:gd name="T51" fmla="*/ 1026 h 1028"/>
                <a:gd name="T52" fmla="*/ 0 w 1337"/>
                <a:gd name="T53" fmla="*/ 993 h 1028"/>
                <a:gd name="T54" fmla="*/ 99 w 1337"/>
                <a:gd name="T55" fmla="*/ 900 h 1028"/>
                <a:gd name="T56" fmla="*/ 304 w 1337"/>
                <a:gd name="T57" fmla="*/ 801 h 1028"/>
                <a:gd name="T58" fmla="*/ 469 w 1337"/>
                <a:gd name="T59" fmla="*/ 725 h 1028"/>
                <a:gd name="T60" fmla="*/ 619 w 1337"/>
                <a:gd name="T61" fmla="*/ 619 h 1028"/>
                <a:gd name="T62" fmla="*/ 704 w 1337"/>
                <a:gd name="T63" fmla="*/ 550 h 1028"/>
                <a:gd name="T64" fmla="*/ 770 w 1337"/>
                <a:gd name="T65" fmla="*/ 54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37" h="1028">
                  <a:moveTo>
                    <a:pt x="1144" y="144"/>
                  </a:moveTo>
                  <a:lnTo>
                    <a:pt x="1141" y="233"/>
                  </a:lnTo>
                  <a:lnTo>
                    <a:pt x="1178" y="176"/>
                  </a:lnTo>
                  <a:lnTo>
                    <a:pt x="1195" y="199"/>
                  </a:lnTo>
                  <a:lnTo>
                    <a:pt x="1166" y="263"/>
                  </a:lnTo>
                  <a:lnTo>
                    <a:pt x="1204" y="290"/>
                  </a:lnTo>
                  <a:lnTo>
                    <a:pt x="1247" y="297"/>
                  </a:lnTo>
                  <a:lnTo>
                    <a:pt x="1308" y="265"/>
                  </a:lnTo>
                  <a:lnTo>
                    <a:pt x="1337" y="275"/>
                  </a:lnTo>
                  <a:lnTo>
                    <a:pt x="1271" y="350"/>
                  </a:lnTo>
                  <a:lnTo>
                    <a:pt x="1216" y="399"/>
                  </a:lnTo>
                  <a:lnTo>
                    <a:pt x="1164" y="397"/>
                  </a:lnTo>
                  <a:lnTo>
                    <a:pt x="1128" y="423"/>
                  </a:lnTo>
                  <a:lnTo>
                    <a:pt x="1109" y="459"/>
                  </a:lnTo>
                  <a:lnTo>
                    <a:pt x="1088" y="475"/>
                  </a:lnTo>
                  <a:lnTo>
                    <a:pt x="1030" y="521"/>
                  </a:lnTo>
                  <a:lnTo>
                    <a:pt x="954" y="578"/>
                  </a:lnTo>
                  <a:lnTo>
                    <a:pt x="876" y="612"/>
                  </a:lnTo>
                  <a:lnTo>
                    <a:pt x="881" y="590"/>
                  </a:lnTo>
                  <a:lnTo>
                    <a:pt x="861" y="578"/>
                  </a:lnTo>
                  <a:lnTo>
                    <a:pt x="950" y="508"/>
                  </a:lnTo>
                  <a:lnTo>
                    <a:pt x="960" y="462"/>
                  </a:lnTo>
                  <a:lnTo>
                    <a:pt x="908" y="428"/>
                  </a:lnTo>
                  <a:lnTo>
                    <a:pt x="931" y="397"/>
                  </a:lnTo>
                  <a:lnTo>
                    <a:pt x="1001" y="368"/>
                  </a:lnTo>
                  <a:lnTo>
                    <a:pt x="1055" y="303"/>
                  </a:lnTo>
                  <a:lnTo>
                    <a:pt x="1087" y="248"/>
                  </a:lnTo>
                  <a:lnTo>
                    <a:pt x="1093" y="191"/>
                  </a:lnTo>
                  <a:lnTo>
                    <a:pt x="1104" y="176"/>
                  </a:lnTo>
                  <a:lnTo>
                    <a:pt x="1092" y="141"/>
                  </a:lnTo>
                  <a:lnTo>
                    <a:pt x="1080" y="66"/>
                  </a:lnTo>
                  <a:lnTo>
                    <a:pt x="1084" y="6"/>
                  </a:lnTo>
                  <a:lnTo>
                    <a:pt x="1114" y="0"/>
                  </a:lnTo>
                  <a:lnTo>
                    <a:pt x="1126" y="47"/>
                  </a:lnTo>
                  <a:lnTo>
                    <a:pt x="1169" y="69"/>
                  </a:lnTo>
                  <a:lnTo>
                    <a:pt x="1144" y="144"/>
                  </a:lnTo>
                  <a:moveTo>
                    <a:pt x="770" y="547"/>
                  </a:moveTo>
                  <a:lnTo>
                    <a:pt x="761" y="582"/>
                  </a:lnTo>
                  <a:lnTo>
                    <a:pt x="834" y="548"/>
                  </a:lnTo>
                  <a:lnTo>
                    <a:pt x="829" y="583"/>
                  </a:lnTo>
                  <a:lnTo>
                    <a:pt x="803" y="619"/>
                  </a:lnTo>
                  <a:lnTo>
                    <a:pt x="749" y="658"/>
                  </a:lnTo>
                  <a:lnTo>
                    <a:pt x="657" y="720"/>
                  </a:lnTo>
                  <a:lnTo>
                    <a:pt x="597" y="754"/>
                  </a:lnTo>
                  <a:lnTo>
                    <a:pt x="590" y="794"/>
                  </a:lnTo>
                  <a:lnTo>
                    <a:pt x="537" y="795"/>
                  </a:lnTo>
                  <a:lnTo>
                    <a:pt x="454" y="827"/>
                  </a:lnTo>
                  <a:lnTo>
                    <a:pt x="393" y="882"/>
                  </a:lnTo>
                  <a:lnTo>
                    <a:pt x="285" y="966"/>
                  </a:lnTo>
                  <a:lnTo>
                    <a:pt x="202" y="1004"/>
                  </a:lnTo>
                  <a:lnTo>
                    <a:pt x="148" y="1028"/>
                  </a:lnTo>
                  <a:lnTo>
                    <a:pt x="88" y="1026"/>
                  </a:lnTo>
                  <a:lnTo>
                    <a:pt x="68" y="998"/>
                  </a:lnTo>
                  <a:lnTo>
                    <a:pt x="0" y="993"/>
                  </a:lnTo>
                  <a:lnTo>
                    <a:pt x="13" y="962"/>
                  </a:lnTo>
                  <a:lnTo>
                    <a:pt x="99" y="900"/>
                  </a:lnTo>
                  <a:lnTo>
                    <a:pt x="248" y="817"/>
                  </a:lnTo>
                  <a:lnTo>
                    <a:pt x="304" y="801"/>
                  </a:lnTo>
                  <a:lnTo>
                    <a:pt x="378" y="769"/>
                  </a:lnTo>
                  <a:lnTo>
                    <a:pt x="469" y="725"/>
                  </a:lnTo>
                  <a:lnTo>
                    <a:pt x="543" y="681"/>
                  </a:lnTo>
                  <a:lnTo>
                    <a:pt x="619" y="619"/>
                  </a:lnTo>
                  <a:lnTo>
                    <a:pt x="661" y="597"/>
                  </a:lnTo>
                  <a:lnTo>
                    <a:pt x="704" y="550"/>
                  </a:lnTo>
                  <a:lnTo>
                    <a:pt x="780" y="511"/>
                  </a:lnTo>
                  <a:lnTo>
                    <a:pt x="770" y="547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59" name="Freeform 142">
              <a:extLst>
                <a:ext uri="{FF2B5EF4-FFF2-40B4-BE49-F238E27FC236}">
                  <a16:creationId xmlns:a16="http://schemas.microsoft.com/office/drawing/2014/main" id="{F229BEDF-6A24-3F26-66A5-2FFE55058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7689" y="3087687"/>
              <a:ext cx="212725" cy="273050"/>
            </a:xfrm>
            <a:custGeom>
              <a:avLst/>
              <a:gdLst>
                <a:gd name="T0" fmla="*/ 120 w 134"/>
                <a:gd name="T1" fmla="*/ 79 h 172"/>
                <a:gd name="T2" fmla="*/ 114 w 134"/>
                <a:gd name="T3" fmla="*/ 93 h 172"/>
                <a:gd name="T4" fmla="*/ 106 w 134"/>
                <a:gd name="T5" fmla="*/ 92 h 172"/>
                <a:gd name="T6" fmla="*/ 103 w 134"/>
                <a:gd name="T7" fmla="*/ 97 h 172"/>
                <a:gd name="T8" fmla="*/ 101 w 134"/>
                <a:gd name="T9" fmla="*/ 107 h 172"/>
                <a:gd name="T10" fmla="*/ 104 w 134"/>
                <a:gd name="T11" fmla="*/ 121 h 172"/>
                <a:gd name="T12" fmla="*/ 103 w 134"/>
                <a:gd name="T13" fmla="*/ 124 h 172"/>
                <a:gd name="T14" fmla="*/ 95 w 134"/>
                <a:gd name="T15" fmla="*/ 124 h 172"/>
                <a:gd name="T16" fmla="*/ 84 w 134"/>
                <a:gd name="T17" fmla="*/ 132 h 172"/>
                <a:gd name="T18" fmla="*/ 83 w 134"/>
                <a:gd name="T19" fmla="*/ 142 h 172"/>
                <a:gd name="T20" fmla="*/ 79 w 134"/>
                <a:gd name="T21" fmla="*/ 146 h 172"/>
                <a:gd name="T22" fmla="*/ 68 w 134"/>
                <a:gd name="T23" fmla="*/ 146 h 172"/>
                <a:gd name="T24" fmla="*/ 61 w 134"/>
                <a:gd name="T25" fmla="*/ 151 h 172"/>
                <a:gd name="T26" fmla="*/ 62 w 134"/>
                <a:gd name="T27" fmla="*/ 159 h 172"/>
                <a:gd name="T28" fmla="*/ 54 w 134"/>
                <a:gd name="T29" fmla="*/ 165 h 172"/>
                <a:gd name="T30" fmla="*/ 43 w 134"/>
                <a:gd name="T31" fmla="*/ 163 h 172"/>
                <a:gd name="T32" fmla="*/ 32 w 134"/>
                <a:gd name="T33" fmla="*/ 170 h 172"/>
                <a:gd name="T34" fmla="*/ 23 w 134"/>
                <a:gd name="T35" fmla="*/ 172 h 172"/>
                <a:gd name="T36" fmla="*/ 16 w 134"/>
                <a:gd name="T37" fmla="*/ 157 h 172"/>
                <a:gd name="T38" fmla="*/ 0 w 134"/>
                <a:gd name="T39" fmla="*/ 123 h 172"/>
                <a:gd name="T40" fmla="*/ 52 w 134"/>
                <a:gd name="T41" fmla="*/ 102 h 172"/>
                <a:gd name="T42" fmla="*/ 60 w 134"/>
                <a:gd name="T43" fmla="*/ 60 h 172"/>
                <a:gd name="T44" fmla="*/ 51 w 134"/>
                <a:gd name="T45" fmla="*/ 46 h 172"/>
                <a:gd name="T46" fmla="*/ 50 w 134"/>
                <a:gd name="T47" fmla="*/ 37 h 172"/>
                <a:gd name="T48" fmla="*/ 54 w 134"/>
                <a:gd name="T49" fmla="*/ 29 h 172"/>
                <a:gd name="T50" fmla="*/ 54 w 134"/>
                <a:gd name="T51" fmla="*/ 20 h 172"/>
                <a:gd name="T52" fmla="*/ 61 w 134"/>
                <a:gd name="T53" fmla="*/ 16 h 172"/>
                <a:gd name="T54" fmla="*/ 58 w 134"/>
                <a:gd name="T55" fmla="*/ 13 h 172"/>
                <a:gd name="T56" fmla="*/ 57 w 134"/>
                <a:gd name="T57" fmla="*/ 0 h 172"/>
                <a:gd name="T58" fmla="*/ 67 w 134"/>
                <a:gd name="T59" fmla="*/ 0 h 172"/>
                <a:gd name="T60" fmla="*/ 76 w 134"/>
                <a:gd name="T61" fmla="*/ 14 h 172"/>
                <a:gd name="T62" fmla="*/ 87 w 134"/>
                <a:gd name="T63" fmla="*/ 21 h 172"/>
                <a:gd name="T64" fmla="*/ 101 w 134"/>
                <a:gd name="T65" fmla="*/ 24 h 172"/>
                <a:gd name="T66" fmla="*/ 112 w 134"/>
                <a:gd name="T67" fmla="*/ 28 h 172"/>
                <a:gd name="T68" fmla="*/ 121 w 134"/>
                <a:gd name="T69" fmla="*/ 40 h 172"/>
                <a:gd name="T70" fmla="*/ 127 w 134"/>
                <a:gd name="T71" fmla="*/ 47 h 172"/>
                <a:gd name="T72" fmla="*/ 134 w 134"/>
                <a:gd name="T73" fmla="*/ 49 h 172"/>
                <a:gd name="T74" fmla="*/ 134 w 134"/>
                <a:gd name="T75" fmla="*/ 54 h 172"/>
                <a:gd name="T76" fmla="*/ 129 w 134"/>
                <a:gd name="T77" fmla="*/ 66 h 172"/>
                <a:gd name="T78" fmla="*/ 127 w 134"/>
                <a:gd name="T79" fmla="*/ 72 h 172"/>
                <a:gd name="T80" fmla="*/ 120 w 134"/>
                <a:gd name="T81" fmla="*/ 79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72">
                  <a:moveTo>
                    <a:pt x="120" y="79"/>
                  </a:moveTo>
                  <a:lnTo>
                    <a:pt x="114" y="93"/>
                  </a:lnTo>
                  <a:lnTo>
                    <a:pt x="106" y="92"/>
                  </a:lnTo>
                  <a:lnTo>
                    <a:pt x="103" y="97"/>
                  </a:lnTo>
                  <a:lnTo>
                    <a:pt x="101" y="107"/>
                  </a:lnTo>
                  <a:lnTo>
                    <a:pt x="104" y="121"/>
                  </a:lnTo>
                  <a:lnTo>
                    <a:pt x="103" y="124"/>
                  </a:lnTo>
                  <a:lnTo>
                    <a:pt x="95" y="124"/>
                  </a:lnTo>
                  <a:lnTo>
                    <a:pt x="84" y="132"/>
                  </a:lnTo>
                  <a:lnTo>
                    <a:pt x="83" y="142"/>
                  </a:lnTo>
                  <a:lnTo>
                    <a:pt x="79" y="146"/>
                  </a:lnTo>
                  <a:lnTo>
                    <a:pt x="68" y="146"/>
                  </a:lnTo>
                  <a:lnTo>
                    <a:pt x="61" y="151"/>
                  </a:lnTo>
                  <a:lnTo>
                    <a:pt x="62" y="159"/>
                  </a:lnTo>
                  <a:lnTo>
                    <a:pt x="54" y="165"/>
                  </a:lnTo>
                  <a:lnTo>
                    <a:pt x="43" y="163"/>
                  </a:lnTo>
                  <a:lnTo>
                    <a:pt x="32" y="170"/>
                  </a:lnTo>
                  <a:lnTo>
                    <a:pt x="23" y="172"/>
                  </a:lnTo>
                  <a:lnTo>
                    <a:pt x="16" y="157"/>
                  </a:lnTo>
                  <a:lnTo>
                    <a:pt x="0" y="123"/>
                  </a:lnTo>
                  <a:lnTo>
                    <a:pt x="52" y="102"/>
                  </a:lnTo>
                  <a:lnTo>
                    <a:pt x="60" y="60"/>
                  </a:lnTo>
                  <a:lnTo>
                    <a:pt x="51" y="46"/>
                  </a:lnTo>
                  <a:lnTo>
                    <a:pt x="50" y="37"/>
                  </a:lnTo>
                  <a:lnTo>
                    <a:pt x="54" y="29"/>
                  </a:lnTo>
                  <a:lnTo>
                    <a:pt x="54" y="20"/>
                  </a:lnTo>
                  <a:lnTo>
                    <a:pt x="61" y="16"/>
                  </a:lnTo>
                  <a:lnTo>
                    <a:pt x="58" y="13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14"/>
                  </a:lnTo>
                  <a:lnTo>
                    <a:pt x="87" y="21"/>
                  </a:lnTo>
                  <a:lnTo>
                    <a:pt x="101" y="24"/>
                  </a:lnTo>
                  <a:lnTo>
                    <a:pt x="112" y="28"/>
                  </a:lnTo>
                  <a:lnTo>
                    <a:pt x="121" y="40"/>
                  </a:lnTo>
                  <a:lnTo>
                    <a:pt x="127" y="47"/>
                  </a:lnTo>
                  <a:lnTo>
                    <a:pt x="134" y="49"/>
                  </a:lnTo>
                  <a:lnTo>
                    <a:pt x="134" y="54"/>
                  </a:lnTo>
                  <a:lnTo>
                    <a:pt x="129" y="66"/>
                  </a:lnTo>
                  <a:lnTo>
                    <a:pt x="127" y="72"/>
                  </a:lnTo>
                  <a:lnTo>
                    <a:pt x="120" y="7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0" name="Freeform 143">
              <a:extLst>
                <a:ext uri="{FF2B5EF4-FFF2-40B4-BE49-F238E27FC236}">
                  <a16:creationId xmlns:a16="http://schemas.microsoft.com/office/drawing/2014/main" id="{CF0A6A09-1B4B-CB12-5F1C-DC4E4869A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239" y="2686050"/>
              <a:ext cx="430213" cy="441325"/>
            </a:xfrm>
            <a:custGeom>
              <a:avLst/>
              <a:gdLst>
                <a:gd name="T0" fmla="*/ 232 w 271"/>
                <a:gd name="T1" fmla="*/ 9 h 278"/>
                <a:gd name="T2" fmla="*/ 271 w 271"/>
                <a:gd name="T3" fmla="*/ 33 h 278"/>
                <a:gd name="T4" fmla="*/ 241 w 271"/>
                <a:gd name="T5" fmla="*/ 54 h 278"/>
                <a:gd name="T6" fmla="*/ 207 w 271"/>
                <a:gd name="T7" fmla="*/ 58 h 278"/>
                <a:gd name="T8" fmla="*/ 226 w 271"/>
                <a:gd name="T9" fmla="*/ 90 h 278"/>
                <a:gd name="T10" fmla="*/ 230 w 271"/>
                <a:gd name="T11" fmla="*/ 112 h 278"/>
                <a:gd name="T12" fmla="*/ 221 w 271"/>
                <a:gd name="T13" fmla="*/ 148 h 278"/>
                <a:gd name="T14" fmla="*/ 199 w 271"/>
                <a:gd name="T15" fmla="*/ 191 h 278"/>
                <a:gd name="T16" fmla="*/ 162 w 271"/>
                <a:gd name="T17" fmla="*/ 211 h 278"/>
                <a:gd name="T18" fmla="*/ 180 w 271"/>
                <a:gd name="T19" fmla="*/ 236 h 278"/>
                <a:gd name="T20" fmla="*/ 198 w 271"/>
                <a:gd name="T21" fmla="*/ 265 h 278"/>
                <a:gd name="T22" fmla="*/ 149 w 271"/>
                <a:gd name="T23" fmla="*/ 278 h 278"/>
                <a:gd name="T24" fmla="*/ 127 w 271"/>
                <a:gd name="T25" fmla="*/ 258 h 278"/>
                <a:gd name="T26" fmla="*/ 79 w 271"/>
                <a:gd name="T27" fmla="*/ 246 h 278"/>
                <a:gd name="T28" fmla="*/ 25 w 271"/>
                <a:gd name="T29" fmla="*/ 249 h 278"/>
                <a:gd name="T30" fmla="*/ 53 w 271"/>
                <a:gd name="T31" fmla="*/ 214 h 278"/>
                <a:gd name="T32" fmla="*/ 41 w 271"/>
                <a:gd name="T33" fmla="*/ 202 h 278"/>
                <a:gd name="T34" fmla="*/ 19 w 271"/>
                <a:gd name="T35" fmla="*/ 174 h 278"/>
                <a:gd name="T36" fmla="*/ 0 w 271"/>
                <a:gd name="T37" fmla="*/ 151 h 278"/>
                <a:gd name="T38" fmla="*/ 48 w 271"/>
                <a:gd name="T39" fmla="*/ 158 h 278"/>
                <a:gd name="T40" fmla="*/ 62 w 271"/>
                <a:gd name="T41" fmla="*/ 156 h 278"/>
                <a:gd name="T42" fmla="*/ 96 w 271"/>
                <a:gd name="T43" fmla="*/ 150 h 278"/>
                <a:gd name="T44" fmla="*/ 101 w 271"/>
                <a:gd name="T45" fmla="*/ 120 h 278"/>
                <a:gd name="T46" fmla="*/ 115 w 271"/>
                <a:gd name="T47" fmla="*/ 114 h 278"/>
                <a:gd name="T48" fmla="*/ 135 w 271"/>
                <a:gd name="T49" fmla="*/ 114 h 278"/>
                <a:gd name="T50" fmla="*/ 137 w 271"/>
                <a:gd name="T51" fmla="*/ 95 h 278"/>
                <a:gd name="T52" fmla="*/ 152 w 271"/>
                <a:gd name="T53" fmla="*/ 78 h 278"/>
                <a:gd name="T54" fmla="*/ 158 w 271"/>
                <a:gd name="T55" fmla="*/ 65 h 278"/>
                <a:gd name="T56" fmla="*/ 159 w 271"/>
                <a:gd name="T57" fmla="*/ 49 h 278"/>
                <a:gd name="T58" fmla="*/ 161 w 271"/>
                <a:gd name="T59" fmla="*/ 30 h 278"/>
                <a:gd name="T60" fmla="*/ 163 w 271"/>
                <a:gd name="T61" fmla="*/ 12 h 278"/>
                <a:gd name="T62" fmla="*/ 199 w 271"/>
                <a:gd name="T63" fmla="*/ 6 h 278"/>
                <a:gd name="T64" fmla="*/ 216 w 271"/>
                <a:gd name="T65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1" h="278">
                  <a:moveTo>
                    <a:pt x="216" y="0"/>
                  </a:moveTo>
                  <a:lnTo>
                    <a:pt x="232" y="9"/>
                  </a:lnTo>
                  <a:lnTo>
                    <a:pt x="241" y="25"/>
                  </a:lnTo>
                  <a:lnTo>
                    <a:pt x="271" y="33"/>
                  </a:lnTo>
                  <a:lnTo>
                    <a:pt x="259" y="51"/>
                  </a:lnTo>
                  <a:lnTo>
                    <a:pt x="241" y="54"/>
                  </a:lnTo>
                  <a:lnTo>
                    <a:pt x="213" y="49"/>
                  </a:lnTo>
                  <a:lnTo>
                    <a:pt x="207" y="58"/>
                  </a:lnTo>
                  <a:lnTo>
                    <a:pt x="217" y="76"/>
                  </a:lnTo>
                  <a:lnTo>
                    <a:pt x="226" y="90"/>
                  </a:lnTo>
                  <a:lnTo>
                    <a:pt x="243" y="100"/>
                  </a:lnTo>
                  <a:lnTo>
                    <a:pt x="230" y="112"/>
                  </a:lnTo>
                  <a:lnTo>
                    <a:pt x="234" y="127"/>
                  </a:lnTo>
                  <a:lnTo>
                    <a:pt x="221" y="148"/>
                  </a:lnTo>
                  <a:lnTo>
                    <a:pt x="214" y="169"/>
                  </a:lnTo>
                  <a:lnTo>
                    <a:pt x="199" y="191"/>
                  </a:lnTo>
                  <a:lnTo>
                    <a:pt x="178" y="189"/>
                  </a:lnTo>
                  <a:lnTo>
                    <a:pt x="162" y="211"/>
                  </a:lnTo>
                  <a:lnTo>
                    <a:pt x="176" y="220"/>
                  </a:lnTo>
                  <a:lnTo>
                    <a:pt x="180" y="236"/>
                  </a:lnTo>
                  <a:lnTo>
                    <a:pt x="192" y="246"/>
                  </a:lnTo>
                  <a:lnTo>
                    <a:pt x="198" y="265"/>
                  </a:lnTo>
                  <a:lnTo>
                    <a:pt x="159" y="264"/>
                  </a:lnTo>
                  <a:lnTo>
                    <a:pt x="149" y="278"/>
                  </a:lnTo>
                  <a:lnTo>
                    <a:pt x="135" y="273"/>
                  </a:lnTo>
                  <a:lnTo>
                    <a:pt x="127" y="258"/>
                  </a:lnTo>
                  <a:lnTo>
                    <a:pt x="111" y="242"/>
                  </a:lnTo>
                  <a:lnTo>
                    <a:pt x="79" y="246"/>
                  </a:lnTo>
                  <a:lnTo>
                    <a:pt x="50" y="246"/>
                  </a:lnTo>
                  <a:lnTo>
                    <a:pt x="25" y="249"/>
                  </a:lnTo>
                  <a:lnTo>
                    <a:pt x="29" y="225"/>
                  </a:lnTo>
                  <a:lnTo>
                    <a:pt x="53" y="214"/>
                  </a:lnTo>
                  <a:lnTo>
                    <a:pt x="50" y="205"/>
                  </a:lnTo>
                  <a:lnTo>
                    <a:pt x="41" y="202"/>
                  </a:lnTo>
                  <a:lnTo>
                    <a:pt x="38" y="183"/>
                  </a:lnTo>
                  <a:lnTo>
                    <a:pt x="19" y="174"/>
                  </a:lnTo>
                  <a:lnTo>
                    <a:pt x="10" y="162"/>
                  </a:lnTo>
                  <a:lnTo>
                    <a:pt x="0" y="151"/>
                  </a:lnTo>
                  <a:lnTo>
                    <a:pt x="31" y="161"/>
                  </a:lnTo>
                  <a:lnTo>
                    <a:pt x="48" y="158"/>
                  </a:lnTo>
                  <a:lnTo>
                    <a:pt x="59" y="161"/>
                  </a:lnTo>
                  <a:lnTo>
                    <a:pt x="62" y="156"/>
                  </a:lnTo>
                  <a:lnTo>
                    <a:pt x="75" y="158"/>
                  </a:lnTo>
                  <a:lnTo>
                    <a:pt x="96" y="150"/>
                  </a:lnTo>
                  <a:lnTo>
                    <a:pt x="93" y="132"/>
                  </a:lnTo>
                  <a:lnTo>
                    <a:pt x="101" y="120"/>
                  </a:lnTo>
                  <a:lnTo>
                    <a:pt x="114" y="120"/>
                  </a:lnTo>
                  <a:lnTo>
                    <a:pt x="115" y="114"/>
                  </a:lnTo>
                  <a:lnTo>
                    <a:pt x="128" y="112"/>
                  </a:lnTo>
                  <a:lnTo>
                    <a:pt x="135" y="114"/>
                  </a:lnTo>
                  <a:lnTo>
                    <a:pt x="140" y="108"/>
                  </a:lnTo>
                  <a:lnTo>
                    <a:pt x="137" y="95"/>
                  </a:lnTo>
                  <a:lnTo>
                    <a:pt x="142" y="83"/>
                  </a:lnTo>
                  <a:lnTo>
                    <a:pt x="152" y="78"/>
                  </a:lnTo>
                  <a:lnTo>
                    <a:pt x="142" y="64"/>
                  </a:lnTo>
                  <a:lnTo>
                    <a:pt x="158" y="65"/>
                  </a:lnTo>
                  <a:lnTo>
                    <a:pt x="162" y="57"/>
                  </a:lnTo>
                  <a:lnTo>
                    <a:pt x="159" y="49"/>
                  </a:lnTo>
                  <a:lnTo>
                    <a:pt x="165" y="41"/>
                  </a:lnTo>
                  <a:lnTo>
                    <a:pt x="161" y="30"/>
                  </a:lnTo>
                  <a:lnTo>
                    <a:pt x="155" y="22"/>
                  </a:lnTo>
                  <a:lnTo>
                    <a:pt x="163" y="12"/>
                  </a:lnTo>
                  <a:lnTo>
                    <a:pt x="180" y="8"/>
                  </a:lnTo>
                  <a:lnTo>
                    <a:pt x="199" y="6"/>
                  </a:lnTo>
                  <a:lnTo>
                    <a:pt x="207" y="2"/>
                  </a:lnTo>
                  <a:lnTo>
                    <a:pt x="216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1" name="Freeform 144">
              <a:extLst>
                <a:ext uri="{FF2B5EF4-FFF2-40B4-BE49-F238E27FC236}">
                  <a16:creationId xmlns:a16="http://schemas.microsoft.com/office/drawing/2014/main" id="{D84B4B6E-06BA-D6BB-E6AF-D5FF85F8B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852" y="3592513"/>
              <a:ext cx="166688" cy="77788"/>
            </a:xfrm>
            <a:custGeom>
              <a:avLst/>
              <a:gdLst>
                <a:gd name="T0" fmla="*/ 92 w 105"/>
                <a:gd name="T1" fmla="*/ 49 h 49"/>
                <a:gd name="T2" fmla="*/ 87 w 105"/>
                <a:gd name="T3" fmla="*/ 43 h 49"/>
                <a:gd name="T4" fmla="*/ 83 w 105"/>
                <a:gd name="T5" fmla="*/ 32 h 49"/>
                <a:gd name="T6" fmla="*/ 88 w 105"/>
                <a:gd name="T7" fmla="*/ 27 h 49"/>
                <a:gd name="T8" fmla="*/ 83 w 105"/>
                <a:gd name="T9" fmla="*/ 25 h 49"/>
                <a:gd name="T10" fmla="*/ 80 w 105"/>
                <a:gd name="T11" fmla="*/ 18 h 49"/>
                <a:gd name="T12" fmla="*/ 72 w 105"/>
                <a:gd name="T13" fmla="*/ 12 h 49"/>
                <a:gd name="T14" fmla="*/ 63 w 105"/>
                <a:gd name="T15" fmla="*/ 14 h 49"/>
                <a:gd name="T16" fmla="*/ 59 w 105"/>
                <a:gd name="T17" fmla="*/ 21 h 49"/>
                <a:gd name="T18" fmla="*/ 52 w 105"/>
                <a:gd name="T19" fmla="*/ 26 h 49"/>
                <a:gd name="T20" fmla="*/ 48 w 105"/>
                <a:gd name="T21" fmla="*/ 27 h 49"/>
                <a:gd name="T22" fmla="*/ 46 w 105"/>
                <a:gd name="T23" fmla="*/ 31 h 49"/>
                <a:gd name="T24" fmla="*/ 54 w 105"/>
                <a:gd name="T25" fmla="*/ 43 h 49"/>
                <a:gd name="T26" fmla="*/ 49 w 105"/>
                <a:gd name="T27" fmla="*/ 45 h 49"/>
                <a:gd name="T28" fmla="*/ 46 w 105"/>
                <a:gd name="T29" fmla="*/ 48 h 49"/>
                <a:gd name="T30" fmla="*/ 37 w 105"/>
                <a:gd name="T31" fmla="*/ 49 h 49"/>
                <a:gd name="T32" fmla="*/ 35 w 105"/>
                <a:gd name="T33" fmla="*/ 37 h 49"/>
                <a:gd name="T34" fmla="*/ 32 w 105"/>
                <a:gd name="T35" fmla="*/ 40 h 49"/>
                <a:gd name="T36" fmla="*/ 26 w 105"/>
                <a:gd name="T37" fmla="*/ 39 h 49"/>
                <a:gd name="T38" fmla="*/ 23 w 105"/>
                <a:gd name="T39" fmla="*/ 31 h 49"/>
                <a:gd name="T40" fmla="*/ 16 w 105"/>
                <a:gd name="T41" fmla="*/ 29 h 49"/>
                <a:gd name="T42" fmla="*/ 11 w 105"/>
                <a:gd name="T43" fmla="*/ 27 h 49"/>
                <a:gd name="T44" fmla="*/ 3 w 105"/>
                <a:gd name="T45" fmla="*/ 27 h 49"/>
                <a:gd name="T46" fmla="*/ 2 w 105"/>
                <a:gd name="T47" fmla="*/ 32 h 49"/>
                <a:gd name="T48" fmla="*/ 0 w 105"/>
                <a:gd name="T49" fmla="*/ 29 h 49"/>
                <a:gd name="T50" fmla="*/ 1 w 105"/>
                <a:gd name="T51" fmla="*/ 24 h 49"/>
                <a:gd name="T52" fmla="*/ 3 w 105"/>
                <a:gd name="T53" fmla="*/ 20 h 49"/>
                <a:gd name="T54" fmla="*/ 3 w 105"/>
                <a:gd name="T55" fmla="*/ 16 h 49"/>
                <a:gd name="T56" fmla="*/ 6 w 105"/>
                <a:gd name="T57" fmla="*/ 14 h 49"/>
                <a:gd name="T58" fmla="*/ 2 w 105"/>
                <a:gd name="T59" fmla="*/ 11 h 49"/>
                <a:gd name="T60" fmla="*/ 2 w 105"/>
                <a:gd name="T61" fmla="*/ 2 h 49"/>
                <a:gd name="T62" fmla="*/ 9 w 105"/>
                <a:gd name="T63" fmla="*/ 1 h 49"/>
                <a:gd name="T64" fmla="*/ 16 w 105"/>
                <a:gd name="T65" fmla="*/ 8 h 49"/>
                <a:gd name="T66" fmla="*/ 15 w 105"/>
                <a:gd name="T67" fmla="*/ 12 h 49"/>
                <a:gd name="T68" fmla="*/ 22 w 105"/>
                <a:gd name="T69" fmla="*/ 13 h 49"/>
                <a:gd name="T70" fmla="*/ 24 w 105"/>
                <a:gd name="T71" fmla="*/ 12 h 49"/>
                <a:gd name="T72" fmla="*/ 29 w 105"/>
                <a:gd name="T73" fmla="*/ 17 h 49"/>
                <a:gd name="T74" fmla="*/ 38 w 105"/>
                <a:gd name="T75" fmla="*/ 15 h 49"/>
                <a:gd name="T76" fmla="*/ 46 w 105"/>
                <a:gd name="T77" fmla="*/ 10 h 49"/>
                <a:gd name="T78" fmla="*/ 57 w 105"/>
                <a:gd name="T79" fmla="*/ 6 h 49"/>
                <a:gd name="T80" fmla="*/ 64 w 105"/>
                <a:gd name="T81" fmla="*/ 0 h 49"/>
                <a:gd name="T82" fmla="*/ 74 w 105"/>
                <a:gd name="T83" fmla="*/ 1 h 49"/>
                <a:gd name="T84" fmla="*/ 73 w 105"/>
                <a:gd name="T85" fmla="*/ 3 h 49"/>
                <a:gd name="T86" fmla="*/ 83 w 105"/>
                <a:gd name="T87" fmla="*/ 4 h 49"/>
                <a:gd name="T88" fmla="*/ 91 w 105"/>
                <a:gd name="T89" fmla="*/ 7 h 49"/>
                <a:gd name="T90" fmla="*/ 97 w 105"/>
                <a:gd name="T91" fmla="*/ 14 h 49"/>
                <a:gd name="T92" fmla="*/ 103 w 105"/>
                <a:gd name="T93" fmla="*/ 19 h 49"/>
                <a:gd name="T94" fmla="*/ 101 w 105"/>
                <a:gd name="T95" fmla="*/ 22 h 49"/>
                <a:gd name="T96" fmla="*/ 105 w 105"/>
                <a:gd name="T97" fmla="*/ 35 h 49"/>
                <a:gd name="T98" fmla="*/ 101 w 105"/>
                <a:gd name="T99" fmla="*/ 41 h 49"/>
                <a:gd name="T100" fmla="*/ 95 w 105"/>
                <a:gd name="T101" fmla="*/ 39 h 49"/>
                <a:gd name="T102" fmla="*/ 92 w 105"/>
                <a:gd name="T10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49">
                  <a:moveTo>
                    <a:pt x="92" y="49"/>
                  </a:moveTo>
                  <a:lnTo>
                    <a:pt x="87" y="43"/>
                  </a:lnTo>
                  <a:lnTo>
                    <a:pt x="83" y="32"/>
                  </a:lnTo>
                  <a:lnTo>
                    <a:pt x="88" y="27"/>
                  </a:lnTo>
                  <a:lnTo>
                    <a:pt x="83" y="25"/>
                  </a:lnTo>
                  <a:lnTo>
                    <a:pt x="80" y="18"/>
                  </a:lnTo>
                  <a:lnTo>
                    <a:pt x="72" y="12"/>
                  </a:lnTo>
                  <a:lnTo>
                    <a:pt x="63" y="14"/>
                  </a:lnTo>
                  <a:lnTo>
                    <a:pt x="59" y="21"/>
                  </a:lnTo>
                  <a:lnTo>
                    <a:pt x="52" y="26"/>
                  </a:lnTo>
                  <a:lnTo>
                    <a:pt x="48" y="27"/>
                  </a:lnTo>
                  <a:lnTo>
                    <a:pt x="46" y="31"/>
                  </a:lnTo>
                  <a:lnTo>
                    <a:pt x="54" y="43"/>
                  </a:lnTo>
                  <a:lnTo>
                    <a:pt x="49" y="45"/>
                  </a:lnTo>
                  <a:lnTo>
                    <a:pt x="46" y="48"/>
                  </a:lnTo>
                  <a:lnTo>
                    <a:pt x="37" y="49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26" y="39"/>
                  </a:lnTo>
                  <a:lnTo>
                    <a:pt x="23" y="31"/>
                  </a:lnTo>
                  <a:lnTo>
                    <a:pt x="16" y="29"/>
                  </a:lnTo>
                  <a:lnTo>
                    <a:pt x="11" y="27"/>
                  </a:lnTo>
                  <a:lnTo>
                    <a:pt x="3" y="27"/>
                  </a:lnTo>
                  <a:lnTo>
                    <a:pt x="2" y="32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3" y="20"/>
                  </a:lnTo>
                  <a:lnTo>
                    <a:pt x="3" y="16"/>
                  </a:lnTo>
                  <a:lnTo>
                    <a:pt x="6" y="14"/>
                  </a:lnTo>
                  <a:lnTo>
                    <a:pt x="2" y="11"/>
                  </a:lnTo>
                  <a:lnTo>
                    <a:pt x="2" y="2"/>
                  </a:lnTo>
                  <a:lnTo>
                    <a:pt x="9" y="1"/>
                  </a:lnTo>
                  <a:lnTo>
                    <a:pt x="16" y="8"/>
                  </a:lnTo>
                  <a:lnTo>
                    <a:pt x="15" y="12"/>
                  </a:lnTo>
                  <a:lnTo>
                    <a:pt x="22" y="13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8" y="15"/>
                  </a:lnTo>
                  <a:lnTo>
                    <a:pt x="46" y="10"/>
                  </a:lnTo>
                  <a:lnTo>
                    <a:pt x="57" y="6"/>
                  </a:lnTo>
                  <a:lnTo>
                    <a:pt x="64" y="0"/>
                  </a:lnTo>
                  <a:lnTo>
                    <a:pt x="74" y="1"/>
                  </a:lnTo>
                  <a:lnTo>
                    <a:pt x="73" y="3"/>
                  </a:lnTo>
                  <a:lnTo>
                    <a:pt x="83" y="4"/>
                  </a:lnTo>
                  <a:lnTo>
                    <a:pt x="91" y="7"/>
                  </a:lnTo>
                  <a:lnTo>
                    <a:pt x="97" y="14"/>
                  </a:lnTo>
                  <a:lnTo>
                    <a:pt x="103" y="19"/>
                  </a:lnTo>
                  <a:lnTo>
                    <a:pt x="101" y="22"/>
                  </a:lnTo>
                  <a:lnTo>
                    <a:pt x="105" y="35"/>
                  </a:lnTo>
                  <a:lnTo>
                    <a:pt x="101" y="41"/>
                  </a:lnTo>
                  <a:lnTo>
                    <a:pt x="95" y="39"/>
                  </a:lnTo>
                  <a:lnTo>
                    <a:pt x="92" y="4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2" name="Freeform 145">
              <a:extLst>
                <a:ext uri="{FF2B5EF4-FFF2-40B4-BE49-F238E27FC236}">
                  <a16:creationId xmlns:a16="http://schemas.microsoft.com/office/drawing/2014/main" id="{CF74427C-0EF7-4F07-E427-3E08BD9B4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127" y="3911600"/>
              <a:ext cx="384175" cy="603250"/>
            </a:xfrm>
            <a:custGeom>
              <a:avLst/>
              <a:gdLst>
                <a:gd name="T0" fmla="*/ 229 w 242"/>
                <a:gd name="T1" fmla="*/ 374 h 380"/>
                <a:gd name="T2" fmla="*/ 201 w 242"/>
                <a:gd name="T3" fmla="*/ 368 h 380"/>
                <a:gd name="T4" fmla="*/ 160 w 242"/>
                <a:gd name="T5" fmla="*/ 338 h 380"/>
                <a:gd name="T6" fmla="*/ 111 w 242"/>
                <a:gd name="T7" fmla="*/ 303 h 380"/>
                <a:gd name="T8" fmla="*/ 104 w 242"/>
                <a:gd name="T9" fmla="*/ 280 h 380"/>
                <a:gd name="T10" fmla="*/ 66 w 242"/>
                <a:gd name="T11" fmla="*/ 214 h 380"/>
                <a:gd name="T12" fmla="*/ 38 w 242"/>
                <a:gd name="T13" fmla="*/ 163 h 380"/>
                <a:gd name="T14" fmla="*/ 17 w 242"/>
                <a:gd name="T15" fmla="*/ 134 h 380"/>
                <a:gd name="T16" fmla="*/ 9 w 242"/>
                <a:gd name="T17" fmla="*/ 117 h 380"/>
                <a:gd name="T18" fmla="*/ 5 w 242"/>
                <a:gd name="T19" fmla="*/ 82 h 380"/>
                <a:gd name="T20" fmla="*/ 22 w 242"/>
                <a:gd name="T21" fmla="*/ 78 h 380"/>
                <a:gd name="T22" fmla="*/ 17 w 242"/>
                <a:gd name="T23" fmla="*/ 90 h 380"/>
                <a:gd name="T24" fmla="*/ 33 w 242"/>
                <a:gd name="T25" fmla="*/ 91 h 380"/>
                <a:gd name="T26" fmla="*/ 51 w 242"/>
                <a:gd name="T27" fmla="*/ 93 h 380"/>
                <a:gd name="T28" fmla="*/ 65 w 242"/>
                <a:gd name="T29" fmla="*/ 61 h 380"/>
                <a:gd name="T30" fmla="*/ 106 w 242"/>
                <a:gd name="T31" fmla="*/ 31 h 380"/>
                <a:gd name="T32" fmla="*/ 109 w 242"/>
                <a:gd name="T33" fmla="*/ 1 h 380"/>
                <a:gd name="T34" fmla="*/ 127 w 242"/>
                <a:gd name="T35" fmla="*/ 10 h 380"/>
                <a:gd name="T36" fmla="*/ 141 w 242"/>
                <a:gd name="T37" fmla="*/ 25 h 380"/>
                <a:gd name="T38" fmla="*/ 166 w 242"/>
                <a:gd name="T39" fmla="*/ 49 h 380"/>
                <a:gd name="T40" fmla="*/ 182 w 242"/>
                <a:gd name="T41" fmla="*/ 47 h 380"/>
                <a:gd name="T42" fmla="*/ 208 w 242"/>
                <a:gd name="T43" fmla="*/ 55 h 380"/>
                <a:gd name="T44" fmla="*/ 202 w 242"/>
                <a:gd name="T45" fmla="*/ 77 h 380"/>
                <a:gd name="T46" fmla="*/ 194 w 242"/>
                <a:gd name="T47" fmla="*/ 87 h 380"/>
                <a:gd name="T48" fmla="*/ 177 w 242"/>
                <a:gd name="T49" fmla="*/ 94 h 380"/>
                <a:gd name="T50" fmla="*/ 156 w 242"/>
                <a:gd name="T51" fmla="*/ 118 h 380"/>
                <a:gd name="T52" fmla="*/ 153 w 242"/>
                <a:gd name="T53" fmla="*/ 136 h 380"/>
                <a:gd name="T54" fmla="*/ 143 w 242"/>
                <a:gd name="T55" fmla="*/ 151 h 380"/>
                <a:gd name="T56" fmla="*/ 147 w 242"/>
                <a:gd name="T57" fmla="*/ 173 h 380"/>
                <a:gd name="T58" fmla="*/ 154 w 242"/>
                <a:gd name="T59" fmla="*/ 195 h 380"/>
                <a:gd name="T60" fmla="*/ 174 w 242"/>
                <a:gd name="T61" fmla="*/ 207 h 380"/>
                <a:gd name="T62" fmla="*/ 204 w 242"/>
                <a:gd name="T63" fmla="*/ 196 h 380"/>
                <a:gd name="T64" fmla="*/ 213 w 242"/>
                <a:gd name="T65" fmla="*/ 230 h 380"/>
                <a:gd name="T66" fmla="*/ 241 w 242"/>
                <a:gd name="T67" fmla="*/ 259 h 380"/>
                <a:gd name="T68" fmla="*/ 238 w 242"/>
                <a:gd name="T69" fmla="*/ 281 h 380"/>
                <a:gd name="T70" fmla="*/ 233 w 242"/>
                <a:gd name="T71" fmla="*/ 309 h 380"/>
                <a:gd name="T72" fmla="*/ 233 w 242"/>
                <a:gd name="T73" fmla="*/ 324 h 380"/>
                <a:gd name="T74" fmla="*/ 233 w 242"/>
                <a:gd name="T75" fmla="*/ 36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2" h="380">
                  <a:moveTo>
                    <a:pt x="233" y="364"/>
                  </a:moveTo>
                  <a:lnTo>
                    <a:pt x="229" y="374"/>
                  </a:lnTo>
                  <a:lnTo>
                    <a:pt x="220" y="380"/>
                  </a:lnTo>
                  <a:lnTo>
                    <a:pt x="201" y="368"/>
                  </a:lnTo>
                  <a:lnTo>
                    <a:pt x="199" y="359"/>
                  </a:lnTo>
                  <a:lnTo>
                    <a:pt x="160" y="338"/>
                  </a:lnTo>
                  <a:lnTo>
                    <a:pt x="126" y="315"/>
                  </a:lnTo>
                  <a:lnTo>
                    <a:pt x="111" y="303"/>
                  </a:lnTo>
                  <a:lnTo>
                    <a:pt x="102" y="286"/>
                  </a:lnTo>
                  <a:lnTo>
                    <a:pt x="104" y="280"/>
                  </a:lnTo>
                  <a:lnTo>
                    <a:pt x="87" y="252"/>
                  </a:lnTo>
                  <a:lnTo>
                    <a:pt x="66" y="214"/>
                  </a:lnTo>
                  <a:lnTo>
                    <a:pt x="46" y="173"/>
                  </a:lnTo>
                  <a:lnTo>
                    <a:pt x="38" y="163"/>
                  </a:lnTo>
                  <a:lnTo>
                    <a:pt x="32" y="148"/>
                  </a:lnTo>
                  <a:lnTo>
                    <a:pt x="17" y="134"/>
                  </a:lnTo>
                  <a:lnTo>
                    <a:pt x="4" y="126"/>
                  </a:lnTo>
                  <a:lnTo>
                    <a:pt x="9" y="117"/>
                  </a:lnTo>
                  <a:lnTo>
                    <a:pt x="0" y="97"/>
                  </a:lnTo>
                  <a:lnTo>
                    <a:pt x="5" y="82"/>
                  </a:lnTo>
                  <a:lnTo>
                    <a:pt x="20" y="69"/>
                  </a:lnTo>
                  <a:lnTo>
                    <a:pt x="22" y="78"/>
                  </a:lnTo>
                  <a:lnTo>
                    <a:pt x="17" y="83"/>
                  </a:lnTo>
                  <a:lnTo>
                    <a:pt x="17" y="90"/>
                  </a:lnTo>
                  <a:lnTo>
                    <a:pt x="25" y="89"/>
                  </a:lnTo>
                  <a:lnTo>
                    <a:pt x="33" y="91"/>
                  </a:lnTo>
                  <a:lnTo>
                    <a:pt x="41" y="101"/>
                  </a:lnTo>
                  <a:lnTo>
                    <a:pt x="51" y="93"/>
                  </a:lnTo>
                  <a:lnTo>
                    <a:pt x="54" y="79"/>
                  </a:lnTo>
                  <a:lnTo>
                    <a:pt x="65" y="61"/>
                  </a:lnTo>
                  <a:lnTo>
                    <a:pt x="87" y="53"/>
                  </a:lnTo>
                  <a:lnTo>
                    <a:pt x="106" y="31"/>
                  </a:lnTo>
                  <a:lnTo>
                    <a:pt x="112" y="17"/>
                  </a:lnTo>
                  <a:lnTo>
                    <a:pt x="109" y="1"/>
                  </a:lnTo>
                  <a:lnTo>
                    <a:pt x="114" y="0"/>
                  </a:lnTo>
                  <a:lnTo>
                    <a:pt x="127" y="10"/>
                  </a:lnTo>
                  <a:lnTo>
                    <a:pt x="132" y="19"/>
                  </a:lnTo>
                  <a:lnTo>
                    <a:pt x="141" y="25"/>
                  </a:lnTo>
                  <a:lnTo>
                    <a:pt x="152" y="46"/>
                  </a:lnTo>
                  <a:lnTo>
                    <a:pt x="166" y="49"/>
                  </a:lnTo>
                  <a:lnTo>
                    <a:pt x="176" y="43"/>
                  </a:lnTo>
                  <a:lnTo>
                    <a:pt x="182" y="47"/>
                  </a:lnTo>
                  <a:lnTo>
                    <a:pt x="193" y="45"/>
                  </a:lnTo>
                  <a:lnTo>
                    <a:pt x="208" y="55"/>
                  </a:lnTo>
                  <a:lnTo>
                    <a:pt x="196" y="76"/>
                  </a:lnTo>
                  <a:lnTo>
                    <a:pt x="202" y="77"/>
                  </a:lnTo>
                  <a:lnTo>
                    <a:pt x="211" y="88"/>
                  </a:lnTo>
                  <a:lnTo>
                    <a:pt x="194" y="87"/>
                  </a:lnTo>
                  <a:lnTo>
                    <a:pt x="192" y="90"/>
                  </a:lnTo>
                  <a:lnTo>
                    <a:pt x="177" y="94"/>
                  </a:lnTo>
                  <a:lnTo>
                    <a:pt x="157" y="108"/>
                  </a:lnTo>
                  <a:lnTo>
                    <a:pt x="156" y="118"/>
                  </a:lnTo>
                  <a:lnTo>
                    <a:pt x="151" y="125"/>
                  </a:lnTo>
                  <a:lnTo>
                    <a:pt x="153" y="136"/>
                  </a:lnTo>
                  <a:lnTo>
                    <a:pt x="142" y="142"/>
                  </a:lnTo>
                  <a:lnTo>
                    <a:pt x="143" y="151"/>
                  </a:lnTo>
                  <a:lnTo>
                    <a:pt x="138" y="155"/>
                  </a:lnTo>
                  <a:lnTo>
                    <a:pt x="147" y="173"/>
                  </a:lnTo>
                  <a:lnTo>
                    <a:pt x="157" y="186"/>
                  </a:lnTo>
                  <a:lnTo>
                    <a:pt x="154" y="195"/>
                  </a:lnTo>
                  <a:lnTo>
                    <a:pt x="166" y="196"/>
                  </a:lnTo>
                  <a:lnTo>
                    <a:pt x="174" y="207"/>
                  </a:lnTo>
                  <a:lnTo>
                    <a:pt x="190" y="208"/>
                  </a:lnTo>
                  <a:lnTo>
                    <a:pt x="204" y="196"/>
                  </a:lnTo>
                  <a:lnTo>
                    <a:pt x="205" y="227"/>
                  </a:lnTo>
                  <a:lnTo>
                    <a:pt x="213" y="230"/>
                  </a:lnTo>
                  <a:lnTo>
                    <a:pt x="223" y="226"/>
                  </a:lnTo>
                  <a:lnTo>
                    <a:pt x="241" y="259"/>
                  </a:lnTo>
                  <a:lnTo>
                    <a:pt x="238" y="266"/>
                  </a:lnTo>
                  <a:lnTo>
                    <a:pt x="238" y="281"/>
                  </a:lnTo>
                  <a:lnTo>
                    <a:pt x="239" y="299"/>
                  </a:lnTo>
                  <a:lnTo>
                    <a:pt x="233" y="309"/>
                  </a:lnTo>
                  <a:lnTo>
                    <a:pt x="236" y="317"/>
                  </a:lnTo>
                  <a:lnTo>
                    <a:pt x="233" y="324"/>
                  </a:lnTo>
                  <a:lnTo>
                    <a:pt x="242" y="341"/>
                  </a:lnTo>
                  <a:lnTo>
                    <a:pt x="233" y="36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3" name="Freeform 146">
              <a:extLst>
                <a:ext uri="{FF2B5EF4-FFF2-40B4-BE49-F238E27FC236}">
                  <a16:creationId xmlns:a16="http://schemas.microsoft.com/office/drawing/2014/main" id="{9C51E287-B00D-7C7F-BAE9-F9DBCB87D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2214" y="3298825"/>
              <a:ext cx="274638" cy="425450"/>
            </a:xfrm>
            <a:custGeom>
              <a:avLst/>
              <a:gdLst>
                <a:gd name="T0" fmla="*/ 252 w 710"/>
                <a:gd name="T1" fmla="*/ 24 h 1100"/>
                <a:gd name="T2" fmla="*/ 282 w 710"/>
                <a:gd name="T3" fmla="*/ 24 h 1100"/>
                <a:gd name="T4" fmla="*/ 311 w 710"/>
                <a:gd name="T5" fmla="*/ 120 h 1100"/>
                <a:gd name="T6" fmla="*/ 264 w 710"/>
                <a:gd name="T7" fmla="*/ 219 h 1100"/>
                <a:gd name="T8" fmla="*/ 288 w 710"/>
                <a:gd name="T9" fmla="*/ 355 h 1100"/>
                <a:gd name="T10" fmla="*/ 361 w 710"/>
                <a:gd name="T11" fmla="*/ 355 h 1100"/>
                <a:gd name="T12" fmla="*/ 459 w 710"/>
                <a:gd name="T13" fmla="*/ 448 h 1100"/>
                <a:gd name="T14" fmla="*/ 483 w 710"/>
                <a:gd name="T15" fmla="*/ 508 h 1100"/>
                <a:gd name="T16" fmla="*/ 387 w 710"/>
                <a:gd name="T17" fmla="*/ 421 h 1100"/>
                <a:gd name="T18" fmla="*/ 317 w 710"/>
                <a:gd name="T19" fmla="*/ 402 h 1100"/>
                <a:gd name="T20" fmla="*/ 212 w 710"/>
                <a:gd name="T21" fmla="*/ 395 h 1100"/>
                <a:gd name="T22" fmla="*/ 231 w 710"/>
                <a:gd name="T23" fmla="*/ 339 h 1100"/>
                <a:gd name="T24" fmla="*/ 201 w 710"/>
                <a:gd name="T25" fmla="*/ 350 h 1100"/>
                <a:gd name="T26" fmla="*/ 141 w 710"/>
                <a:gd name="T27" fmla="*/ 264 h 1100"/>
                <a:gd name="T28" fmla="*/ 160 w 710"/>
                <a:gd name="T29" fmla="*/ 210 h 1100"/>
                <a:gd name="T30" fmla="*/ 157 w 710"/>
                <a:gd name="T31" fmla="*/ 0 h 1100"/>
                <a:gd name="T32" fmla="*/ 287 w 710"/>
                <a:gd name="T33" fmla="*/ 463 h 1100"/>
                <a:gd name="T34" fmla="*/ 239 w 710"/>
                <a:gd name="T35" fmla="*/ 494 h 1100"/>
                <a:gd name="T36" fmla="*/ 257 w 710"/>
                <a:gd name="T37" fmla="*/ 432 h 1100"/>
                <a:gd name="T38" fmla="*/ 594 w 710"/>
                <a:gd name="T39" fmla="*/ 540 h 1100"/>
                <a:gd name="T40" fmla="*/ 565 w 710"/>
                <a:gd name="T41" fmla="*/ 612 h 1100"/>
                <a:gd name="T42" fmla="*/ 593 w 710"/>
                <a:gd name="T43" fmla="*/ 693 h 1100"/>
                <a:gd name="T44" fmla="*/ 550 w 710"/>
                <a:gd name="T45" fmla="*/ 653 h 1100"/>
                <a:gd name="T46" fmla="*/ 510 w 710"/>
                <a:gd name="T47" fmla="*/ 597 h 1100"/>
                <a:gd name="T48" fmla="*/ 550 w 710"/>
                <a:gd name="T49" fmla="*/ 571 h 1100"/>
                <a:gd name="T50" fmla="*/ 569 w 710"/>
                <a:gd name="T51" fmla="*/ 508 h 1100"/>
                <a:gd name="T52" fmla="*/ 325 w 710"/>
                <a:gd name="T53" fmla="*/ 563 h 1100"/>
                <a:gd name="T54" fmla="*/ 421 w 710"/>
                <a:gd name="T55" fmla="*/ 589 h 1100"/>
                <a:gd name="T56" fmla="*/ 392 w 710"/>
                <a:gd name="T57" fmla="*/ 661 h 1100"/>
                <a:gd name="T58" fmla="*/ 341 w 710"/>
                <a:gd name="T59" fmla="*/ 647 h 1100"/>
                <a:gd name="T60" fmla="*/ 325 w 710"/>
                <a:gd name="T61" fmla="*/ 563 h 1100"/>
                <a:gd name="T62" fmla="*/ 0 w 710"/>
                <a:gd name="T63" fmla="*/ 863 h 1100"/>
                <a:gd name="T64" fmla="*/ 82 w 710"/>
                <a:gd name="T65" fmla="*/ 751 h 1100"/>
                <a:gd name="T66" fmla="*/ 153 w 710"/>
                <a:gd name="T67" fmla="*/ 607 h 1100"/>
                <a:gd name="T68" fmla="*/ 128 w 710"/>
                <a:gd name="T69" fmla="*/ 724 h 1100"/>
                <a:gd name="T70" fmla="*/ 497 w 710"/>
                <a:gd name="T71" fmla="*/ 700 h 1100"/>
                <a:gd name="T72" fmla="*/ 454 w 710"/>
                <a:gd name="T73" fmla="*/ 782 h 1100"/>
                <a:gd name="T74" fmla="*/ 381 w 710"/>
                <a:gd name="T75" fmla="*/ 748 h 1100"/>
                <a:gd name="T76" fmla="*/ 411 w 710"/>
                <a:gd name="T77" fmla="*/ 702 h 1100"/>
                <a:gd name="T78" fmla="*/ 455 w 710"/>
                <a:gd name="T79" fmla="*/ 644 h 1100"/>
                <a:gd name="T80" fmla="*/ 496 w 710"/>
                <a:gd name="T81" fmla="*/ 619 h 1100"/>
                <a:gd name="T82" fmla="*/ 690 w 710"/>
                <a:gd name="T83" fmla="*/ 859 h 1100"/>
                <a:gd name="T84" fmla="*/ 710 w 710"/>
                <a:gd name="T85" fmla="*/ 963 h 1100"/>
                <a:gd name="T86" fmla="*/ 657 w 710"/>
                <a:gd name="T87" fmla="*/ 954 h 1100"/>
                <a:gd name="T88" fmla="*/ 652 w 710"/>
                <a:gd name="T89" fmla="*/ 1060 h 1100"/>
                <a:gd name="T90" fmla="*/ 542 w 710"/>
                <a:gd name="T91" fmla="*/ 1051 h 1100"/>
                <a:gd name="T92" fmla="*/ 537 w 710"/>
                <a:gd name="T93" fmla="*/ 949 h 1100"/>
                <a:gd name="T94" fmla="*/ 466 w 710"/>
                <a:gd name="T95" fmla="*/ 944 h 1100"/>
                <a:gd name="T96" fmla="*/ 378 w 710"/>
                <a:gd name="T97" fmla="*/ 988 h 1100"/>
                <a:gd name="T98" fmla="*/ 388 w 710"/>
                <a:gd name="T99" fmla="*/ 891 h 1100"/>
                <a:gd name="T100" fmla="*/ 472 w 710"/>
                <a:gd name="T101" fmla="*/ 835 h 1100"/>
                <a:gd name="T102" fmla="*/ 557 w 710"/>
                <a:gd name="T103" fmla="*/ 850 h 1100"/>
                <a:gd name="T104" fmla="*/ 619 w 710"/>
                <a:gd name="T105" fmla="*/ 810 h 1100"/>
                <a:gd name="T106" fmla="*/ 673 w 710"/>
                <a:gd name="T107" fmla="*/ 785 h 1100"/>
                <a:gd name="T108" fmla="*/ 690 w 710"/>
                <a:gd name="T109" fmla="*/ 859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10" h="1100">
                  <a:moveTo>
                    <a:pt x="202" y="0"/>
                  </a:moveTo>
                  <a:lnTo>
                    <a:pt x="252" y="24"/>
                  </a:lnTo>
                  <a:lnTo>
                    <a:pt x="271" y="2"/>
                  </a:lnTo>
                  <a:lnTo>
                    <a:pt x="282" y="24"/>
                  </a:lnTo>
                  <a:lnTo>
                    <a:pt x="276" y="59"/>
                  </a:lnTo>
                  <a:lnTo>
                    <a:pt x="311" y="120"/>
                  </a:lnTo>
                  <a:lnTo>
                    <a:pt x="303" y="191"/>
                  </a:lnTo>
                  <a:lnTo>
                    <a:pt x="264" y="219"/>
                  </a:lnTo>
                  <a:lnTo>
                    <a:pt x="262" y="288"/>
                  </a:lnTo>
                  <a:lnTo>
                    <a:pt x="288" y="355"/>
                  </a:lnTo>
                  <a:lnTo>
                    <a:pt x="329" y="365"/>
                  </a:lnTo>
                  <a:lnTo>
                    <a:pt x="361" y="355"/>
                  </a:lnTo>
                  <a:lnTo>
                    <a:pt x="460" y="402"/>
                  </a:lnTo>
                  <a:lnTo>
                    <a:pt x="459" y="448"/>
                  </a:lnTo>
                  <a:lnTo>
                    <a:pt x="486" y="469"/>
                  </a:lnTo>
                  <a:lnTo>
                    <a:pt x="483" y="508"/>
                  </a:lnTo>
                  <a:lnTo>
                    <a:pt x="420" y="466"/>
                  </a:lnTo>
                  <a:lnTo>
                    <a:pt x="387" y="421"/>
                  </a:lnTo>
                  <a:lnTo>
                    <a:pt x="371" y="453"/>
                  </a:lnTo>
                  <a:lnTo>
                    <a:pt x="317" y="402"/>
                  </a:lnTo>
                  <a:lnTo>
                    <a:pt x="251" y="414"/>
                  </a:lnTo>
                  <a:lnTo>
                    <a:pt x="212" y="395"/>
                  </a:lnTo>
                  <a:lnTo>
                    <a:pt x="211" y="360"/>
                  </a:lnTo>
                  <a:lnTo>
                    <a:pt x="231" y="339"/>
                  </a:lnTo>
                  <a:lnTo>
                    <a:pt x="206" y="319"/>
                  </a:lnTo>
                  <a:lnTo>
                    <a:pt x="201" y="350"/>
                  </a:lnTo>
                  <a:lnTo>
                    <a:pt x="157" y="301"/>
                  </a:lnTo>
                  <a:lnTo>
                    <a:pt x="141" y="264"/>
                  </a:lnTo>
                  <a:lnTo>
                    <a:pt x="126" y="182"/>
                  </a:lnTo>
                  <a:lnTo>
                    <a:pt x="160" y="210"/>
                  </a:lnTo>
                  <a:lnTo>
                    <a:pt x="146" y="77"/>
                  </a:lnTo>
                  <a:lnTo>
                    <a:pt x="157" y="0"/>
                  </a:lnTo>
                  <a:lnTo>
                    <a:pt x="202" y="0"/>
                  </a:lnTo>
                  <a:moveTo>
                    <a:pt x="287" y="463"/>
                  </a:moveTo>
                  <a:lnTo>
                    <a:pt x="276" y="536"/>
                  </a:lnTo>
                  <a:lnTo>
                    <a:pt x="239" y="494"/>
                  </a:lnTo>
                  <a:lnTo>
                    <a:pt x="193" y="429"/>
                  </a:lnTo>
                  <a:lnTo>
                    <a:pt x="257" y="432"/>
                  </a:lnTo>
                  <a:lnTo>
                    <a:pt x="287" y="463"/>
                  </a:lnTo>
                  <a:moveTo>
                    <a:pt x="594" y="540"/>
                  </a:moveTo>
                  <a:lnTo>
                    <a:pt x="625" y="635"/>
                  </a:lnTo>
                  <a:lnTo>
                    <a:pt x="565" y="612"/>
                  </a:lnTo>
                  <a:lnTo>
                    <a:pt x="570" y="641"/>
                  </a:lnTo>
                  <a:lnTo>
                    <a:pt x="593" y="693"/>
                  </a:lnTo>
                  <a:lnTo>
                    <a:pt x="559" y="712"/>
                  </a:lnTo>
                  <a:lnTo>
                    <a:pt x="550" y="653"/>
                  </a:lnTo>
                  <a:lnTo>
                    <a:pt x="527" y="648"/>
                  </a:lnTo>
                  <a:lnTo>
                    <a:pt x="510" y="597"/>
                  </a:lnTo>
                  <a:lnTo>
                    <a:pt x="555" y="603"/>
                  </a:lnTo>
                  <a:lnTo>
                    <a:pt x="550" y="571"/>
                  </a:lnTo>
                  <a:lnTo>
                    <a:pt x="497" y="506"/>
                  </a:lnTo>
                  <a:lnTo>
                    <a:pt x="569" y="508"/>
                  </a:lnTo>
                  <a:lnTo>
                    <a:pt x="594" y="540"/>
                  </a:lnTo>
                  <a:moveTo>
                    <a:pt x="325" y="563"/>
                  </a:moveTo>
                  <a:lnTo>
                    <a:pt x="373" y="589"/>
                  </a:lnTo>
                  <a:lnTo>
                    <a:pt x="421" y="589"/>
                  </a:lnTo>
                  <a:lnTo>
                    <a:pt x="423" y="625"/>
                  </a:lnTo>
                  <a:lnTo>
                    <a:pt x="392" y="661"/>
                  </a:lnTo>
                  <a:lnTo>
                    <a:pt x="347" y="686"/>
                  </a:lnTo>
                  <a:lnTo>
                    <a:pt x="341" y="647"/>
                  </a:lnTo>
                  <a:lnTo>
                    <a:pt x="341" y="603"/>
                  </a:lnTo>
                  <a:lnTo>
                    <a:pt x="325" y="563"/>
                  </a:lnTo>
                  <a:moveTo>
                    <a:pt x="94" y="782"/>
                  </a:moveTo>
                  <a:lnTo>
                    <a:pt x="0" y="863"/>
                  </a:lnTo>
                  <a:lnTo>
                    <a:pt x="32" y="803"/>
                  </a:lnTo>
                  <a:lnTo>
                    <a:pt x="82" y="751"/>
                  </a:lnTo>
                  <a:lnTo>
                    <a:pt x="122" y="692"/>
                  </a:lnTo>
                  <a:lnTo>
                    <a:pt x="153" y="607"/>
                  </a:lnTo>
                  <a:lnTo>
                    <a:pt x="173" y="677"/>
                  </a:lnTo>
                  <a:lnTo>
                    <a:pt x="128" y="724"/>
                  </a:lnTo>
                  <a:lnTo>
                    <a:pt x="94" y="782"/>
                  </a:lnTo>
                  <a:moveTo>
                    <a:pt x="497" y="700"/>
                  </a:moveTo>
                  <a:lnTo>
                    <a:pt x="473" y="728"/>
                  </a:lnTo>
                  <a:lnTo>
                    <a:pt x="454" y="782"/>
                  </a:lnTo>
                  <a:lnTo>
                    <a:pt x="433" y="807"/>
                  </a:lnTo>
                  <a:lnTo>
                    <a:pt x="381" y="748"/>
                  </a:lnTo>
                  <a:lnTo>
                    <a:pt x="395" y="726"/>
                  </a:lnTo>
                  <a:lnTo>
                    <a:pt x="411" y="702"/>
                  </a:lnTo>
                  <a:lnTo>
                    <a:pt x="414" y="649"/>
                  </a:lnTo>
                  <a:lnTo>
                    <a:pt x="455" y="644"/>
                  </a:lnTo>
                  <a:lnTo>
                    <a:pt x="449" y="701"/>
                  </a:lnTo>
                  <a:lnTo>
                    <a:pt x="496" y="619"/>
                  </a:lnTo>
                  <a:lnTo>
                    <a:pt x="497" y="700"/>
                  </a:lnTo>
                  <a:moveTo>
                    <a:pt x="690" y="859"/>
                  </a:moveTo>
                  <a:lnTo>
                    <a:pt x="702" y="916"/>
                  </a:lnTo>
                  <a:lnTo>
                    <a:pt x="710" y="963"/>
                  </a:lnTo>
                  <a:lnTo>
                    <a:pt x="690" y="1041"/>
                  </a:lnTo>
                  <a:lnTo>
                    <a:pt x="657" y="954"/>
                  </a:lnTo>
                  <a:lnTo>
                    <a:pt x="624" y="998"/>
                  </a:lnTo>
                  <a:lnTo>
                    <a:pt x="652" y="1060"/>
                  </a:lnTo>
                  <a:lnTo>
                    <a:pt x="633" y="1100"/>
                  </a:lnTo>
                  <a:lnTo>
                    <a:pt x="542" y="1051"/>
                  </a:lnTo>
                  <a:lnTo>
                    <a:pt x="517" y="989"/>
                  </a:lnTo>
                  <a:lnTo>
                    <a:pt x="537" y="949"/>
                  </a:lnTo>
                  <a:lnTo>
                    <a:pt x="487" y="908"/>
                  </a:lnTo>
                  <a:lnTo>
                    <a:pt x="466" y="944"/>
                  </a:lnTo>
                  <a:lnTo>
                    <a:pt x="430" y="940"/>
                  </a:lnTo>
                  <a:lnTo>
                    <a:pt x="378" y="988"/>
                  </a:lnTo>
                  <a:lnTo>
                    <a:pt x="364" y="963"/>
                  </a:lnTo>
                  <a:lnTo>
                    <a:pt x="388" y="891"/>
                  </a:lnTo>
                  <a:lnTo>
                    <a:pt x="433" y="867"/>
                  </a:lnTo>
                  <a:lnTo>
                    <a:pt x="472" y="835"/>
                  </a:lnTo>
                  <a:lnTo>
                    <a:pt x="501" y="874"/>
                  </a:lnTo>
                  <a:lnTo>
                    <a:pt x="557" y="850"/>
                  </a:lnTo>
                  <a:lnTo>
                    <a:pt x="566" y="812"/>
                  </a:lnTo>
                  <a:lnTo>
                    <a:pt x="619" y="810"/>
                  </a:lnTo>
                  <a:lnTo>
                    <a:pt x="608" y="744"/>
                  </a:lnTo>
                  <a:lnTo>
                    <a:pt x="673" y="785"/>
                  </a:lnTo>
                  <a:lnTo>
                    <a:pt x="683" y="828"/>
                  </a:lnTo>
                  <a:lnTo>
                    <a:pt x="690" y="859"/>
                  </a:lnTo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4" name="Freeform 147">
              <a:extLst>
                <a:ext uri="{FF2B5EF4-FFF2-40B4-BE49-F238E27FC236}">
                  <a16:creationId xmlns:a16="http://schemas.microsoft.com/office/drawing/2014/main" id="{455B6584-0A49-7BB7-BE32-6F87B6FB6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6002" y="4075113"/>
              <a:ext cx="41275" cy="61913"/>
            </a:xfrm>
            <a:custGeom>
              <a:avLst/>
              <a:gdLst>
                <a:gd name="T0" fmla="*/ 23 w 26"/>
                <a:gd name="T1" fmla="*/ 37 h 39"/>
                <a:gd name="T2" fmla="*/ 18 w 26"/>
                <a:gd name="T3" fmla="*/ 39 h 39"/>
                <a:gd name="T4" fmla="*/ 10 w 26"/>
                <a:gd name="T5" fmla="*/ 31 h 39"/>
                <a:gd name="T6" fmla="*/ 3 w 26"/>
                <a:gd name="T7" fmla="*/ 18 h 39"/>
                <a:gd name="T8" fmla="*/ 0 w 26"/>
                <a:gd name="T9" fmla="*/ 2 h 39"/>
                <a:gd name="T10" fmla="*/ 3 w 26"/>
                <a:gd name="T11" fmla="*/ 0 h 39"/>
                <a:gd name="T12" fmla="*/ 5 w 26"/>
                <a:gd name="T13" fmla="*/ 6 h 39"/>
                <a:gd name="T14" fmla="*/ 10 w 26"/>
                <a:gd name="T15" fmla="*/ 11 h 39"/>
                <a:gd name="T16" fmla="*/ 18 w 26"/>
                <a:gd name="T17" fmla="*/ 24 h 39"/>
                <a:gd name="T18" fmla="*/ 26 w 26"/>
                <a:gd name="T19" fmla="*/ 31 h 39"/>
                <a:gd name="T20" fmla="*/ 23 w 26"/>
                <a:gd name="T21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39">
                  <a:moveTo>
                    <a:pt x="23" y="37"/>
                  </a:moveTo>
                  <a:lnTo>
                    <a:pt x="18" y="39"/>
                  </a:lnTo>
                  <a:lnTo>
                    <a:pt x="10" y="31"/>
                  </a:lnTo>
                  <a:lnTo>
                    <a:pt x="3" y="18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6"/>
                  </a:lnTo>
                  <a:lnTo>
                    <a:pt x="10" y="11"/>
                  </a:lnTo>
                  <a:lnTo>
                    <a:pt x="18" y="24"/>
                  </a:lnTo>
                  <a:lnTo>
                    <a:pt x="26" y="31"/>
                  </a:lnTo>
                  <a:lnTo>
                    <a:pt x="23" y="3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5" name="Freeform 148">
              <a:extLst>
                <a:ext uri="{FF2B5EF4-FFF2-40B4-BE49-F238E27FC236}">
                  <a16:creationId xmlns:a16="http://schemas.microsoft.com/office/drawing/2014/main" id="{384D7156-C770-72BC-7446-F6474AB52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5027" y="4046538"/>
              <a:ext cx="119063" cy="71438"/>
            </a:xfrm>
            <a:custGeom>
              <a:avLst/>
              <a:gdLst>
                <a:gd name="T0" fmla="*/ 68 w 75"/>
                <a:gd name="T1" fmla="*/ 27 h 45"/>
                <a:gd name="T2" fmla="*/ 58 w 75"/>
                <a:gd name="T3" fmla="*/ 29 h 45"/>
                <a:gd name="T4" fmla="*/ 54 w 75"/>
                <a:gd name="T5" fmla="*/ 35 h 45"/>
                <a:gd name="T6" fmla="*/ 44 w 75"/>
                <a:gd name="T7" fmla="*/ 40 h 45"/>
                <a:gd name="T8" fmla="*/ 34 w 75"/>
                <a:gd name="T9" fmla="*/ 45 h 45"/>
                <a:gd name="T10" fmla="*/ 25 w 75"/>
                <a:gd name="T11" fmla="*/ 45 h 45"/>
                <a:gd name="T12" fmla="*/ 10 w 75"/>
                <a:gd name="T13" fmla="*/ 39 h 45"/>
                <a:gd name="T14" fmla="*/ 0 w 75"/>
                <a:gd name="T15" fmla="*/ 33 h 45"/>
                <a:gd name="T16" fmla="*/ 2 w 75"/>
                <a:gd name="T17" fmla="*/ 26 h 45"/>
                <a:gd name="T18" fmla="*/ 18 w 75"/>
                <a:gd name="T19" fmla="*/ 29 h 45"/>
                <a:gd name="T20" fmla="*/ 28 w 75"/>
                <a:gd name="T21" fmla="*/ 28 h 45"/>
                <a:gd name="T22" fmla="*/ 31 w 75"/>
                <a:gd name="T23" fmla="*/ 18 h 45"/>
                <a:gd name="T24" fmla="*/ 34 w 75"/>
                <a:gd name="T25" fmla="*/ 17 h 45"/>
                <a:gd name="T26" fmla="*/ 35 w 75"/>
                <a:gd name="T27" fmla="*/ 28 h 45"/>
                <a:gd name="T28" fmla="*/ 46 w 75"/>
                <a:gd name="T29" fmla="*/ 27 h 45"/>
                <a:gd name="T30" fmla="*/ 51 w 75"/>
                <a:gd name="T31" fmla="*/ 20 h 45"/>
                <a:gd name="T32" fmla="*/ 62 w 75"/>
                <a:gd name="T33" fmla="*/ 12 h 45"/>
                <a:gd name="T34" fmla="*/ 61 w 75"/>
                <a:gd name="T35" fmla="*/ 0 h 45"/>
                <a:gd name="T36" fmla="*/ 72 w 75"/>
                <a:gd name="T37" fmla="*/ 0 h 45"/>
                <a:gd name="T38" fmla="*/ 75 w 75"/>
                <a:gd name="T39" fmla="*/ 3 h 45"/>
                <a:gd name="T40" fmla="*/ 74 w 75"/>
                <a:gd name="T41" fmla="*/ 15 h 45"/>
                <a:gd name="T42" fmla="*/ 68 w 75"/>
                <a:gd name="T43" fmla="*/ 2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5" h="45">
                  <a:moveTo>
                    <a:pt x="68" y="27"/>
                  </a:moveTo>
                  <a:lnTo>
                    <a:pt x="58" y="29"/>
                  </a:lnTo>
                  <a:lnTo>
                    <a:pt x="54" y="35"/>
                  </a:lnTo>
                  <a:lnTo>
                    <a:pt x="44" y="40"/>
                  </a:lnTo>
                  <a:lnTo>
                    <a:pt x="34" y="45"/>
                  </a:lnTo>
                  <a:lnTo>
                    <a:pt x="25" y="45"/>
                  </a:lnTo>
                  <a:lnTo>
                    <a:pt x="10" y="39"/>
                  </a:lnTo>
                  <a:lnTo>
                    <a:pt x="0" y="33"/>
                  </a:lnTo>
                  <a:lnTo>
                    <a:pt x="2" y="26"/>
                  </a:lnTo>
                  <a:lnTo>
                    <a:pt x="18" y="29"/>
                  </a:lnTo>
                  <a:lnTo>
                    <a:pt x="28" y="28"/>
                  </a:lnTo>
                  <a:lnTo>
                    <a:pt x="31" y="18"/>
                  </a:lnTo>
                  <a:lnTo>
                    <a:pt x="34" y="17"/>
                  </a:lnTo>
                  <a:lnTo>
                    <a:pt x="35" y="28"/>
                  </a:lnTo>
                  <a:lnTo>
                    <a:pt x="46" y="27"/>
                  </a:lnTo>
                  <a:lnTo>
                    <a:pt x="51" y="20"/>
                  </a:lnTo>
                  <a:lnTo>
                    <a:pt x="62" y="12"/>
                  </a:lnTo>
                  <a:lnTo>
                    <a:pt x="61" y="0"/>
                  </a:lnTo>
                  <a:lnTo>
                    <a:pt x="72" y="0"/>
                  </a:lnTo>
                  <a:lnTo>
                    <a:pt x="75" y="3"/>
                  </a:lnTo>
                  <a:lnTo>
                    <a:pt x="74" y="15"/>
                  </a:lnTo>
                  <a:lnTo>
                    <a:pt x="68" y="2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6" name="Freeform 149">
              <a:extLst>
                <a:ext uri="{FF2B5EF4-FFF2-40B4-BE49-F238E27FC236}">
                  <a16:creationId xmlns:a16="http://schemas.microsoft.com/office/drawing/2014/main" id="{66A9D722-76E4-B777-BD48-9FA78C1F0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4364" y="3994150"/>
              <a:ext cx="279400" cy="266700"/>
            </a:xfrm>
            <a:custGeom>
              <a:avLst/>
              <a:gdLst>
                <a:gd name="T0" fmla="*/ 116 w 176"/>
                <a:gd name="T1" fmla="*/ 100 h 168"/>
                <a:gd name="T2" fmla="*/ 131 w 176"/>
                <a:gd name="T3" fmla="*/ 114 h 168"/>
                <a:gd name="T4" fmla="*/ 141 w 176"/>
                <a:gd name="T5" fmla="*/ 136 h 168"/>
                <a:gd name="T6" fmla="*/ 151 w 176"/>
                <a:gd name="T7" fmla="*/ 135 h 168"/>
                <a:gd name="T8" fmla="*/ 149 w 176"/>
                <a:gd name="T9" fmla="*/ 144 h 168"/>
                <a:gd name="T10" fmla="*/ 163 w 176"/>
                <a:gd name="T11" fmla="*/ 148 h 168"/>
                <a:gd name="T12" fmla="*/ 157 w 176"/>
                <a:gd name="T13" fmla="*/ 151 h 168"/>
                <a:gd name="T14" fmla="*/ 176 w 176"/>
                <a:gd name="T15" fmla="*/ 160 h 168"/>
                <a:gd name="T16" fmla="*/ 173 w 176"/>
                <a:gd name="T17" fmla="*/ 166 h 168"/>
                <a:gd name="T18" fmla="*/ 161 w 176"/>
                <a:gd name="T19" fmla="*/ 168 h 168"/>
                <a:gd name="T20" fmla="*/ 157 w 176"/>
                <a:gd name="T21" fmla="*/ 162 h 168"/>
                <a:gd name="T22" fmla="*/ 141 w 176"/>
                <a:gd name="T23" fmla="*/ 160 h 168"/>
                <a:gd name="T24" fmla="*/ 123 w 176"/>
                <a:gd name="T25" fmla="*/ 157 h 168"/>
                <a:gd name="T26" fmla="*/ 111 w 176"/>
                <a:gd name="T27" fmla="*/ 144 h 168"/>
                <a:gd name="T28" fmla="*/ 101 w 176"/>
                <a:gd name="T29" fmla="*/ 132 h 168"/>
                <a:gd name="T30" fmla="*/ 93 w 176"/>
                <a:gd name="T31" fmla="*/ 114 h 168"/>
                <a:gd name="T32" fmla="*/ 70 w 176"/>
                <a:gd name="T33" fmla="*/ 105 h 168"/>
                <a:gd name="T34" fmla="*/ 54 w 176"/>
                <a:gd name="T35" fmla="*/ 111 h 168"/>
                <a:gd name="T36" fmla="*/ 43 w 176"/>
                <a:gd name="T37" fmla="*/ 118 h 168"/>
                <a:gd name="T38" fmla="*/ 43 w 176"/>
                <a:gd name="T39" fmla="*/ 133 h 168"/>
                <a:gd name="T40" fmla="*/ 28 w 176"/>
                <a:gd name="T41" fmla="*/ 140 h 168"/>
                <a:gd name="T42" fmla="*/ 19 w 176"/>
                <a:gd name="T43" fmla="*/ 137 h 168"/>
                <a:gd name="T44" fmla="*/ 0 w 176"/>
                <a:gd name="T45" fmla="*/ 136 h 168"/>
                <a:gd name="T46" fmla="*/ 5 w 176"/>
                <a:gd name="T47" fmla="*/ 68 h 168"/>
                <a:gd name="T48" fmla="*/ 7 w 176"/>
                <a:gd name="T49" fmla="*/ 0 h 168"/>
                <a:gd name="T50" fmla="*/ 39 w 176"/>
                <a:gd name="T51" fmla="*/ 15 h 168"/>
                <a:gd name="T52" fmla="*/ 72 w 176"/>
                <a:gd name="T53" fmla="*/ 27 h 168"/>
                <a:gd name="T54" fmla="*/ 84 w 176"/>
                <a:gd name="T55" fmla="*/ 37 h 168"/>
                <a:gd name="T56" fmla="*/ 94 w 176"/>
                <a:gd name="T57" fmla="*/ 48 h 168"/>
                <a:gd name="T58" fmla="*/ 96 w 176"/>
                <a:gd name="T59" fmla="*/ 60 h 168"/>
                <a:gd name="T60" fmla="*/ 126 w 176"/>
                <a:gd name="T61" fmla="*/ 73 h 168"/>
                <a:gd name="T62" fmla="*/ 130 w 176"/>
                <a:gd name="T63" fmla="*/ 84 h 168"/>
                <a:gd name="T64" fmla="*/ 113 w 176"/>
                <a:gd name="T65" fmla="*/ 86 h 168"/>
                <a:gd name="T66" fmla="*/ 116 w 176"/>
                <a:gd name="T67" fmla="*/ 10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6" h="168">
                  <a:moveTo>
                    <a:pt x="116" y="100"/>
                  </a:moveTo>
                  <a:lnTo>
                    <a:pt x="131" y="114"/>
                  </a:lnTo>
                  <a:lnTo>
                    <a:pt x="141" y="136"/>
                  </a:lnTo>
                  <a:lnTo>
                    <a:pt x="151" y="135"/>
                  </a:lnTo>
                  <a:lnTo>
                    <a:pt x="149" y="144"/>
                  </a:lnTo>
                  <a:lnTo>
                    <a:pt x="163" y="148"/>
                  </a:lnTo>
                  <a:lnTo>
                    <a:pt x="157" y="151"/>
                  </a:lnTo>
                  <a:lnTo>
                    <a:pt x="176" y="160"/>
                  </a:lnTo>
                  <a:lnTo>
                    <a:pt x="173" y="166"/>
                  </a:lnTo>
                  <a:lnTo>
                    <a:pt x="161" y="168"/>
                  </a:lnTo>
                  <a:lnTo>
                    <a:pt x="157" y="162"/>
                  </a:lnTo>
                  <a:lnTo>
                    <a:pt x="141" y="160"/>
                  </a:lnTo>
                  <a:lnTo>
                    <a:pt x="123" y="157"/>
                  </a:lnTo>
                  <a:lnTo>
                    <a:pt x="111" y="144"/>
                  </a:lnTo>
                  <a:lnTo>
                    <a:pt x="101" y="132"/>
                  </a:lnTo>
                  <a:lnTo>
                    <a:pt x="93" y="114"/>
                  </a:lnTo>
                  <a:lnTo>
                    <a:pt x="70" y="105"/>
                  </a:lnTo>
                  <a:lnTo>
                    <a:pt x="54" y="111"/>
                  </a:lnTo>
                  <a:lnTo>
                    <a:pt x="43" y="118"/>
                  </a:lnTo>
                  <a:lnTo>
                    <a:pt x="43" y="133"/>
                  </a:lnTo>
                  <a:lnTo>
                    <a:pt x="28" y="140"/>
                  </a:lnTo>
                  <a:lnTo>
                    <a:pt x="19" y="137"/>
                  </a:lnTo>
                  <a:lnTo>
                    <a:pt x="0" y="136"/>
                  </a:lnTo>
                  <a:lnTo>
                    <a:pt x="5" y="68"/>
                  </a:lnTo>
                  <a:lnTo>
                    <a:pt x="7" y="0"/>
                  </a:lnTo>
                  <a:lnTo>
                    <a:pt x="39" y="15"/>
                  </a:lnTo>
                  <a:lnTo>
                    <a:pt x="72" y="27"/>
                  </a:lnTo>
                  <a:lnTo>
                    <a:pt x="84" y="37"/>
                  </a:lnTo>
                  <a:lnTo>
                    <a:pt x="94" y="48"/>
                  </a:lnTo>
                  <a:lnTo>
                    <a:pt x="96" y="60"/>
                  </a:lnTo>
                  <a:lnTo>
                    <a:pt x="126" y="73"/>
                  </a:lnTo>
                  <a:lnTo>
                    <a:pt x="130" y="84"/>
                  </a:lnTo>
                  <a:lnTo>
                    <a:pt x="113" y="86"/>
                  </a:lnTo>
                  <a:lnTo>
                    <a:pt x="116" y="10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7" name="Freeform 150">
              <a:extLst>
                <a:ext uri="{FF2B5EF4-FFF2-40B4-BE49-F238E27FC236}">
                  <a16:creationId xmlns:a16="http://schemas.microsoft.com/office/drawing/2014/main" id="{54B20514-4DC2-6DB6-E34B-CBFA843DA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8052" y="3990975"/>
              <a:ext cx="69850" cy="74613"/>
            </a:xfrm>
            <a:custGeom>
              <a:avLst/>
              <a:gdLst>
                <a:gd name="T0" fmla="*/ 44 w 44"/>
                <a:gd name="T1" fmla="*/ 42 h 47"/>
                <a:gd name="T2" fmla="*/ 38 w 44"/>
                <a:gd name="T3" fmla="*/ 47 h 47"/>
                <a:gd name="T4" fmla="*/ 35 w 44"/>
                <a:gd name="T5" fmla="*/ 35 h 47"/>
                <a:gd name="T6" fmla="*/ 31 w 44"/>
                <a:gd name="T7" fmla="*/ 27 h 47"/>
                <a:gd name="T8" fmla="*/ 23 w 44"/>
                <a:gd name="T9" fmla="*/ 20 h 47"/>
                <a:gd name="T10" fmla="*/ 13 w 44"/>
                <a:gd name="T11" fmla="*/ 11 h 47"/>
                <a:gd name="T12" fmla="*/ 0 w 44"/>
                <a:gd name="T13" fmla="*/ 5 h 47"/>
                <a:gd name="T14" fmla="*/ 5 w 44"/>
                <a:gd name="T15" fmla="*/ 0 h 47"/>
                <a:gd name="T16" fmla="*/ 15 w 44"/>
                <a:gd name="T17" fmla="*/ 6 h 47"/>
                <a:gd name="T18" fmla="*/ 21 w 44"/>
                <a:gd name="T19" fmla="*/ 11 h 47"/>
                <a:gd name="T20" fmla="*/ 28 w 44"/>
                <a:gd name="T21" fmla="*/ 16 h 47"/>
                <a:gd name="T22" fmla="*/ 35 w 44"/>
                <a:gd name="T23" fmla="*/ 24 h 47"/>
                <a:gd name="T24" fmla="*/ 42 w 44"/>
                <a:gd name="T25" fmla="*/ 31 h 47"/>
                <a:gd name="T26" fmla="*/ 44 w 44"/>
                <a:gd name="T27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47">
                  <a:moveTo>
                    <a:pt x="44" y="42"/>
                  </a:moveTo>
                  <a:lnTo>
                    <a:pt x="38" y="47"/>
                  </a:lnTo>
                  <a:lnTo>
                    <a:pt x="35" y="35"/>
                  </a:lnTo>
                  <a:lnTo>
                    <a:pt x="31" y="27"/>
                  </a:lnTo>
                  <a:lnTo>
                    <a:pt x="23" y="20"/>
                  </a:lnTo>
                  <a:lnTo>
                    <a:pt x="13" y="11"/>
                  </a:lnTo>
                  <a:lnTo>
                    <a:pt x="0" y="5"/>
                  </a:lnTo>
                  <a:lnTo>
                    <a:pt x="5" y="0"/>
                  </a:lnTo>
                  <a:lnTo>
                    <a:pt x="15" y="6"/>
                  </a:lnTo>
                  <a:lnTo>
                    <a:pt x="21" y="11"/>
                  </a:lnTo>
                  <a:lnTo>
                    <a:pt x="28" y="16"/>
                  </a:lnTo>
                  <a:lnTo>
                    <a:pt x="35" y="24"/>
                  </a:lnTo>
                  <a:lnTo>
                    <a:pt x="42" y="31"/>
                  </a:lnTo>
                  <a:lnTo>
                    <a:pt x="44" y="4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8" name="Freeform 151">
              <a:extLst>
                <a:ext uri="{FF2B5EF4-FFF2-40B4-BE49-F238E27FC236}">
                  <a16:creationId xmlns:a16="http://schemas.microsoft.com/office/drawing/2014/main" id="{C418CABA-6C41-D391-3B31-87A876E34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3102" y="2112962"/>
              <a:ext cx="257175" cy="185738"/>
            </a:xfrm>
            <a:custGeom>
              <a:avLst/>
              <a:gdLst>
                <a:gd name="T0" fmla="*/ 18 w 162"/>
                <a:gd name="T1" fmla="*/ 75 h 117"/>
                <a:gd name="T2" fmla="*/ 11 w 162"/>
                <a:gd name="T3" fmla="*/ 62 h 117"/>
                <a:gd name="T4" fmla="*/ 11 w 162"/>
                <a:gd name="T5" fmla="*/ 55 h 117"/>
                <a:gd name="T6" fmla="*/ 6 w 162"/>
                <a:gd name="T7" fmla="*/ 44 h 117"/>
                <a:gd name="T8" fmla="*/ 0 w 162"/>
                <a:gd name="T9" fmla="*/ 37 h 117"/>
                <a:gd name="T10" fmla="*/ 4 w 162"/>
                <a:gd name="T11" fmla="*/ 32 h 117"/>
                <a:gd name="T12" fmla="*/ 0 w 162"/>
                <a:gd name="T13" fmla="*/ 22 h 117"/>
                <a:gd name="T14" fmla="*/ 10 w 162"/>
                <a:gd name="T15" fmla="*/ 16 h 117"/>
                <a:gd name="T16" fmla="*/ 33 w 162"/>
                <a:gd name="T17" fmla="*/ 7 h 117"/>
                <a:gd name="T18" fmla="*/ 52 w 162"/>
                <a:gd name="T19" fmla="*/ 0 h 117"/>
                <a:gd name="T20" fmla="*/ 67 w 162"/>
                <a:gd name="T21" fmla="*/ 3 h 117"/>
                <a:gd name="T22" fmla="*/ 69 w 162"/>
                <a:gd name="T23" fmla="*/ 8 h 117"/>
                <a:gd name="T24" fmla="*/ 84 w 162"/>
                <a:gd name="T25" fmla="*/ 8 h 117"/>
                <a:gd name="T26" fmla="*/ 103 w 162"/>
                <a:gd name="T27" fmla="*/ 10 h 117"/>
                <a:gd name="T28" fmla="*/ 132 w 162"/>
                <a:gd name="T29" fmla="*/ 10 h 117"/>
                <a:gd name="T30" fmla="*/ 140 w 162"/>
                <a:gd name="T31" fmla="*/ 12 h 117"/>
                <a:gd name="T32" fmla="*/ 145 w 162"/>
                <a:gd name="T33" fmla="*/ 18 h 117"/>
                <a:gd name="T34" fmla="*/ 147 w 162"/>
                <a:gd name="T35" fmla="*/ 27 h 117"/>
                <a:gd name="T36" fmla="*/ 152 w 162"/>
                <a:gd name="T37" fmla="*/ 35 h 117"/>
                <a:gd name="T38" fmla="*/ 153 w 162"/>
                <a:gd name="T39" fmla="*/ 43 h 117"/>
                <a:gd name="T40" fmla="*/ 144 w 162"/>
                <a:gd name="T41" fmla="*/ 47 h 117"/>
                <a:gd name="T42" fmla="*/ 150 w 162"/>
                <a:gd name="T43" fmla="*/ 56 h 117"/>
                <a:gd name="T44" fmla="*/ 152 w 162"/>
                <a:gd name="T45" fmla="*/ 65 h 117"/>
                <a:gd name="T46" fmla="*/ 162 w 162"/>
                <a:gd name="T47" fmla="*/ 83 h 117"/>
                <a:gd name="T48" fmla="*/ 161 w 162"/>
                <a:gd name="T49" fmla="*/ 89 h 117"/>
                <a:gd name="T50" fmla="*/ 154 w 162"/>
                <a:gd name="T51" fmla="*/ 91 h 117"/>
                <a:gd name="T52" fmla="*/ 141 w 162"/>
                <a:gd name="T53" fmla="*/ 108 h 117"/>
                <a:gd name="T54" fmla="*/ 146 w 162"/>
                <a:gd name="T55" fmla="*/ 117 h 117"/>
                <a:gd name="T56" fmla="*/ 143 w 162"/>
                <a:gd name="T57" fmla="*/ 116 h 117"/>
                <a:gd name="T58" fmla="*/ 127 w 162"/>
                <a:gd name="T59" fmla="*/ 108 h 117"/>
                <a:gd name="T60" fmla="*/ 115 w 162"/>
                <a:gd name="T61" fmla="*/ 110 h 117"/>
                <a:gd name="T62" fmla="*/ 107 w 162"/>
                <a:gd name="T63" fmla="*/ 109 h 117"/>
                <a:gd name="T64" fmla="*/ 98 w 162"/>
                <a:gd name="T65" fmla="*/ 113 h 117"/>
                <a:gd name="T66" fmla="*/ 90 w 162"/>
                <a:gd name="T67" fmla="*/ 106 h 117"/>
                <a:gd name="T68" fmla="*/ 83 w 162"/>
                <a:gd name="T69" fmla="*/ 109 h 117"/>
                <a:gd name="T70" fmla="*/ 82 w 162"/>
                <a:gd name="T71" fmla="*/ 107 h 117"/>
                <a:gd name="T72" fmla="*/ 74 w 162"/>
                <a:gd name="T73" fmla="*/ 97 h 117"/>
                <a:gd name="T74" fmla="*/ 62 w 162"/>
                <a:gd name="T75" fmla="*/ 96 h 117"/>
                <a:gd name="T76" fmla="*/ 60 w 162"/>
                <a:gd name="T77" fmla="*/ 90 h 117"/>
                <a:gd name="T78" fmla="*/ 49 w 162"/>
                <a:gd name="T79" fmla="*/ 88 h 117"/>
                <a:gd name="T80" fmla="*/ 47 w 162"/>
                <a:gd name="T81" fmla="*/ 93 h 117"/>
                <a:gd name="T82" fmla="*/ 38 w 162"/>
                <a:gd name="T83" fmla="*/ 89 h 117"/>
                <a:gd name="T84" fmla="*/ 38 w 162"/>
                <a:gd name="T85" fmla="*/ 83 h 117"/>
                <a:gd name="T86" fmla="*/ 26 w 162"/>
                <a:gd name="T87" fmla="*/ 81 h 117"/>
                <a:gd name="T88" fmla="*/ 18 w 162"/>
                <a:gd name="T89" fmla="*/ 7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117">
                  <a:moveTo>
                    <a:pt x="18" y="75"/>
                  </a:moveTo>
                  <a:lnTo>
                    <a:pt x="11" y="62"/>
                  </a:lnTo>
                  <a:lnTo>
                    <a:pt x="11" y="55"/>
                  </a:lnTo>
                  <a:lnTo>
                    <a:pt x="6" y="44"/>
                  </a:lnTo>
                  <a:lnTo>
                    <a:pt x="0" y="37"/>
                  </a:lnTo>
                  <a:lnTo>
                    <a:pt x="4" y="32"/>
                  </a:lnTo>
                  <a:lnTo>
                    <a:pt x="0" y="22"/>
                  </a:lnTo>
                  <a:lnTo>
                    <a:pt x="10" y="16"/>
                  </a:lnTo>
                  <a:lnTo>
                    <a:pt x="33" y="7"/>
                  </a:lnTo>
                  <a:lnTo>
                    <a:pt x="52" y="0"/>
                  </a:lnTo>
                  <a:lnTo>
                    <a:pt x="67" y="3"/>
                  </a:lnTo>
                  <a:lnTo>
                    <a:pt x="69" y="8"/>
                  </a:lnTo>
                  <a:lnTo>
                    <a:pt x="84" y="8"/>
                  </a:lnTo>
                  <a:lnTo>
                    <a:pt x="103" y="10"/>
                  </a:lnTo>
                  <a:lnTo>
                    <a:pt x="132" y="10"/>
                  </a:lnTo>
                  <a:lnTo>
                    <a:pt x="140" y="12"/>
                  </a:lnTo>
                  <a:lnTo>
                    <a:pt x="145" y="18"/>
                  </a:lnTo>
                  <a:lnTo>
                    <a:pt x="147" y="27"/>
                  </a:lnTo>
                  <a:lnTo>
                    <a:pt x="152" y="35"/>
                  </a:lnTo>
                  <a:lnTo>
                    <a:pt x="153" y="43"/>
                  </a:lnTo>
                  <a:lnTo>
                    <a:pt x="144" y="47"/>
                  </a:lnTo>
                  <a:lnTo>
                    <a:pt x="150" y="56"/>
                  </a:lnTo>
                  <a:lnTo>
                    <a:pt x="152" y="65"/>
                  </a:lnTo>
                  <a:lnTo>
                    <a:pt x="162" y="83"/>
                  </a:lnTo>
                  <a:lnTo>
                    <a:pt x="161" y="89"/>
                  </a:lnTo>
                  <a:lnTo>
                    <a:pt x="154" y="91"/>
                  </a:lnTo>
                  <a:lnTo>
                    <a:pt x="141" y="108"/>
                  </a:lnTo>
                  <a:lnTo>
                    <a:pt x="146" y="117"/>
                  </a:lnTo>
                  <a:lnTo>
                    <a:pt x="143" y="116"/>
                  </a:lnTo>
                  <a:lnTo>
                    <a:pt x="127" y="108"/>
                  </a:lnTo>
                  <a:lnTo>
                    <a:pt x="115" y="110"/>
                  </a:lnTo>
                  <a:lnTo>
                    <a:pt x="107" y="109"/>
                  </a:lnTo>
                  <a:lnTo>
                    <a:pt x="98" y="113"/>
                  </a:lnTo>
                  <a:lnTo>
                    <a:pt x="90" y="106"/>
                  </a:lnTo>
                  <a:lnTo>
                    <a:pt x="83" y="109"/>
                  </a:lnTo>
                  <a:lnTo>
                    <a:pt x="82" y="107"/>
                  </a:lnTo>
                  <a:lnTo>
                    <a:pt x="74" y="97"/>
                  </a:lnTo>
                  <a:lnTo>
                    <a:pt x="62" y="96"/>
                  </a:lnTo>
                  <a:lnTo>
                    <a:pt x="60" y="90"/>
                  </a:lnTo>
                  <a:lnTo>
                    <a:pt x="49" y="88"/>
                  </a:lnTo>
                  <a:lnTo>
                    <a:pt x="47" y="93"/>
                  </a:lnTo>
                  <a:lnTo>
                    <a:pt x="38" y="89"/>
                  </a:lnTo>
                  <a:lnTo>
                    <a:pt x="38" y="83"/>
                  </a:lnTo>
                  <a:lnTo>
                    <a:pt x="26" y="81"/>
                  </a:lnTo>
                  <a:lnTo>
                    <a:pt x="18" y="75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69" name="Freeform 152">
              <a:extLst>
                <a:ext uri="{FF2B5EF4-FFF2-40B4-BE49-F238E27FC236}">
                  <a16:creationId xmlns:a16="http://schemas.microsoft.com/office/drawing/2014/main" id="{6AEEE3CF-EE71-D5E6-D6C7-D4DC49F9D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864" y="3298825"/>
              <a:ext cx="47625" cy="17463"/>
            </a:xfrm>
            <a:custGeom>
              <a:avLst/>
              <a:gdLst>
                <a:gd name="T0" fmla="*/ 18 w 30"/>
                <a:gd name="T1" fmla="*/ 0 h 11"/>
                <a:gd name="T2" fmla="*/ 27 w 30"/>
                <a:gd name="T3" fmla="*/ 1 h 11"/>
                <a:gd name="T4" fmla="*/ 30 w 30"/>
                <a:gd name="T5" fmla="*/ 6 h 11"/>
                <a:gd name="T6" fmla="*/ 24 w 30"/>
                <a:gd name="T7" fmla="*/ 11 h 11"/>
                <a:gd name="T8" fmla="*/ 11 w 30"/>
                <a:gd name="T9" fmla="*/ 11 h 11"/>
                <a:gd name="T10" fmla="*/ 0 w 30"/>
                <a:gd name="T11" fmla="*/ 11 h 11"/>
                <a:gd name="T12" fmla="*/ 0 w 30"/>
                <a:gd name="T13" fmla="*/ 3 h 11"/>
                <a:gd name="T14" fmla="*/ 3 w 30"/>
                <a:gd name="T15" fmla="*/ 0 h 11"/>
                <a:gd name="T16" fmla="*/ 18 w 30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11">
                  <a:moveTo>
                    <a:pt x="18" y="0"/>
                  </a:moveTo>
                  <a:lnTo>
                    <a:pt x="27" y="1"/>
                  </a:lnTo>
                  <a:lnTo>
                    <a:pt x="30" y="6"/>
                  </a:lnTo>
                  <a:lnTo>
                    <a:pt x="24" y="11"/>
                  </a:lnTo>
                  <a:lnTo>
                    <a:pt x="11" y="11"/>
                  </a:lnTo>
                  <a:lnTo>
                    <a:pt x="0" y="11"/>
                  </a:lnTo>
                  <a:lnTo>
                    <a:pt x="0" y="3"/>
                  </a:lnTo>
                  <a:lnTo>
                    <a:pt x="3" y="0"/>
                  </a:lnTo>
                  <a:lnTo>
                    <a:pt x="18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0" name="Freeform 153">
              <a:extLst>
                <a:ext uri="{FF2B5EF4-FFF2-40B4-BE49-F238E27FC236}">
                  <a16:creationId xmlns:a16="http://schemas.microsoft.com/office/drawing/2014/main" id="{38AE089C-6FCB-32B4-5C5F-317A9A36F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3952" y="2493962"/>
              <a:ext cx="134938" cy="174625"/>
            </a:xfrm>
            <a:custGeom>
              <a:avLst/>
              <a:gdLst>
                <a:gd name="T0" fmla="*/ 81 w 85"/>
                <a:gd name="T1" fmla="*/ 12 h 110"/>
                <a:gd name="T2" fmla="*/ 85 w 85"/>
                <a:gd name="T3" fmla="*/ 16 h 110"/>
                <a:gd name="T4" fmla="*/ 78 w 85"/>
                <a:gd name="T5" fmla="*/ 14 h 110"/>
                <a:gd name="T6" fmla="*/ 75 w 85"/>
                <a:gd name="T7" fmla="*/ 21 h 110"/>
                <a:gd name="T8" fmla="*/ 74 w 85"/>
                <a:gd name="T9" fmla="*/ 28 h 110"/>
                <a:gd name="T10" fmla="*/ 82 w 85"/>
                <a:gd name="T11" fmla="*/ 43 h 110"/>
                <a:gd name="T12" fmla="*/ 76 w 85"/>
                <a:gd name="T13" fmla="*/ 48 h 110"/>
                <a:gd name="T14" fmla="*/ 75 w 85"/>
                <a:gd name="T15" fmla="*/ 52 h 110"/>
                <a:gd name="T16" fmla="*/ 72 w 85"/>
                <a:gd name="T17" fmla="*/ 58 h 110"/>
                <a:gd name="T18" fmla="*/ 62 w 85"/>
                <a:gd name="T19" fmla="*/ 61 h 110"/>
                <a:gd name="T20" fmla="*/ 58 w 85"/>
                <a:gd name="T21" fmla="*/ 66 h 110"/>
                <a:gd name="T22" fmla="*/ 61 w 85"/>
                <a:gd name="T23" fmla="*/ 75 h 110"/>
                <a:gd name="T24" fmla="*/ 61 w 85"/>
                <a:gd name="T25" fmla="*/ 78 h 110"/>
                <a:gd name="T26" fmla="*/ 69 w 85"/>
                <a:gd name="T27" fmla="*/ 81 h 110"/>
                <a:gd name="T28" fmla="*/ 83 w 85"/>
                <a:gd name="T29" fmla="*/ 90 h 110"/>
                <a:gd name="T30" fmla="*/ 83 w 85"/>
                <a:gd name="T31" fmla="*/ 95 h 110"/>
                <a:gd name="T32" fmla="*/ 76 w 85"/>
                <a:gd name="T33" fmla="*/ 96 h 110"/>
                <a:gd name="T34" fmla="*/ 65 w 85"/>
                <a:gd name="T35" fmla="*/ 97 h 110"/>
                <a:gd name="T36" fmla="*/ 62 w 85"/>
                <a:gd name="T37" fmla="*/ 107 h 110"/>
                <a:gd name="T38" fmla="*/ 55 w 85"/>
                <a:gd name="T39" fmla="*/ 106 h 110"/>
                <a:gd name="T40" fmla="*/ 54 w 85"/>
                <a:gd name="T41" fmla="*/ 108 h 110"/>
                <a:gd name="T42" fmla="*/ 44 w 85"/>
                <a:gd name="T43" fmla="*/ 104 h 110"/>
                <a:gd name="T44" fmla="*/ 44 w 85"/>
                <a:gd name="T45" fmla="*/ 108 h 110"/>
                <a:gd name="T46" fmla="*/ 40 w 85"/>
                <a:gd name="T47" fmla="*/ 110 h 110"/>
                <a:gd name="T48" fmla="*/ 37 w 85"/>
                <a:gd name="T49" fmla="*/ 106 h 110"/>
                <a:gd name="T50" fmla="*/ 32 w 85"/>
                <a:gd name="T51" fmla="*/ 104 h 110"/>
                <a:gd name="T52" fmla="*/ 26 w 85"/>
                <a:gd name="T53" fmla="*/ 100 h 110"/>
                <a:gd name="T54" fmla="*/ 26 w 85"/>
                <a:gd name="T55" fmla="*/ 91 h 110"/>
                <a:gd name="T56" fmla="*/ 29 w 85"/>
                <a:gd name="T57" fmla="*/ 89 h 110"/>
                <a:gd name="T58" fmla="*/ 26 w 85"/>
                <a:gd name="T59" fmla="*/ 85 h 110"/>
                <a:gd name="T60" fmla="*/ 25 w 85"/>
                <a:gd name="T61" fmla="*/ 74 h 110"/>
                <a:gd name="T62" fmla="*/ 22 w 85"/>
                <a:gd name="T63" fmla="*/ 71 h 110"/>
                <a:gd name="T64" fmla="*/ 11 w 85"/>
                <a:gd name="T65" fmla="*/ 68 h 110"/>
                <a:gd name="T66" fmla="*/ 0 w 85"/>
                <a:gd name="T67" fmla="*/ 63 h 110"/>
                <a:gd name="T68" fmla="*/ 8 w 85"/>
                <a:gd name="T69" fmla="*/ 50 h 110"/>
                <a:gd name="T70" fmla="*/ 20 w 85"/>
                <a:gd name="T71" fmla="*/ 39 h 110"/>
                <a:gd name="T72" fmla="*/ 24 w 85"/>
                <a:gd name="T73" fmla="*/ 24 h 110"/>
                <a:gd name="T74" fmla="*/ 36 w 85"/>
                <a:gd name="T75" fmla="*/ 31 h 110"/>
                <a:gd name="T76" fmla="*/ 51 w 85"/>
                <a:gd name="T77" fmla="*/ 31 h 110"/>
                <a:gd name="T78" fmla="*/ 42 w 85"/>
                <a:gd name="T79" fmla="*/ 20 h 110"/>
                <a:gd name="T80" fmla="*/ 63 w 85"/>
                <a:gd name="T81" fmla="*/ 11 h 110"/>
                <a:gd name="T82" fmla="*/ 63 w 85"/>
                <a:gd name="T83" fmla="*/ 0 h 110"/>
                <a:gd name="T84" fmla="*/ 81 w 85"/>
                <a:gd name="T85" fmla="*/ 1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5" h="110">
                  <a:moveTo>
                    <a:pt x="81" y="12"/>
                  </a:moveTo>
                  <a:lnTo>
                    <a:pt x="85" y="16"/>
                  </a:lnTo>
                  <a:lnTo>
                    <a:pt x="78" y="14"/>
                  </a:lnTo>
                  <a:lnTo>
                    <a:pt x="75" y="21"/>
                  </a:lnTo>
                  <a:lnTo>
                    <a:pt x="74" y="28"/>
                  </a:lnTo>
                  <a:lnTo>
                    <a:pt x="82" y="43"/>
                  </a:lnTo>
                  <a:lnTo>
                    <a:pt x="76" y="48"/>
                  </a:lnTo>
                  <a:lnTo>
                    <a:pt x="75" y="52"/>
                  </a:lnTo>
                  <a:lnTo>
                    <a:pt x="72" y="58"/>
                  </a:lnTo>
                  <a:lnTo>
                    <a:pt x="62" y="61"/>
                  </a:lnTo>
                  <a:lnTo>
                    <a:pt x="58" y="66"/>
                  </a:lnTo>
                  <a:lnTo>
                    <a:pt x="61" y="75"/>
                  </a:lnTo>
                  <a:lnTo>
                    <a:pt x="61" y="78"/>
                  </a:lnTo>
                  <a:lnTo>
                    <a:pt x="69" y="81"/>
                  </a:lnTo>
                  <a:lnTo>
                    <a:pt x="83" y="90"/>
                  </a:lnTo>
                  <a:lnTo>
                    <a:pt x="83" y="95"/>
                  </a:lnTo>
                  <a:lnTo>
                    <a:pt x="76" y="96"/>
                  </a:lnTo>
                  <a:lnTo>
                    <a:pt x="65" y="97"/>
                  </a:lnTo>
                  <a:lnTo>
                    <a:pt x="62" y="107"/>
                  </a:lnTo>
                  <a:lnTo>
                    <a:pt x="55" y="106"/>
                  </a:lnTo>
                  <a:lnTo>
                    <a:pt x="54" y="108"/>
                  </a:lnTo>
                  <a:lnTo>
                    <a:pt x="44" y="104"/>
                  </a:lnTo>
                  <a:lnTo>
                    <a:pt x="44" y="108"/>
                  </a:lnTo>
                  <a:lnTo>
                    <a:pt x="40" y="110"/>
                  </a:lnTo>
                  <a:lnTo>
                    <a:pt x="37" y="106"/>
                  </a:lnTo>
                  <a:lnTo>
                    <a:pt x="32" y="104"/>
                  </a:lnTo>
                  <a:lnTo>
                    <a:pt x="26" y="100"/>
                  </a:lnTo>
                  <a:lnTo>
                    <a:pt x="26" y="91"/>
                  </a:lnTo>
                  <a:lnTo>
                    <a:pt x="29" y="89"/>
                  </a:lnTo>
                  <a:lnTo>
                    <a:pt x="26" y="85"/>
                  </a:lnTo>
                  <a:lnTo>
                    <a:pt x="25" y="74"/>
                  </a:lnTo>
                  <a:lnTo>
                    <a:pt x="22" y="71"/>
                  </a:lnTo>
                  <a:lnTo>
                    <a:pt x="11" y="68"/>
                  </a:lnTo>
                  <a:lnTo>
                    <a:pt x="0" y="63"/>
                  </a:lnTo>
                  <a:lnTo>
                    <a:pt x="8" y="50"/>
                  </a:lnTo>
                  <a:lnTo>
                    <a:pt x="20" y="39"/>
                  </a:lnTo>
                  <a:lnTo>
                    <a:pt x="24" y="24"/>
                  </a:lnTo>
                  <a:lnTo>
                    <a:pt x="36" y="31"/>
                  </a:lnTo>
                  <a:lnTo>
                    <a:pt x="51" y="31"/>
                  </a:lnTo>
                  <a:lnTo>
                    <a:pt x="42" y="20"/>
                  </a:lnTo>
                  <a:lnTo>
                    <a:pt x="63" y="11"/>
                  </a:lnTo>
                  <a:lnTo>
                    <a:pt x="63" y="0"/>
                  </a:lnTo>
                  <a:lnTo>
                    <a:pt x="81" y="1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1" name="Freeform 154">
              <a:extLst>
                <a:ext uri="{FF2B5EF4-FFF2-40B4-BE49-F238E27FC236}">
                  <a16:creationId xmlns:a16="http://schemas.microsoft.com/office/drawing/2014/main" id="{8EC0F598-70D7-3194-D482-C2522FE33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677" y="2516187"/>
              <a:ext cx="87313" cy="179388"/>
            </a:xfrm>
            <a:custGeom>
              <a:avLst/>
              <a:gdLst>
                <a:gd name="T0" fmla="*/ 11 w 55"/>
                <a:gd name="T1" fmla="*/ 9 h 113"/>
                <a:gd name="T2" fmla="*/ 17 w 55"/>
                <a:gd name="T3" fmla="*/ 3 h 113"/>
                <a:gd name="T4" fmla="*/ 24 w 55"/>
                <a:gd name="T5" fmla="*/ 0 h 113"/>
                <a:gd name="T6" fmla="*/ 28 w 55"/>
                <a:gd name="T7" fmla="*/ 10 h 113"/>
                <a:gd name="T8" fmla="*/ 38 w 55"/>
                <a:gd name="T9" fmla="*/ 10 h 113"/>
                <a:gd name="T10" fmla="*/ 41 w 55"/>
                <a:gd name="T11" fmla="*/ 8 h 113"/>
                <a:gd name="T12" fmla="*/ 50 w 55"/>
                <a:gd name="T13" fmla="*/ 9 h 113"/>
                <a:gd name="T14" fmla="*/ 55 w 55"/>
                <a:gd name="T15" fmla="*/ 19 h 113"/>
                <a:gd name="T16" fmla="*/ 47 w 55"/>
                <a:gd name="T17" fmla="*/ 25 h 113"/>
                <a:gd name="T18" fmla="*/ 46 w 55"/>
                <a:gd name="T19" fmla="*/ 41 h 113"/>
                <a:gd name="T20" fmla="*/ 43 w 55"/>
                <a:gd name="T21" fmla="*/ 44 h 113"/>
                <a:gd name="T22" fmla="*/ 43 w 55"/>
                <a:gd name="T23" fmla="*/ 53 h 113"/>
                <a:gd name="T24" fmla="*/ 35 w 55"/>
                <a:gd name="T25" fmla="*/ 55 h 113"/>
                <a:gd name="T26" fmla="*/ 42 w 55"/>
                <a:gd name="T27" fmla="*/ 67 h 113"/>
                <a:gd name="T28" fmla="*/ 37 w 55"/>
                <a:gd name="T29" fmla="*/ 81 h 113"/>
                <a:gd name="T30" fmla="*/ 42 w 55"/>
                <a:gd name="T31" fmla="*/ 87 h 113"/>
                <a:gd name="T32" fmla="*/ 40 w 55"/>
                <a:gd name="T33" fmla="*/ 93 h 113"/>
                <a:gd name="T34" fmla="*/ 33 w 55"/>
                <a:gd name="T35" fmla="*/ 100 h 113"/>
                <a:gd name="T36" fmla="*/ 35 w 55"/>
                <a:gd name="T37" fmla="*/ 107 h 113"/>
                <a:gd name="T38" fmla="*/ 28 w 55"/>
                <a:gd name="T39" fmla="*/ 113 h 113"/>
                <a:gd name="T40" fmla="*/ 19 w 55"/>
                <a:gd name="T41" fmla="*/ 110 h 113"/>
                <a:gd name="T42" fmla="*/ 9 w 55"/>
                <a:gd name="T43" fmla="*/ 112 h 113"/>
                <a:gd name="T44" fmla="*/ 13 w 55"/>
                <a:gd name="T45" fmla="*/ 96 h 113"/>
                <a:gd name="T46" fmla="*/ 11 w 55"/>
                <a:gd name="T47" fmla="*/ 83 h 113"/>
                <a:gd name="T48" fmla="*/ 4 w 55"/>
                <a:gd name="T49" fmla="*/ 81 h 113"/>
                <a:gd name="T50" fmla="*/ 0 w 55"/>
                <a:gd name="T51" fmla="*/ 73 h 113"/>
                <a:gd name="T52" fmla="*/ 2 w 55"/>
                <a:gd name="T53" fmla="*/ 60 h 113"/>
                <a:gd name="T54" fmla="*/ 9 w 55"/>
                <a:gd name="T55" fmla="*/ 52 h 113"/>
                <a:gd name="T56" fmla="*/ 10 w 55"/>
                <a:gd name="T57" fmla="*/ 44 h 113"/>
                <a:gd name="T58" fmla="*/ 14 w 55"/>
                <a:gd name="T59" fmla="*/ 32 h 113"/>
                <a:gd name="T60" fmla="*/ 14 w 55"/>
                <a:gd name="T61" fmla="*/ 23 h 113"/>
                <a:gd name="T62" fmla="*/ 11 w 55"/>
                <a:gd name="T63" fmla="*/ 16 h 113"/>
                <a:gd name="T64" fmla="*/ 11 w 55"/>
                <a:gd name="T65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5" h="113">
                  <a:moveTo>
                    <a:pt x="11" y="9"/>
                  </a:moveTo>
                  <a:lnTo>
                    <a:pt x="17" y="3"/>
                  </a:lnTo>
                  <a:lnTo>
                    <a:pt x="24" y="0"/>
                  </a:lnTo>
                  <a:lnTo>
                    <a:pt x="28" y="10"/>
                  </a:lnTo>
                  <a:lnTo>
                    <a:pt x="38" y="10"/>
                  </a:lnTo>
                  <a:lnTo>
                    <a:pt x="41" y="8"/>
                  </a:lnTo>
                  <a:lnTo>
                    <a:pt x="50" y="9"/>
                  </a:lnTo>
                  <a:lnTo>
                    <a:pt x="55" y="19"/>
                  </a:lnTo>
                  <a:lnTo>
                    <a:pt x="47" y="25"/>
                  </a:lnTo>
                  <a:lnTo>
                    <a:pt x="46" y="41"/>
                  </a:lnTo>
                  <a:lnTo>
                    <a:pt x="43" y="44"/>
                  </a:lnTo>
                  <a:lnTo>
                    <a:pt x="43" y="53"/>
                  </a:lnTo>
                  <a:lnTo>
                    <a:pt x="35" y="55"/>
                  </a:lnTo>
                  <a:lnTo>
                    <a:pt x="42" y="67"/>
                  </a:lnTo>
                  <a:lnTo>
                    <a:pt x="37" y="81"/>
                  </a:lnTo>
                  <a:lnTo>
                    <a:pt x="42" y="87"/>
                  </a:lnTo>
                  <a:lnTo>
                    <a:pt x="40" y="93"/>
                  </a:lnTo>
                  <a:lnTo>
                    <a:pt x="33" y="100"/>
                  </a:lnTo>
                  <a:lnTo>
                    <a:pt x="35" y="107"/>
                  </a:lnTo>
                  <a:lnTo>
                    <a:pt x="28" y="113"/>
                  </a:lnTo>
                  <a:lnTo>
                    <a:pt x="19" y="110"/>
                  </a:lnTo>
                  <a:lnTo>
                    <a:pt x="9" y="112"/>
                  </a:lnTo>
                  <a:lnTo>
                    <a:pt x="13" y="96"/>
                  </a:lnTo>
                  <a:lnTo>
                    <a:pt x="11" y="83"/>
                  </a:lnTo>
                  <a:lnTo>
                    <a:pt x="4" y="81"/>
                  </a:lnTo>
                  <a:lnTo>
                    <a:pt x="0" y="73"/>
                  </a:lnTo>
                  <a:lnTo>
                    <a:pt x="2" y="60"/>
                  </a:lnTo>
                  <a:lnTo>
                    <a:pt x="9" y="52"/>
                  </a:lnTo>
                  <a:lnTo>
                    <a:pt x="10" y="44"/>
                  </a:lnTo>
                  <a:lnTo>
                    <a:pt x="14" y="32"/>
                  </a:lnTo>
                  <a:lnTo>
                    <a:pt x="14" y="23"/>
                  </a:lnTo>
                  <a:lnTo>
                    <a:pt x="11" y="16"/>
                  </a:lnTo>
                  <a:lnTo>
                    <a:pt x="11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2" name="Freeform 155">
              <a:extLst>
                <a:ext uri="{FF2B5EF4-FFF2-40B4-BE49-F238E27FC236}">
                  <a16:creationId xmlns:a16="http://schemas.microsoft.com/office/drawing/2014/main" id="{7C9845E7-837A-386C-0797-B7DEEEAE0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327" y="4546600"/>
              <a:ext cx="247650" cy="271463"/>
            </a:xfrm>
            <a:custGeom>
              <a:avLst/>
              <a:gdLst>
                <a:gd name="T0" fmla="*/ 0 w 156"/>
                <a:gd name="T1" fmla="*/ 61 h 171"/>
                <a:gd name="T2" fmla="*/ 4 w 156"/>
                <a:gd name="T3" fmla="*/ 36 h 171"/>
                <a:gd name="T4" fmla="*/ 3 w 156"/>
                <a:gd name="T5" fmla="*/ 25 h 171"/>
                <a:gd name="T6" fmla="*/ 10 w 156"/>
                <a:gd name="T7" fmla="*/ 6 h 171"/>
                <a:gd name="T8" fmla="*/ 41 w 156"/>
                <a:gd name="T9" fmla="*/ 0 h 171"/>
                <a:gd name="T10" fmla="*/ 58 w 156"/>
                <a:gd name="T11" fmla="*/ 1 h 171"/>
                <a:gd name="T12" fmla="*/ 76 w 156"/>
                <a:gd name="T13" fmla="*/ 11 h 171"/>
                <a:gd name="T14" fmla="*/ 77 w 156"/>
                <a:gd name="T15" fmla="*/ 18 h 171"/>
                <a:gd name="T16" fmla="*/ 83 w 156"/>
                <a:gd name="T17" fmla="*/ 29 h 171"/>
                <a:gd name="T18" fmla="*/ 85 w 156"/>
                <a:gd name="T19" fmla="*/ 57 h 171"/>
                <a:gd name="T20" fmla="*/ 104 w 156"/>
                <a:gd name="T21" fmla="*/ 61 h 171"/>
                <a:gd name="T22" fmla="*/ 111 w 156"/>
                <a:gd name="T23" fmla="*/ 57 h 171"/>
                <a:gd name="T24" fmla="*/ 124 w 156"/>
                <a:gd name="T25" fmla="*/ 63 h 171"/>
                <a:gd name="T26" fmla="*/ 128 w 156"/>
                <a:gd name="T27" fmla="*/ 69 h 171"/>
                <a:gd name="T28" fmla="*/ 132 w 156"/>
                <a:gd name="T29" fmla="*/ 88 h 171"/>
                <a:gd name="T30" fmla="*/ 135 w 156"/>
                <a:gd name="T31" fmla="*/ 96 h 171"/>
                <a:gd name="T32" fmla="*/ 141 w 156"/>
                <a:gd name="T33" fmla="*/ 97 h 171"/>
                <a:gd name="T34" fmla="*/ 148 w 156"/>
                <a:gd name="T35" fmla="*/ 94 h 171"/>
                <a:gd name="T36" fmla="*/ 155 w 156"/>
                <a:gd name="T37" fmla="*/ 97 h 171"/>
                <a:gd name="T38" fmla="*/ 156 w 156"/>
                <a:gd name="T39" fmla="*/ 109 h 171"/>
                <a:gd name="T40" fmla="*/ 155 w 156"/>
                <a:gd name="T41" fmla="*/ 121 h 171"/>
                <a:gd name="T42" fmla="*/ 153 w 156"/>
                <a:gd name="T43" fmla="*/ 133 h 171"/>
                <a:gd name="T44" fmla="*/ 152 w 156"/>
                <a:gd name="T45" fmla="*/ 151 h 171"/>
                <a:gd name="T46" fmla="*/ 138 w 156"/>
                <a:gd name="T47" fmla="*/ 167 h 171"/>
                <a:gd name="T48" fmla="*/ 124 w 156"/>
                <a:gd name="T49" fmla="*/ 171 h 171"/>
                <a:gd name="T50" fmla="*/ 104 w 156"/>
                <a:gd name="T51" fmla="*/ 167 h 171"/>
                <a:gd name="T52" fmla="*/ 85 w 156"/>
                <a:gd name="T53" fmla="*/ 162 h 171"/>
                <a:gd name="T54" fmla="*/ 99 w 156"/>
                <a:gd name="T55" fmla="*/ 130 h 171"/>
                <a:gd name="T56" fmla="*/ 95 w 156"/>
                <a:gd name="T57" fmla="*/ 121 h 171"/>
                <a:gd name="T58" fmla="*/ 76 w 156"/>
                <a:gd name="T59" fmla="*/ 113 h 171"/>
                <a:gd name="T60" fmla="*/ 52 w 156"/>
                <a:gd name="T61" fmla="*/ 98 h 171"/>
                <a:gd name="T62" fmla="*/ 37 w 156"/>
                <a:gd name="T63" fmla="*/ 95 h 171"/>
                <a:gd name="T64" fmla="*/ 0 w 156"/>
                <a:gd name="T65" fmla="*/ 6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6" h="171">
                  <a:moveTo>
                    <a:pt x="0" y="61"/>
                  </a:moveTo>
                  <a:lnTo>
                    <a:pt x="4" y="36"/>
                  </a:lnTo>
                  <a:lnTo>
                    <a:pt x="3" y="25"/>
                  </a:lnTo>
                  <a:lnTo>
                    <a:pt x="10" y="6"/>
                  </a:lnTo>
                  <a:lnTo>
                    <a:pt x="41" y="0"/>
                  </a:lnTo>
                  <a:lnTo>
                    <a:pt x="58" y="1"/>
                  </a:lnTo>
                  <a:lnTo>
                    <a:pt x="76" y="11"/>
                  </a:lnTo>
                  <a:lnTo>
                    <a:pt x="77" y="18"/>
                  </a:lnTo>
                  <a:lnTo>
                    <a:pt x="83" y="29"/>
                  </a:lnTo>
                  <a:lnTo>
                    <a:pt x="85" y="57"/>
                  </a:lnTo>
                  <a:lnTo>
                    <a:pt x="104" y="61"/>
                  </a:lnTo>
                  <a:lnTo>
                    <a:pt x="111" y="57"/>
                  </a:lnTo>
                  <a:lnTo>
                    <a:pt x="124" y="63"/>
                  </a:lnTo>
                  <a:lnTo>
                    <a:pt x="128" y="69"/>
                  </a:lnTo>
                  <a:lnTo>
                    <a:pt x="132" y="88"/>
                  </a:lnTo>
                  <a:lnTo>
                    <a:pt x="135" y="96"/>
                  </a:lnTo>
                  <a:lnTo>
                    <a:pt x="141" y="97"/>
                  </a:lnTo>
                  <a:lnTo>
                    <a:pt x="148" y="94"/>
                  </a:lnTo>
                  <a:lnTo>
                    <a:pt x="155" y="97"/>
                  </a:lnTo>
                  <a:lnTo>
                    <a:pt x="156" y="109"/>
                  </a:lnTo>
                  <a:lnTo>
                    <a:pt x="155" y="121"/>
                  </a:lnTo>
                  <a:lnTo>
                    <a:pt x="153" y="133"/>
                  </a:lnTo>
                  <a:lnTo>
                    <a:pt x="152" y="151"/>
                  </a:lnTo>
                  <a:lnTo>
                    <a:pt x="138" y="167"/>
                  </a:lnTo>
                  <a:lnTo>
                    <a:pt x="124" y="171"/>
                  </a:lnTo>
                  <a:lnTo>
                    <a:pt x="104" y="167"/>
                  </a:lnTo>
                  <a:lnTo>
                    <a:pt x="85" y="162"/>
                  </a:lnTo>
                  <a:lnTo>
                    <a:pt x="99" y="130"/>
                  </a:lnTo>
                  <a:lnTo>
                    <a:pt x="95" y="121"/>
                  </a:lnTo>
                  <a:lnTo>
                    <a:pt x="76" y="113"/>
                  </a:lnTo>
                  <a:lnTo>
                    <a:pt x="52" y="98"/>
                  </a:lnTo>
                  <a:lnTo>
                    <a:pt x="37" y="95"/>
                  </a:lnTo>
                  <a:lnTo>
                    <a:pt x="0" y="6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3" name="Freeform 156">
              <a:extLst>
                <a:ext uri="{FF2B5EF4-FFF2-40B4-BE49-F238E27FC236}">
                  <a16:creationId xmlns:a16="http://schemas.microsoft.com/office/drawing/2014/main" id="{B0A88B6D-843F-8E8E-414D-F655D5276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402" y="2836862"/>
              <a:ext cx="17463" cy="38100"/>
            </a:xfrm>
            <a:custGeom>
              <a:avLst/>
              <a:gdLst>
                <a:gd name="T0" fmla="*/ 9 w 11"/>
                <a:gd name="T1" fmla="*/ 3 h 24"/>
                <a:gd name="T2" fmla="*/ 11 w 11"/>
                <a:gd name="T3" fmla="*/ 15 h 24"/>
                <a:gd name="T4" fmla="*/ 9 w 11"/>
                <a:gd name="T5" fmla="*/ 21 h 24"/>
                <a:gd name="T6" fmla="*/ 1 w 11"/>
                <a:gd name="T7" fmla="*/ 24 h 24"/>
                <a:gd name="T8" fmla="*/ 1 w 11"/>
                <a:gd name="T9" fmla="*/ 19 h 24"/>
                <a:gd name="T10" fmla="*/ 5 w 11"/>
                <a:gd name="T11" fmla="*/ 16 h 24"/>
                <a:gd name="T12" fmla="*/ 0 w 11"/>
                <a:gd name="T13" fmla="*/ 14 h 24"/>
                <a:gd name="T14" fmla="*/ 3 w 11"/>
                <a:gd name="T15" fmla="*/ 0 h 24"/>
                <a:gd name="T16" fmla="*/ 9 w 11"/>
                <a:gd name="T17" fmla="*/ 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24">
                  <a:moveTo>
                    <a:pt x="9" y="3"/>
                  </a:moveTo>
                  <a:lnTo>
                    <a:pt x="11" y="15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1" y="19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9" y="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4" name="Freeform 157">
              <a:extLst>
                <a:ext uri="{FF2B5EF4-FFF2-40B4-BE49-F238E27FC236}">
                  <a16:creationId xmlns:a16="http://schemas.microsoft.com/office/drawing/2014/main" id="{DE1E83EB-37FD-A08E-C45B-45F5C337F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0539" y="3048000"/>
              <a:ext cx="26988" cy="50800"/>
            </a:xfrm>
            <a:custGeom>
              <a:avLst/>
              <a:gdLst>
                <a:gd name="T0" fmla="*/ 3 w 17"/>
                <a:gd name="T1" fmla="*/ 28 h 32"/>
                <a:gd name="T2" fmla="*/ 0 w 17"/>
                <a:gd name="T3" fmla="*/ 13 h 32"/>
                <a:gd name="T4" fmla="*/ 4 w 17"/>
                <a:gd name="T5" fmla="*/ 2 h 32"/>
                <a:gd name="T6" fmla="*/ 9 w 17"/>
                <a:gd name="T7" fmla="*/ 0 h 32"/>
                <a:gd name="T8" fmla="*/ 15 w 17"/>
                <a:gd name="T9" fmla="*/ 7 h 32"/>
                <a:gd name="T10" fmla="*/ 17 w 17"/>
                <a:gd name="T11" fmla="*/ 18 h 32"/>
                <a:gd name="T12" fmla="*/ 14 w 17"/>
                <a:gd name="T13" fmla="*/ 31 h 32"/>
                <a:gd name="T14" fmla="*/ 9 w 17"/>
                <a:gd name="T15" fmla="*/ 32 h 32"/>
                <a:gd name="T16" fmla="*/ 3 w 17"/>
                <a:gd name="T17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32">
                  <a:moveTo>
                    <a:pt x="3" y="28"/>
                  </a:moveTo>
                  <a:lnTo>
                    <a:pt x="0" y="13"/>
                  </a:lnTo>
                  <a:lnTo>
                    <a:pt x="4" y="2"/>
                  </a:lnTo>
                  <a:lnTo>
                    <a:pt x="9" y="0"/>
                  </a:lnTo>
                  <a:lnTo>
                    <a:pt x="15" y="7"/>
                  </a:lnTo>
                  <a:lnTo>
                    <a:pt x="17" y="18"/>
                  </a:lnTo>
                  <a:lnTo>
                    <a:pt x="14" y="31"/>
                  </a:lnTo>
                  <a:lnTo>
                    <a:pt x="9" y="32"/>
                  </a:lnTo>
                  <a:lnTo>
                    <a:pt x="3" y="2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5" name="Freeform 158">
              <a:extLst>
                <a:ext uri="{FF2B5EF4-FFF2-40B4-BE49-F238E27FC236}">
                  <a16:creationId xmlns:a16="http://schemas.microsoft.com/office/drawing/2014/main" id="{BFEC797B-AEA0-D274-D8D2-4C0BE29AF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9314" y="2324100"/>
              <a:ext cx="250825" cy="147638"/>
            </a:xfrm>
            <a:custGeom>
              <a:avLst/>
              <a:gdLst>
                <a:gd name="T0" fmla="*/ 37 w 158"/>
                <a:gd name="T1" fmla="*/ 7 h 93"/>
                <a:gd name="T2" fmla="*/ 44 w 158"/>
                <a:gd name="T3" fmla="*/ 3 h 93"/>
                <a:gd name="T4" fmla="*/ 54 w 158"/>
                <a:gd name="T5" fmla="*/ 5 h 93"/>
                <a:gd name="T6" fmla="*/ 64 w 158"/>
                <a:gd name="T7" fmla="*/ 5 h 93"/>
                <a:gd name="T8" fmla="*/ 72 w 158"/>
                <a:gd name="T9" fmla="*/ 10 h 93"/>
                <a:gd name="T10" fmla="*/ 78 w 158"/>
                <a:gd name="T11" fmla="*/ 7 h 93"/>
                <a:gd name="T12" fmla="*/ 89 w 158"/>
                <a:gd name="T13" fmla="*/ 5 h 93"/>
                <a:gd name="T14" fmla="*/ 93 w 158"/>
                <a:gd name="T15" fmla="*/ 0 h 93"/>
                <a:gd name="T16" fmla="*/ 100 w 158"/>
                <a:gd name="T17" fmla="*/ 0 h 93"/>
                <a:gd name="T18" fmla="*/ 105 w 158"/>
                <a:gd name="T19" fmla="*/ 2 h 93"/>
                <a:gd name="T20" fmla="*/ 110 w 158"/>
                <a:gd name="T21" fmla="*/ 8 h 93"/>
                <a:gd name="T22" fmla="*/ 117 w 158"/>
                <a:gd name="T23" fmla="*/ 17 h 93"/>
                <a:gd name="T24" fmla="*/ 128 w 158"/>
                <a:gd name="T25" fmla="*/ 29 h 93"/>
                <a:gd name="T26" fmla="*/ 130 w 158"/>
                <a:gd name="T27" fmla="*/ 38 h 93"/>
                <a:gd name="T28" fmla="*/ 129 w 158"/>
                <a:gd name="T29" fmla="*/ 47 h 93"/>
                <a:gd name="T30" fmla="*/ 133 w 158"/>
                <a:gd name="T31" fmla="*/ 56 h 93"/>
                <a:gd name="T32" fmla="*/ 141 w 158"/>
                <a:gd name="T33" fmla="*/ 59 h 93"/>
                <a:gd name="T34" fmla="*/ 149 w 158"/>
                <a:gd name="T35" fmla="*/ 56 h 93"/>
                <a:gd name="T36" fmla="*/ 156 w 158"/>
                <a:gd name="T37" fmla="*/ 60 h 93"/>
                <a:gd name="T38" fmla="*/ 158 w 158"/>
                <a:gd name="T39" fmla="*/ 65 h 93"/>
                <a:gd name="T40" fmla="*/ 150 w 158"/>
                <a:gd name="T41" fmla="*/ 69 h 93"/>
                <a:gd name="T42" fmla="*/ 145 w 158"/>
                <a:gd name="T43" fmla="*/ 67 h 93"/>
                <a:gd name="T44" fmla="*/ 143 w 158"/>
                <a:gd name="T45" fmla="*/ 92 h 93"/>
                <a:gd name="T46" fmla="*/ 133 w 158"/>
                <a:gd name="T47" fmla="*/ 90 h 93"/>
                <a:gd name="T48" fmla="*/ 121 w 158"/>
                <a:gd name="T49" fmla="*/ 83 h 93"/>
                <a:gd name="T50" fmla="*/ 101 w 158"/>
                <a:gd name="T51" fmla="*/ 87 h 93"/>
                <a:gd name="T52" fmla="*/ 94 w 158"/>
                <a:gd name="T53" fmla="*/ 93 h 93"/>
                <a:gd name="T54" fmla="*/ 69 w 158"/>
                <a:gd name="T55" fmla="*/ 91 h 93"/>
                <a:gd name="T56" fmla="*/ 56 w 158"/>
                <a:gd name="T57" fmla="*/ 88 h 93"/>
                <a:gd name="T58" fmla="*/ 50 w 158"/>
                <a:gd name="T59" fmla="*/ 90 h 93"/>
                <a:gd name="T60" fmla="*/ 44 w 158"/>
                <a:gd name="T61" fmla="*/ 81 h 93"/>
                <a:gd name="T62" fmla="*/ 41 w 158"/>
                <a:gd name="T63" fmla="*/ 78 h 93"/>
                <a:gd name="T64" fmla="*/ 45 w 158"/>
                <a:gd name="T65" fmla="*/ 74 h 93"/>
                <a:gd name="T66" fmla="*/ 40 w 158"/>
                <a:gd name="T67" fmla="*/ 72 h 93"/>
                <a:gd name="T68" fmla="*/ 36 w 158"/>
                <a:gd name="T69" fmla="*/ 76 h 93"/>
                <a:gd name="T70" fmla="*/ 25 w 158"/>
                <a:gd name="T71" fmla="*/ 70 h 93"/>
                <a:gd name="T72" fmla="*/ 23 w 158"/>
                <a:gd name="T73" fmla="*/ 62 h 93"/>
                <a:gd name="T74" fmla="*/ 13 w 158"/>
                <a:gd name="T75" fmla="*/ 57 h 93"/>
                <a:gd name="T76" fmla="*/ 10 w 158"/>
                <a:gd name="T77" fmla="*/ 51 h 93"/>
                <a:gd name="T78" fmla="*/ 0 w 158"/>
                <a:gd name="T79" fmla="*/ 43 h 93"/>
                <a:gd name="T80" fmla="*/ 13 w 158"/>
                <a:gd name="T81" fmla="*/ 39 h 93"/>
                <a:gd name="T82" fmla="*/ 22 w 158"/>
                <a:gd name="T83" fmla="*/ 25 h 93"/>
                <a:gd name="T84" fmla="*/ 28 w 158"/>
                <a:gd name="T85" fmla="*/ 11 h 93"/>
                <a:gd name="T86" fmla="*/ 37 w 158"/>
                <a:gd name="T87" fmla="*/ 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8" h="93">
                  <a:moveTo>
                    <a:pt x="37" y="7"/>
                  </a:moveTo>
                  <a:lnTo>
                    <a:pt x="44" y="3"/>
                  </a:lnTo>
                  <a:lnTo>
                    <a:pt x="54" y="5"/>
                  </a:lnTo>
                  <a:lnTo>
                    <a:pt x="64" y="5"/>
                  </a:lnTo>
                  <a:lnTo>
                    <a:pt x="72" y="10"/>
                  </a:lnTo>
                  <a:lnTo>
                    <a:pt x="78" y="7"/>
                  </a:lnTo>
                  <a:lnTo>
                    <a:pt x="89" y="5"/>
                  </a:lnTo>
                  <a:lnTo>
                    <a:pt x="93" y="0"/>
                  </a:lnTo>
                  <a:lnTo>
                    <a:pt x="100" y="0"/>
                  </a:lnTo>
                  <a:lnTo>
                    <a:pt x="105" y="2"/>
                  </a:lnTo>
                  <a:lnTo>
                    <a:pt x="110" y="8"/>
                  </a:lnTo>
                  <a:lnTo>
                    <a:pt x="117" y="17"/>
                  </a:lnTo>
                  <a:lnTo>
                    <a:pt x="128" y="29"/>
                  </a:lnTo>
                  <a:lnTo>
                    <a:pt x="130" y="38"/>
                  </a:lnTo>
                  <a:lnTo>
                    <a:pt x="129" y="47"/>
                  </a:lnTo>
                  <a:lnTo>
                    <a:pt x="133" y="56"/>
                  </a:lnTo>
                  <a:lnTo>
                    <a:pt x="141" y="59"/>
                  </a:lnTo>
                  <a:lnTo>
                    <a:pt x="149" y="56"/>
                  </a:lnTo>
                  <a:lnTo>
                    <a:pt x="156" y="60"/>
                  </a:lnTo>
                  <a:lnTo>
                    <a:pt x="158" y="65"/>
                  </a:lnTo>
                  <a:lnTo>
                    <a:pt x="150" y="69"/>
                  </a:lnTo>
                  <a:lnTo>
                    <a:pt x="145" y="67"/>
                  </a:lnTo>
                  <a:lnTo>
                    <a:pt x="143" y="92"/>
                  </a:lnTo>
                  <a:lnTo>
                    <a:pt x="133" y="90"/>
                  </a:lnTo>
                  <a:lnTo>
                    <a:pt x="121" y="83"/>
                  </a:lnTo>
                  <a:lnTo>
                    <a:pt x="101" y="87"/>
                  </a:lnTo>
                  <a:lnTo>
                    <a:pt x="94" y="93"/>
                  </a:lnTo>
                  <a:lnTo>
                    <a:pt x="69" y="91"/>
                  </a:lnTo>
                  <a:lnTo>
                    <a:pt x="56" y="88"/>
                  </a:lnTo>
                  <a:lnTo>
                    <a:pt x="50" y="90"/>
                  </a:lnTo>
                  <a:lnTo>
                    <a:pt x="44" y="81"/>
                  </a:lnTo>
                  <a:lnTo>
                    <a:pt x="41" y="78"/>
                  </a:lnTo>
                  <a:lnTo>
                    <a:pt x="45" y="74"/>
                  </a:lnTo>
                  <a:lnTo>
                    <a:pt x="40" y="72"/>
                  </a:lnTo>
                  <a:lnTo>
                    <a:pt x="36" y="76"/>
                  </a:lnTo>
                  <a:lnTo>
                    <a:pt x="25" y="70"/>
                  </a:lnTo>
                  <a:lnTo>
                    <a:pt x="23" y="62"/>
                  </a:lnTo>
                  <a:lnTo>
                    <a:pt x="13" y="57"/>
                  </a:lnTo>
                  <a:lnTo>
                    <a:pt x="10" y="51"/>
                  </a:lnTo>
                  <a:lnTo>
                    <a:pt x="0" y="4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8" y="11"/>
                  </a:lnTo>
                  <a:lnTo>
                    <a:pt x="37" y="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6" name="Freeform 159">
              <a:extLst>
                <a:ext uri="{FF2B5EF4-FFF2-40B4-BE49-F238E27FC236}">
                  <a16:creationId xmlns:a16="http://schemas.microsoft.com/office/drawing/2014/main" id="{2E52B0B8-1DCA-31FD-185B-3B226434A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6352" y="2127250"/>
              <a:ext cx="238125" cy="269875"/>
            </a:xfrm>
            <a:custGeom>
              <a:avLst/>
              <a:gdLst>
                <a:gd name="T0" fmla="*/ 81 w 150"/>
                <a:gd name="T1" fmla="*/ 73 h 170"/>
                <a:gd name="T2" fmla="*/ 126 w 150"/>
                <a:gd name="T3" fmla="*/ 109 h 170"/>
                <a:gd name="T4" fmla="*/ 97 w 150"/>
                <a:gd name="T5" fmla="*/ 102 h 170"/>
                <a:gd name="T6" fmla="*/ 109 w 150"/>
                <a:gd name="T7" fmla="*/ 131 h 170"/>
                <a:gd name="T8" fmla="*/ 140 w 150"/>
                <a:gd name="T9" fmla="*/ 152 h 170"/>
                <a:gd name="T10" fmla="*/ 150 w 150"/>
                <a:gd name="T11" fmla="*/ 166 h 170"/>
                <a:gd name="T12" fmla="*/ 129 w 150"/>
                <a:gd name="T13" fmla="*/ 154 h 170"/>
                <a:gd name="T14" fmla="*/ 129 w 150"/>
                <a:gd name="T15" fmla="*/ 170 h 170"/>
                <a:gd name="T16" fmla="*/ 114 w 150"/>
                <a:gd name="T17" fmla="*/ 153 h 170"/>
                <a:gd name="T18" fmla="*/ 101 w 150"/>
                <a:gd name="T19" fmla="*/ 133 h 170"/>
                <a:gd name="T20" fmla="*/ 83 w 150"/>
                <a:gd name="T21" fmla="*/ 111 h 170"/>
                <a:gd name="T22" fmla="*/ 76 w 150"/>
                <a:gd name="T23" fmla="*/ 96 h 170"/>
                <a:gd name="T24" fmla="*/ 55 w 150"/>
                <a:gd name="T25" fmla="*/ 69 h 170"/>
                <a:gd name="T26" fmla="*/ 29 w 150"/>
                <a:gd name="T27" fmla="*/ 49 h 170"/>
                <a:gd name="T28" fmla="*/ 8 w 150"/>
                <a:gd name="T29" fmla="*/ 22 h 170"/>
                <a:gd name="T30" fmla="*/ 14 w 150"/>
                <a:gd name="T31" fmla="*/ 12 h 170"/>
                <a:gd name="T32" fmla="*/ 0 w 150"/>
                <a:gd name="T33" fmla="*/ 3 h 170"/>
                <a:gd name="T34" fmla="*/ 4 w 150"/>
                <a:gd name="T35" fmla="*/ 0 h 170"/>
                <a:gd name="T36" fmla="*/ 20 w 150"/>
                <a:gd name="T37" fmla="*/ 14 h 170"/>
                <a:gd name="T38" fmla="*/ 42 w 150"/>
                <a:gd name="T39" fmla="*/ 33 h 170"/>
                <a:gd name="T40" fmla="*/ 58 w 150"/>
                <a:gd name="T41" fmla="*/ 53 h 170"/>
                <a:gd name="T42" fmla="*/ 81 w 150"/>
                <a:gd name="T43" fmla="*/ 7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0" h="170">
                  <a:moveTo>
                    <a:pt x="81" y="73"/>
                  </a:moveTo>
                  <a:lnTo>
                    <a:pt x="126" y="109"/>
                  </a:lnTo>
                  <a:lnTo>
                    <a:pt x="97" y="102"/>
                  </a:lnTo>
                  <a:lnTo>
                    <a:pt x="109" y="131"/>
                  </a:lnTo>
                  <a:lnTo>
                    <a:pt x="140" y="152"/>
                  </a:lnTo>
                  <a:lnTo>
                    <a:pt x="150" y="166"/>
                  </a:lnTo>
                  <a:lnTo>
                    <a:pt x="129" y="154"/>
                  </a:lnTo>
                  <a:lnTo>
                    <a:pt x="129" y="170"/>
                  </a:lnTo>
                  <a:lnTo>
                    <a:pt x="114" y="153"/>
                  </a:lnTo>
                  <a:lnTo>
                    <a:pt x="101" y="133"/>
                  </a:lnTo>
                  <a:lnTo>
                    <a:pt x="83" y="111"/>
                  </a:lnTo>
                  <a:lnTo>
                    <a:pt x="76" y="96"/>
                  </a:lnTo>
                  <a:lnTo>
                    <a:pt x="55" y="69"/>
                  </a:lnTo>
                  <a:lnTo>
                    <a:pt x="29" y="49"/>
                  </a:lnTo>
                  <a:lnTo>
                    <a:pt x="8" y="22"/>
                  </a:lnTo>
                  <a:lnTo>
                    <a:pt x="14" y="12"/>
                  </a:lnTo>
                  <a:lnTo>
                    <a:pt x="0" y="3"/>
                  </a:lnTo>
                  <a:lnTo>
                    <a:pt x="4" y="0"/>
                  </a:lnTo>
                  <a:lnTo>
                    <a:pt x="20" y="14"/>
                  </a:lnTo>
                  <a:lnTo>
                    <a:pt x="42" y="33"/>
                  </a:lnTo>
                  <a:lnTo>
                    <a:pt x="58" y="53"/>
                  </a:lnTo>
                  <a:lnTo>
                    <a:pt x="81" y="7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7" name="Freeform 160">
              <a:extLst>
                <a:ext uri="{FF2B5EF4-FFF2-40B4-BE49-F238E27FC236}">
                  <a16:creationId xmlns:a16="http://schemas.microsoft.com/office/drawing/2014/main" id="{A7945A90-EAD2-1F53-D727-695555E81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6452" y="2101850"/>
              <a:ext cx="76200" cy="26988"/>
            </a:xfrm>
            <a:custGeom>
              <a:avLst/>
              <a:gdLst>
                <a:gd name="T0" fmla="*/ 48 w 48"/>
                <a:gd name="T1" fmla="*/ 17 h 17"/>
                <a:gd name="T2" fmla="*/ 19 w 48"/>
                <a:gd name="T3" fmla="*/ 17 h 17"/>
                <a:gd name="T4" fmla="*/ 0 w 48"/>
                <a:gd name="T5" fmla="*/ 15 h 17"/>
                <a:gd name="T6" fmla="*/ 2 w 48"/>
                <a:gd name="T7" fmla="*/ 6 h 17"/>
                <a:gd name="T8" fmla="*/ 23 w 48"/>
                <a:gd name="T9" fmla="*/ 0 h 17"/>
                <a:gd name="T10" fmla="*/ 39 w 48"/>
                <a:gd name="T11" fmla="*/ 4 h 17"/>
                <a:gd name="T12" fmla="*/ 47 w 48"/>
                <a:gd name="T13" fmla="*/ 7 h 17"/>
                <a:gd name="T14" fmla="*/ 46 w 48"/>
                <a:gd name="T15" fmla="*/ 12 h 17"/>
                <a:gd name="T16" fmla="*/ 48 w 48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7">
                  <a:moveTo>
                    <a:pt x="48" y="17"/>
                  </a:moveTo>
                  <a:lnTo>
                    <a:pt x="19" y="17"/>
                  </a:lnTo>
                  <a:lnTo>
                    <a:pt x="0" y="15"/>
                  </a:lnTo>
                  <a:lnTo>
                    <a:pt x="2" y="6"/>
                  </a:lnTo>
                  <a:lnTo>
                    <a:pt x="23" y="0"/>
                  </a:lnTo>
                  <a:lnTo>
                    <a:pt x="39" y="4"/>
                  </a:lnTo>
                  <a:lnTo>
                    <a:pt x="47" y="7"/>
                  </a:lnTo>
                  <a:lnTo>
                    <a:pt x="46" y="12"/>
                  </a:lnTo>
                  <a:lnTo>
                    <a:pt x="48" y="1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8" name="Freeform 161">
              <a:extLst>
                <a:ext uri="{FF2B5EF4-FFF2-40B4-BE49-F238E27FC236}">
                  <a16:creationId xmlns:a16="http://schemas.microsoft.com/office/drawing/2014/main" id="{57017805-2EE8-FF90-696A-96E0D6E8E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2614" y="1558925"/>
              <a:ext cx="80963" cy="17463"/>
            </a:xfrm>
            <a:custGeom>
              <a:avLst/>
              <a:gdLst>
                <a:gd name="T0" fmla="*/ 51 w 51"/>
                <a:gd name="T1" fmla="*/ 10 h 11"/>
                <a:gd name="T2" fmla="*/ 32 w 51"/>
                <a:gd name="T3" fmla="*/ 11 h 11"/>
                <a:gd name="T4" fmla="*/ 3 w 51"/>
                <a:gd name="T5" fmla="*/ 9 h 11"/>
                <a:gd name="T6" fmla="*/ 0 w 51"/>
                <a:gd name="T7" fmla="*/ 8 h 11"/>
                <a:gd name="T8" fmla="*/ 2 w 51"/>
                <a:gd name="T9" fmla="*/ 2 h 11"/>
                <a:gd name="T10" fmla="*/ 15 w 51"/>
                <a:gd name="T11" fmla="*/ 0 h 11"/>
                <a:gd name="T12" fmla="*/ 43 w 51"/>
                <a:gd name="T13" fmla="*/ 6 h 11"/>
                <a:gd name="T14" fmla="*/ 51 w 51"/>
                <a:gd name="T15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11">
                  <a:moveTo>
                    <a:pt x="51" y="10"/>
                  </a:moveTo>
                  <a:lnTo>
                    <a:pt x="32" y="11"/>
                  </a:lnTo>
                  <a:lnTo>
                    <a:pt x="3" y="9"/>
                  </a:lnTo>
                  <a:lnTo>
                    <a:pt x="0" y="8"/>
                  </a:lnTo>
                  <a:lnTo>
                    <a:pt x="2" y="2"/>
                  </a:lnTo>
                  <a:lnTo>
                    <a:pt x="15" y="0"/>
                  </a:lnTo>
                  <a:lnTo>
                    <a:pt x="43" y="6"/>
                  </a:lnTo>
                  <a:lnTo>
                    <a:pt x="51" y="1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79" name="Freeform 162">
              <a:extLst>
                <a:ext uri="{FF2B5EF4-FFF2-40B4-BE49-F238E27FC236}">
                  <a16:creationId xmlns:a16="http://schemas.microsoft.com/office/drawing/2014/main" id="{4D74C683-8ABC-AEF1-F23E-E47724D5A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7064" y="1517650"/>
              <a:ext cx="101600" cy="20638"/>
            </a:xfrm>
            <a:custGeom>
              <a:avLst/>
              <a:gdLst>
                <a:gd name="T0" fmla="*/ 64 w 64"/>
                <a:gd name="T1" fmla="*/ 7 h 13"/>
                <a:gd name="T2" fmla="*/ 60 w 64"/>
                <a:gd name="T3" fmla="*/ 13 h 13"/>
                <a:gd name="T4" fmla="*/ 38 w 64"/>
                <a:gd name="T5" fmla="*/ 11 h 13"/>
                <a:gd name="T6" fmla="*/ 5 w 64"/>
                <a:gd name="T7" fmla="*/ 5 h 13"/>
                <a:gd name="T8" fmla="*/ 0 w 64"/>
                <a:gd name="T9" fmla="*/ 0 h 13"/>
                <a:gd name="T10" fmla="*/ 27 w 64"/>
                <a:gd name="T11" fmla="*/ 2 h 13"/>
                <a:gd name="T12" fmla="*/ 64 w 6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13">
                  <a:moveTo>
                    <a:pt x="64" y="7"/>
                  </a:moveTo>
                  <a:lnTo>
                    <a:pt x="60" y="13"/>
                  </a:lnTo>
                  <a:lnTo>
                    <a:pt x="38" y="11"/>
                  </a:lnTo>
                  <a:lnTo>
                    <a:pt x="5" y="5"/>
                  </a:lnTo>
                  <a:lnTo>
                    <a:pt x="0" y="0"/>
                  </a:lnTo>
                  <a:lnTo>
                    <a:pt x="27" y="2"/>
                  </a:lnTo>
                  <a:lnTo>
                    <a:pt x="64" y="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0" name="Freeform 163">
              <a:extLst>
                <a:ext uri="{FF2B5EF4-FFF2-40B4-BE49-F238E27FC236}">
                  <a16:creationId xmlns:a16="http://schemas.microsoft.com/office/drawing/2014/main" id="{BA6C0763-92C8-675D-D34D-93CD1861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8152" y="1501775"/>
              <a:ext cx="176213" cy="38100"/>
            </a:xfrm>
            <a:custGeom>
              <a:avLst/>
              <a:gdLst>
                <a:gd name="T0" fmla="*/ 102 w 111"/>
                <a:gd name="T1" fmla="*/ 9 h 24"/>
                <a:gd name="T2" fmla="*/ 111 w 111"/>
                <a:gd name="T3" fmla="*/ 21 h 24"/>
                <a:gd name="T4" fmla="*/ 64 w 111"/>
                <a:gd name="T5" fmla="*/ 20 h 24"/>
                <a:gd name="T6" fmla="*/ 50 w 111"/>
                <a:gd name="T7" fmla="*/ 24 h 24"/>
                <a:gd name="T8" fmla="*/ 10 w 111"/>
                <a:gd name="T9" fmla="*/ 14 h 24"/>
                <a:gd name="T10" fmla="*/ 0 w 111"/>
                <a:gd name="T11" fmla="*/ 3 h 24"/>
                <a:gd name="T12" fmla="*/ 12 w 111"/>
                <a:gd name="T13" fmla="*/ 0 h 24"/>
                <a:gd name="T14" fmla="*/ 45 w 111"/>
                <a:gd name="T15" fmla="*/ 1 h 24"/>
                <a:gd name="T16" fmla="*/ 102 w 111"/>
                <a:gd name="T17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4">
                  <a:moveTo>
                    <a:pt x="102" y="9"/>
                  </a:moveTo>
                  <a:lnTo>
                    <a:pt x="111" y="21"/>
                  </a:lnTo>
                  <a:lnTo>
                    <a:pt x="64" y="20"/>
                  </a:lnTo>
                  <a:lnTo>
                    <a:pt x="50" y="24"/>
                  </a:lnTo>
                  <a:lnTo>
                    <a:pt x="10" y="14"/>
                  </a:lnTo>
                  <a:lnTo>
                    <a:pt x="0" y="3"/>
                  </a:lnTo>
                  <a:lnTo>
                    <a:pt x="12" y="0"/>
                  </a:lnTo>
                  <a:lnTo>
                    <a:pt x="45" y="1"/>
                  </a:lnTo>
                  <a:lnTo>
                    <a:pt x="102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1" name="Freeform 164">
              <a:extLst>
                <a:ext uri="{FF2B5EF4-FFF2-40B4-BE49-F238E27FC236}">
                  <a16:creationId xmlns:a16="http://schemas.microsoft.com/office/drawing/2014/main" id="{2AD29B9E-9131-0D4B-D018-367C8BB7D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3189" y="1482725"/>
              <a:ext cx="268288" cy="160338"/>
            </a:xfrm>
            <a:custGeom>
              <a:avLst/>
              <a:gdLst>
                <a:gd name="T0" fmla="*/ 90 w 169"/>
                <a:gd name="T1" fmla="*/ 100 h 101"/>
                <a:gd name="T2" fmla="*/ 83 w 169"/>
                <a:gd name="T3" fmla="*/ 101 h 101"/>
                <a:gd name="T4" fmla="*/ 39 w 169"/>
                <a:gd name="T5" fmla="*/ 99 h 101"/>
                <a:gd name="T6" fmla="*/ 32 w 169"/>
                <a:gd name="T7" fmla="*/ 92 h 101"/>
                <a:gd name="T8" fmla="*/ 6 w 169"/>
                <a:gd name="T9" fmla="*/ 87 h 101"/>
                <a:gd name="T10" fmla="*/ 0 w 169"/>
                <a:gd name="T11" fmla="*/ 78 h 101"/>
                <a:gd name="T12" fmla="*/ 11 w 169"/>
                <a:gd name="T13" fmla="*/ 75 h 101"/>
                <a:gd name="T14" fmla="*/ 5 w 169"/>
                <a:gd name="T15" fmla="*/ 66 h 101"/>
                <a:gd name="T16" fmla="*/ 23 w 169"/>
                <a:gd name="T17" fmla="*/ 52 h 101"/>
                <a:gd name="T18" fmla="*/ 10 w 169"/>
                <a:gd name="T19" fmla="*/ 50 h 101"/>
                <a:gd name="T20" fmla="*/ 32 w 169"/>
                <a:gd name="T21" fmla="*/ 36 h 101"/>
                <a:gd name="T22" fmla="*/ 24 w 169"/>
                <a:gd name="T23" fmla="*/ 29 h 101"/>
                <a:gd name="T24" fmla="*/ 46 w 169"/>
                <a:gd name="T25" fmla="*/ 20 h 101"/>
                <a:gd name="T26" fmla="*/ 80 w 169"/>
                <a:gd name="T27" fmla="*/ 10 h 101"/>
                <a:gd name="T28" fmla="*/ 118 w 169"/>
                <a:gd name="T29" fmla="*/ 8 h 101"/>
                <a:gd name="T30" fmla="*/ 134 w 169"/>
                <a:gd name="T31" fmla="*/ 2 h 101"/>
                <a:gd name="T32" fmla="*/ 156 w 169"/>
                <a:gd name="T33" fmla="*/ 0 h 101"/>
                <a:gd name="T34" fmla="*/ 169 w 169"/>
                <a:gd name="T35" fmla="*/ 6 h 101"/>
                <a:gd name="T36" fmla="*/ 165 w 169"/>
                <a:gd name="T37" fmla="*/ 11 h 101"/>
                <a:gd name="T38" fmla="*/ 127 w 169"/>
                <a:gd name="T39" fmla="*/ 18 h 101"/>
                <a:gd name="T40" fmla="*/ 95 w 169"/>
                <a:gd name="T41" fmla="*/ 26 h 101"/>
                <a:gd name="T42" fmla="*/ 67 w 169"/>
                <a:gd name="T43" fmla="*/ 41 h 101"/>
                <a:gd name="T44" fmla="*/ 58 w 169"/>
                <a:gd name="T45" fmla="*/ 56 h 101"/>
                <a:gd name="T46" fmla="*/ 47 w 169"/>
                <a:gd name="T47" fmla="*/ 72 h 101"/>
                <a:gd name="T48" fmla="*/ 57 w 169"/>
                <a:gd name="T49" fmla="*/ 86 h 101"/>
                <a:gd name="T50" fmla="*/ 90 w 169"/>
                <a:gd name="T51" fmla="*/ 10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9" h="101">
                  <a:moveTo>
                    <a:pt x="90" y="100"/>
                  </a:moveTo>
                  <a:lnTo>
                    <a:pt x="83" y="101"/>
                  </a:lnTo>
                  <a:lnTo>
                    <a:pt x="39" y="99"/>
                  </a:lnTo>
                  <a:lnTo>
                    <a:pt x="32" y="92"/>
                  </a:lnTo>
                  <a:lnTo>
                    <a:pt x="6" y="87"/>
                  </a:lnTo>
                  <a:lnTo>
                    <a:pt x="0" y="78"/>
                  </a:lnTo>
                  <a:lnTo>
                    <a:pt x="11" y="75"/>
                  </a:lnTo>
                  <a:lnTo>
                    <a:pt x="5" y="66"/>
                  </a:lnTo>
                  <a:lnTo>
                    <a:pt x="23" y="52"/>
                  </a:lnTo>
                  <a:lnTo>
                    <a:pt x="10" y="50"/>
                  </a:lnTo>
                  <a:lnTo>
                    <a:pt x="32" y="36"/>
                  </a:lnTo>
                  <a:lnTo>
                    <a:pt x="24" y="29"/>
                  </a:lnTo>
                  <a:lnTo>
                    <a:pt x="46" y="20"/>
                  </a:lnTo>
                  <a:lnTo>
                    <a:pt x="80" y="10"/>
                  </a:lnTo>
                  <a:lnTo>
                    <a:pt x="118" y="8"/>
                  </a:lnTo>
                  <a:lnTo>
                    <a:pt x="134" y="2"/>
                  </a:lnTo>
                  <a:lnTo>
                    <a:pt x="156" y="0"/>
                  </a:lnTo>
                  <a:lnTo>
                    <a:pt x="169" y="6"/>
                  </a:lnTo>
                  <a:lnTo>
                    <a:pt x="165" y="11"/>
                  </a:lnTo>
                  <a:lnTo>
                    <a:pt x="127" y="18"/>
                  </a:lnTo>
                  <a:lnTo>
                    <a:pt x="95" y="26"/>
                  </a:lnTo>
                  <a:lnTo>
                    <a:pt x="67" y="41"/>
                  </a:lnTo>
                  <a:lnTo>
                    <a:pt x="58" y="56"/>
                  </a:lnTo>
                  <a:lnTo>
                    <a:pt x="47" y="72"/>
                  </a:lnTo>
                  <a:lnTo>
                    <a:pt x="57" y="86"/>
                  </a:lnTo>
                  <a:lnTo>
                    <a:pt x="90" y="10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2" name="Freeform 165">
              <a:extLst>
                <a:ext uri="{FF2B5EF4-FFF2-40B4-BE49-F238E27FC236}">
                  <a16:creationId xmlns:a16="http://schemas.microsoft.com/office/drawing/2014/main" id="{14DB769F-BC16-936B-CF4B-025A54221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989" y="1427162"/>
              <a:ext cx="98425" cy="33338"/>
            </a:xfrm>
            <a:custGeom>
              <a:avLst/>
              <a:gdLst>
                <a:gd name="T0" fmla="*/ 62 w 62"/>
                <a:gd name="T1" fmla="*/ 15 h 21"/>
                <a:gd name="T2" fmla="*/ 2 w 62"/>
                <a:gd name="T3" fmla="*/ 21 h 21"/>
                <a:gd name="T4" fmla="*/ 0 w 62"/>
                <a:gd name="T5" fmla="*/ 2 h 21"/>
                <a:gd name="T6" fmla="*/ 8 w 62"/>
                <a:gd name="T7" fmla="*/ 0 h 21"/>
                <a:gd name="T8" fmla="*/ 18 w 62"/>
                <a:gd name="T9" fmla="*/ 1 h 21"/>
                <a:gd name="T10" fmla="*/ 58 w 62"/>
                <a:gd name="T11" fmla="*/ 9 h 21"/>
                <a:gd name="T12" fmla="*/ 62 w 62"/>
                <a:gd name="T13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21">
                  <a:moveTo>
                    <a:pt x="62" y="15"/>
                  </a:moveTo>
                  <a:lnTo>
                    <a:pt x="2" y="21"/>
                  </a:lnTo>
                  <a:lnTo>
                    <a:pt x="0" y="2"/>
                  </a:lnTo>
                  <a:lnTo>
                    <a:pt x="8" y="0"/>
                  </a:lnTo>
                  <a:lnTo>
                    <a:pt x="18" y="1"/>
                  </a:lnTo>
                  <a:lnTo>
                    <a:pt x="58" y="9"/>
                  </a:lnTo>
                  <a:lnTo>
                    <a:pt x="62" y="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3" name="Freeform 166">
              <a:extLst>
                <a:ext uri="{FF2B5EF4-FFF2-40B4-BE49-F238E27FC236}">
                  <a16:creationId xmlns:a16="http://schemas.microsoft.com/office/drawing/2014/main" id="{97FEA70D-027E-0431-3B07-38F998494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889" y="1393825"/>
              <a:ext cx="119063" cy="19050"/>
            </a:xfrm>
            <a:custGeom>
              <a:avLst/>
              <a:gdLst>
                <a:gd name="T0" fmla="*/ 72 w 75"/>
                <a:gd name="T1" fmla="*/ 5 h 12"/>
                <a:gd name="T2" fmla="*/ 58 w 75"/>
                <a:gd name="T3" fmla="*/ 7 h 12"/>
                <a:gd name="T4" fmla="*/ 48 w 75"/>
                <a:gd name="T5" fmla="*/ 8 h 12"/>
                <a:gd name="T6" fmla="*/ 48 w 75"/>
                <a:gd name="T7" fmla="*/ 10 h 12"/>
                <a:gd name="T8" fmla="*/ 36 w 75"/>
                <a:gd name="T9" fmla="*/ 12 h 12"/>
                <a:gd name="T10" fmla="*/ 22 w 75"/>
                <a:gd name="T11" fmla="*/ 9 h 12"/>
                <a:gd name="T12" fmla="*/ 26 w 75"/>
                <a:gd name="T13" fmla="*/ 5 h 12"/>
                <a:gd name="T14" fmla="*/ 0 w 75"/>
                <a:gd name="T15" fmla="*/ 5 h 12"/>
                <a:gd name="T16" fmla="*/ 21 w 75"/>
                <a:gd name="T17" fmla="*/ 2 h 12"/>
                <a:gd name="T18" fmla="*/ 38 w 75"/>
                <a:gd name="T19" fmla="*/ 2 h 12"/>
                <a:gd name="T20" fmla="*/ 43 w 75"/>
                <a:gd name="T21" fmla="*/ 5 h 12"/>
                <a:gd name="T22" fmla="*/ 47 w 75"/>
                <a:gd name="T23" fmla="*/ 2 h 12"/>
                <a:gd name="T24" fmla="*/ 56 w 75"/>
                <a:gd name="T25" fmla="*/ 0 h 12"/>
                <a:gd name="T26" fmla="*/ 75 w 75"/>
                <a:gd name="T27" fmla="*/ 3 h 12"/>
                <a:gd name="T28" fmla="*/ 72 w 75"/>
                <a:gd name="T29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5" h="12">
                  <a:moveTo>
                    <a:pt x="72" y="5"/>
                  </a:moveTo>
                  <a:lnTo>
                    <a:pt x="58" y="7"/>
                  </a:lnTo>
                  <a:lnTo>
                    <a:pt x="48" y="8"/>
                  </a:lnTo>
                  <a:lnTo>
                    <a:pt x="48" y="10"/>
                  </a:lnTo>
                  <a:lnTo>
                    <a:pt x="36" y="12"/>
                  </a:lnTo>
                  <a:lnTo>
                    <a:pt x="22" y="9"/>
                  </a:lnTo>
                  <a:lnTo>
                    <a:pt x="26" y="5"/>
                  </a:lnTo>
                  <a:lnTo>
                    <a:pt x="0" y="5"/>
                  </a:lnTo>
                  <a:lnTo>
                    <a:pt x="21" y="2"/>
                  </a:lnTo>
                  <a:lnTo>
                    <a:pt x="38" y="2"/>
                  </a:lnTo>
                  <a:lnTo>
                    <a:pt x="43" y="5"/>
                  </a:lnTo>
                  <a:lnTo>
                    <a:pt x="47" y="2"/>
                  </a:lnTo>
                  <a:lnTo>
                    <a:pt x="56" y="0"/>
                  </a:lnTo>
                  <a:lnTo>
                    <a:pt x="75" y="3"/>
                  </a:lnTo>
                  <a:lnTo>
                    <a:pt x="72" y="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4" name="Freeform 167">
              <a:extLst>
                <a:ext uri="{FF2B5EF4-FFF2-40B4-BE49-F238E27FC236}">
                  <a16:creationId xmlns:a16="http://schemas.microsoft.com/office/drawing/2014/main" id="{91D9B36D-D027-80E4-50D2-4527B1A09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264" y="1387475"/>
              <a:ext cx="198438" cy="53975"/>
            </a:xfrm>
            <a:custGeom>
              <a:avLst/>
              <a:gdLst>
                <a:gd name="T0" fmla="*/ 125 w 125"/>
                <a:gd name="T1" fmla="*/ 32 h 34"/>
                <a:gd name="T2" fmla="*/ 102 w 125"/>
                <a:gd name="T3" fmla="*/ 34 h 34"/>
                <a:gd name="T4" fmla="*/ 65 w 125"/>
                <a:gd name="T5" fmla="*/ 30 h 34"/>
                <a:gd name="T6" fmla="*/ 39 w 125"/>
                <a:gd name="T7" fmla="*/ 24 h 34"/>
                <a:gd name="T8" fmla="*/ 19 w 125"/>
                <a:gd name="T9" fmla="*/ 15 h 34"/>
                <a:gd name="T10" fmla="*/ 0 w 125"/>
                <a:gd name="T11" fmla="*/ 12 h 34"/>
                <a:gd name="T12" fmla="*/ 19 w 125"/>
                <a:gd name="T13" fmla="*/ 3 h 34"/>
                <a:gd name="T14" fmla="*/ 39 w 125"/>
                <a:gd name="T15" fmla="*/ 0 h 34"/>
                <a:gd name="T16" fmla="*/ 70 w 125"/>
                <a:gd name="T17" fmla="*/ 7 h 34"/>
                <a:gd name="T18" fmla="*/ 113 w 125"/>
                <a:gd name="T19" fmla="*/ 19 h 34"/>
                <a:gd name="T20" fmla="*/ 125 w 125"/>
                <a:gd name="T21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" h="34">
                  <a:moveTo>
                    <a:pt x="125" y="32"/>
                  </a:moveTo>
                  <a:lnTo>
                    <a:pt x="102" y="34"/>
                  </a:lnTo>
                  <a:lnTo>
                    <a:pt x="65" y="30"/>
                  </a:lnTo>
                  <a:lnTo>
                    <a:pt x="39" y="24"/>
                  </a:lnTo>
                  <a:lnTo>
                    <a:pt x="19" y="15"/>
                  </a:lnTo>
                  <a:lnTo>
                    <a:pt x="0" y="12"/>
                  </a:lnTo>
                  <a:lnTo>
                    <a:pt x="19" y="3"/>
                  </a:lnTo>
                  <a:lnTo>
                    <a:pt x="39" y="0"/>
                  </a:lnTo>
                  <a:lnTo>
                    <a:pt x="70" y="7"/>
                  </a:lnTo>
                  <a:lnTo>
                    <a:pt x="113" y="19"/>
                  </a:lnTo>
                  <a:lnTo>
                    <a:pt x="125" y="3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5" name="Freeform 168">
              <a:extLst>
                <a:ext uri="{FF2B5EF4-FFF2-40B4-BE49-F238E27FC236}">
                  <a16:creationId xmlns:a16="http://schemas.microsoft.com/office/drawing/2014/main" id="{7137DA79-FABB-BFCC-F05E-1D8A99B20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1577" y="3946525"/>
              <a:ext cx="52388" cy="58738"/>
            </a:xfrm>
            <a:custGeom>
              <a:avLst/>
              <a:gdLst>
                <a:gd name="T0" fmla="*/ 25 w 33"/>
                <a:gd name="T1" fmla="*/ 0 h 37"/>
                <a:gd name="T2" fmla="*/ 33 w 33"/>
                <a:gd name="T3" fmla="*/ 12 h 37"/>
                <a:gd name="T4" fmla="*/ 31 w 33"/>
                <a:gd name="T5" fmla="*/ 24 h 37"/>
                <a:gd name="T6" fmla="*/ 26 w 33"/>
                <a:gd name="T7" fmla="*/ 27 h 37"/>
                <a:gd name="T8" fmla="*/ 16 w 33"/>
                <a:gd name="T9" fmla="*/ 25 h 37"/>
                <a:gd name="T10" fmla="*/ 11 w 33"/>
                <a:gd name="T11" fmla="*/ 37 h 37"/>
                <a:gd name="T12" fmla="*/ 0 w 33"/>
                <a:gd name="T13" fmla="*/ 35 h 37"/>
                <a:gd name="T14" fmla="*/ 1 w 33"/>
                <a:gd name="T15" fmla="*/ 24 h 37"/>
                <a:gd name="T16" fmla="*/ 4 w 33"/>
                <a:gd name="T17" fmla="*/ 22 h 37"/>
                <a:gd name="T18" fmla="*/ 4 w 33"/>
                <a:gd name="T19" fmla="*/ 10 h 37"/>
                <a:gd name="T20" fmla="*/ 10 w 33"/>
                <a:gd name="T21" fmla="*/ 4 h 37"/>
                <a:gd name="T22" fmla="*/ 14 w 33"/>
                <a:gd name="T23" fmla="*/ 6 h 37"/>
                <a:gd name="T24" fmla="*/ 25 w 33"/>
                <a:gd name="T2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7">
                  <a:moveTo>
                    <a:pt x="25" y="0"/>
                  </a:moveTo>
                  <a:lnTo>
                    <a:pt x="33" y="12"/>
                  </a:lnTo>
                  <a:lnTo>
                    <a:pt x="31" y="24"/>
                  </a:lnTo>
                  <a:lnTo>
                    <a:pt x="26" y="27"/>
                  </a:lnTo>
                  <a:lnTo>
                    <a:pt x="16" y="25"/>
                  </a:lnTo>
                  <a:lnTo>
                    <a:pt x="11" y="37"/>
                  </a:lnTo>
                  <a:lnTo>
                    <a:pt x="0" y="35"/>
                  </a:lnTo>
                  <a:lnTo>
                    <a:pt x="1" y="24"/>
                  </a:lnTo>
                  <a:lnTo>
                    <a:pt x="4" y="22"/>
                  </a:lnTo>
                  <a:lnTo>
                    <a:pt x="4" y="10"/>
                  </a:lnTo>
                  <a:lnTo>
                    <a:pt x="10" y="4"/>
                  </a:lnTo>
                  <a:lnTo>
                    <a:pt x="14" y="6"/>
                  </a:lnTo>
                  <a:lnTo>
                    <a:pt x="25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6" name="Freeform 169">
              <a:extLst>
                <a:ext uri="{FF2B5EF4-FFF2-40B4-BE49-F238E27FC236}">
                  <a16:creationId xmlns:a16="http://schemas.microsoft.com/office/drawing/2014/main" id="{51BDCF93-383F-A054-325D-FD9CE57E5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489" y="2997200"/>
              <a:ext cx="244475" cy="219075"/>
            </a:xfrm>
            <a:custGeom>
              <a:avLst/>
              <a:gdLst>
                <a:gd name="T0" fmla="*/ 151 w 154"/>
                <a:gd name="T1" fmla="*/ 11 h 138"/>
                <a:gd name="T2" fmla="*/ 151 w 154"/>
                <a:gd name="T3" fmla="*/ 0 h 138"/>
                <a:gd name="T4" fmla="*/ 154 w 154"/>
                <a:gd name="T5" fmla="*/ 0 h 138"/>
                <a:gd name="T6" fmla="*/ 154 w 154"/>
                <a:gd name="T7" fmla="*/ 1 h 138"/>
                <a:gd name="T8" fmla="*/ 153 w 154"/>
                <a:gd name="T9" fmla="*/ 5 h 138"/>
                <a:gd name="T10" fmla="*/ 153 w 154"/>
                <a:gd name="T11" fmla="*/ 37 h 138"/>
                <a:gd name="T12" fmla="*/ 94 w 154"/>
                <a:gd name="T13" fmla="*/ 36 h 138"/>
                <a:gd name="T14" fmla="*/ 93 w 154"/>
                <a:gd name="T15" fmla="*/ 89 h 138"/>
                <a:gd name="T16" fmla="*/ 77 w 154"/>
                <a:gd name="T17" fmla="*/ 91 h 138"/>
                <a:gd name="T18" fmla="*/ 72 w 154"/>
                <a:gd name="T19" fmla="*/ 101 h 138"/>
                <a:gd name="T20" fmla="*/ 75 w 154"/>
                <a:gd name="T21" fmla="*/ 131 h 138"/>
                <a:gd name="T22" fmla="*/ 4 w 154"/>
                <a:gd name="T23" fmla="*/ 131 h 138"/>
                <a:gd name="T24" fmla="*/ 0 w 154"/>
                <a:gd name="T25" fmla="*/ 138 h 138"/>
                <a:gd name="T26" fmla="*/ 1 w 154"/>
                <a:gd name="T27" fmla="*/ 129 h 138"/>
                <a:gd name="T28" fmla="*/ 1 w 154"/>
                <a:gd name="T29" fmla="*/ 129 h 138"/>
                <a:gd name="T30" fmla="*/ 42 w 154"/>
                <a:gd name="T31" fmla="*/ 128 h 138"/>
                <a:gd name="T32" fmla="*/ 44 w 154"/>
                <a:gd name="T33" fmla="*/ 120 h 138"/>
                <a:gd name="T34" fmla="*/ 52 w 154"/>
                <a:gd name="T35" fmla="*/ 111 h 138"/>
                <a:gd name="T36" fmla="*/ 59 w 154"/>
                <a:gd name="T37" fmla="*/ 82 h 138"/>
                <a:gd name="T38" fmla="*/ 84 w 154"/>
                <a:gd name="T39" fmla="*/ 60 h 138"/>
                <a:gd name="T40" fmla="*/ 93 w 154"/>
                <a:gd name="T41" fmla="*/ 34 h 138"/>
                <a:gd name="T42" fmla="*/ 99 w 154"/>
                <a:gd name="T43" fmla="*/ 32 h 138"/>
                <a:gd name="T44" fmla="*/ 105 w 154"/>
                <a:gd name="T45" fmla="*/ 16 h 138"/>
                <a:gd name="T46" fmla="*/ 120 w 154"/>
                <a:gd name="T47" fmla="*/ 14 h 138"/>
                <a:gd name="T48" fmla="*/ 126 w 154"/>
                <a:gd name="T49" fmla="*/ 16 h 138"/>
                <a:gd name="T50" fmla="*/ 134 w 154"/>
                <a:gd name="T51" fmla="*/ 16 h 138"/>
                <a:gd name="T52" fmla="*/ 140 w 154"/>
                <a:gd name="T53" fmla="*/ 12 h 138"/>
                <a:gd name="T54" fmla="*/ 151 w 154"/>
                <a:gd name="T55" fmla="*/ 11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4" h="138">
                  <a:moveTo>
                    <a:pt x="151" y="11"/>
                  </a:moveTo>
                  <a:lnTo>
                    <a:pt x="151" y="0"/>
                  </a:lnTo>
                  <a:lnTo>
                    <a:pt x="154" y="0"/>
                  </a:lnTo>
                  <a:lnTo>
                    <a:pt x="154" y="1"/>
                  </a:lnTo>
                  <a:lnTo>
                    <a:pt x="153" y="5"/>
                  </a:lnTo>
                  <a:lnTo>
                    <a:pt x="153" y="37"/>
                  </a:lnTo>
                  <a:lnTo>
                    <a:pt x="94" y="36"/>
                  </a:lnTo>
                  <a:lnTo>
                    <a:pt x="93" y="89"/>
                  </a:lnTo>
                  <a:lnTo>
                    <a:pt x="77" y="91"/>
                  </a:lnTo>
                  <a:lnTo>
                    <a:pt x="72" y="101"/>
                  </a:lnTo>
                  <a:lnTo>
                    <a:pt x="75" y="131"/>
                  </a:lnTo>
                  <a:lnTo>
                    <a:pt x="4" y="131"/>
                  </a:lnTo>
                  <a:lnTo>
                    <a:pt x="0" y="138"/>
                  </a:lnTo>
                  <a:lnTo>
                    <a:pt x="1" y="129"/>
                  </a:lnTo>
                  <a:lnTo>
                    <a:pt x="1" y="129"/>
                  </a:lnTo>
                  <a:lnTo>
                    <a:pt x="42" y="128"/>
                  </a:lnTo>
                  <a:lnTo>
                    <a:pt x="44" y="120"/>
                  </a:lnTo>
                  <a:lnTo>
                    <a:pt x="52" y="111"/>
                  </a:lnTo>
                  <a:lnTo>
                    <a:pt x="59" y="82"/>
                  </a:lnTo>
                  <a:lnTo>
                    <a:pt x="84" y="60"/>
                  </a:lnTo>
                  <a:lnTo>
                    <a:pt x="93" y="34"/>
                  </a:lnTo>
                  <a:lnTo>
                    <a:pt x="99" y="32"/>
                  </a:lnTo>
                  <a:lnTo>
                    <a:pt x="105" y="16"/>
                  </a:lnTo>
                  <a:lnTo>
                    <a:pt x="120" y="14"/>
                  </a:lnTo>
                  <a:lnTo>
                    <a:pt x="126" y="16"/>
                  </a:lnTo>
                  <a:lnTo>
                    <a:pt x="134" y="16"/>
                  </a:lnTo>
                  <a:lnTo>
                    <a:pt x="140" y="12"/>
                  </a:lnTo>
                  <a:lnTo>
                    <a:pt x="151" y="1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7" name="Freeform 170">
              <a:extLst>
                <a:ext uri="{FF2B5EF4-FFF2-40B4-BE49-F238E27FC236}">
                  <a16:creationId xmlns:a16="http://schemas.microsoft.com/office/drawing/2014/main" id="{600749AB-8B54-D203-55F2-4C4BA3F6C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8577" y="2849562"/>
              <a:ext cx="614363" cy="520700"/>
            </a:xfrm>
            <a:custGeom>
              <a:avLst/>
              <a:gdLst>
                <a:gd name="T0" fmla="*/ 161 w 387"/>
                <a:gd name="T1" fmla="*/ 319 h 328"/>
                <a:gd name="T2" fmla="*/ 153 w 387"/>
                <a:gd name="T3" fmla="*/ 304 h 328"/>
                <a:gd name="T4" fmla="*/ 132 w 387"/>
                <a:gd name="T5" fmla="*/ 280 h 328"/>
                <a:gd name="T6" fmla="*/ 113 w 387"/>
                <a:gd name="T7" fmla="*/ 248 h 328"/>
                <a:gd name="T8" fmla="*/ 91 w 387"/>
                <a:gd name="T9" fmla="*/ 225 h 328"/>
                <a:gd name="T10" fmla="*/ 88 w 387"/>
                <a:gd name="T11" fmla="*/ 198 h 328"/>
                <a:gd name="T12" fmla="*/ 67 w 387"/>
                <a:gd name="T13" fmla="*/ 167 h 328"/>
                <a:gd name="T14" fmla="*/ 50 w 387"/>
                <a:gd name="T15" fmla="*/ 151 h 328"/>
                <a:gd name="T16" fmla="*/ 45 w 387"/>
                <a:gd name="T17" fmla="*/ 135 h 328"/>
                <a:gd name="T18" fmla="*/ 31 w 387"/>
                <a:gd name="T19" fmla="*/ 115 h 328"/>
                <a:gd name="T20" fmla="*/ 9 w 387"/>
                <a:gd name="T21" fmla="*/ 84 h 328"/>
                <a:gd name="T22" fmla="*/ 2 w 387"/>
                <a:gd name="T23" fmla="*/ 73 h 328"/>
                <a:gd name="T24" fmla="*/ 3 w 387"/>
                <a:gd name="T25" fmla="*/ 58 h 328"/>
                <a:gd name="T26" fmla="*/ 30 w 387"/>
                <a:gd name="T27" fmla="*/ 55 h 328"/>
                <a:gd name="T28" fmla="*/ 47 w 387"/>
                <a:gd name="T29" fmla="*/ 44 h 328"/>
                <a:gd name="T30" fmla="*/ 54 w 387"/>
                <a:gd name="T31" fmla="*/ 34 h 328"/>
                <a:gd name="T32" fmla="*/ 69 w 387"/>
                <a:gd name="T33" fmla="*/ 3 h 328"/>
                <a:gd name="T34" fmla="*/ 93 w 387"/>
                <a:gd name="T35" fmla="*/ 5 h 328"/>
                <a:gd name="T36" fmla="*/ 176 w 387"/>
                <a:gd name="T37" fmla="*/ 61 h 328"/>
                <a:gd name="T38" fmla="*/ 225 w 387"/>
                <a:gd name="T39" fmla="*/ 65 h 328"/>
                <a:gd name="T40" fmla="*/ 243 w 387"/>
                <a:gd name="T41" fmla="*/ 74 h 328"/>
                <a:gd name="T42" fmla="*/ 261 w 387"/>
                <a:gd name="T43" fmla="*/ 97 h 328"/>
                <a:gd name="T44" fmla="*/ 278 w 387"/>
                <a:gd name="T45" fmla="*/ 113 h 328"/>
                <a:gd name="T46" fmla="*/ 279 w 387"/>
                <a:gd name="T47" fmla="*/ 128 h 328"/>
                <a:gd name="T48" fmla="*/ 288 w 387"/>
                <a:gd name="T49" fmla="*/ 141 h 328"/>
                <a:gd name="T50" fmla="*/ 294 w 387"/>
                <a:gd name="T51" fmla="*/ 153 h 328"/>
                <a:gd name="T52" fmla="*/ 305 w 387"/>
                <a:gd name="T53" fmla="*/ 156 h 328"/>
                <a:gd name="T54" fmla="*/ 310 w 387"/>
                <a:gd name="T55" fmla="*/ 169 h 328"/>
                <a:gd name="T56" fmla="*/ 374 w 387"/>
                <a:gd name="T57" fmla="*/ 200 h 328"/>
                <a:gd name="T58" fmla="*/ 387 w 387"/>
                <a:gd name="T59" fmla="*/ 210 h 328"/>
                <a:gd name="T60" fmla="*/ 327 w 387"/>
                <a:gd name="T61" fmla="*/ 273 h 328"/>
                <a:gd name="T62" fmla="*/ 259 w 387"/>
                <a:gd name="T63" fmla="*/ 290 h 328"/>
                <a:gd name="T64" fmla="*/ 239 w 387"/>
                <a:gd name="T65" fmla="*/ 315 h 328"/>
                <a:gd name="T66" fmla="*/ 227 w 387"/>
                <a:gd name="T67" fmla="*/ 309 h 328"/>
                <a:gd name="T68" fmla="*/ 206 w 387"/>
                <a:gd name="T69" fmla="*/ 305 h 328"/>
                <a:gd name="T70" fmla="*/ 181 w 387"/>
                <a:gd name="T71" fmla="*/ 308 h 328"/>
                <a:gd name="T72" fmla="*/ 169 w 387"/>
                <a:gd name="T73" fmla="*/ 312 h 328"/>
                <a:gd name="T74" fmla="*/ 163 w 387"/>
                <a:gd name="T75" fmla="*/ 32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7" h="328">
                  <a:moveTo>
                    <a:pt x="163" y="328"/>
                  </a:moveTo>
                  <a:lnTo>
                    <a:pt x="161" y="319"/>
                  </a:lnTo>
                  <a:lnTo>
                    <a:pt x="155" y="313"/>
                  </a:lnTo>
                  <a:lnTo>
                    <a:pt x="153" y="304"/>
                  </a:lnTo>
                  <a:lnTo>
                    <a:pt x="143" y="297"/>
                  </a:lnTo>
                  <a:lnTo>
                    <a:pt x="132" y="280"/>
                  </a:lnTo>
                  <a:lnTo>
                    <a:pt x="126" y="263"/>
                  </a:lnTo>
                  <a:lnTo>
                    <a:pt x="113" y="248"/>
                  </a:lnTo>
                  <a:lnTo>
                    <a:pt x="104" y="245"/>
                  </a:lnTo>
                  <a:lnTo>
                    <a:pt x="91" y="225"/>
                  </a:lnTo>
                  <a:lnTo>
                    <a:pt x="88" y="211"/>
                  </a:lnTo>
                  <a:lnTo>
                    <a:pt x="88" y="198"/>
                  </a:lnTo>
                  <a:lnTo>
                    <a:pt x="76" y="175"/>
                  </a:lnTo>
                  <a:lnTo>
                    <a:pt x="67" y="167"/>
                  </a:lnTo>
                  <a:lnTo>
                    <a:pt x="57" y="163"/>
                  </a:lnTo>
                  <a:lnTo>
                    <a:pt x="50" y="151"/>
                  </a:lnTo>
                  <a:lnTo>
                    <a:pt x="51" y="146"/>
                  </a:lnTo>
                  <a:lnTo>
                    <a:pt x="45" y="135"/>
                  </a:lnTo>
                  <a:lnTo>
                    <a:pt x="39" y="131"/>
                  </a:lnTo>
                  <a:lnTo>
                    <a:pt x="31" y="115"/>
                  </a:lnTo>
                  <a:lnTo>
                    <a:pt x="19" y="99"/>
                  </a:lnTo>
                  <a:lnTo>
                    <a:pt x="9" y="84"/>
                  </a:lnTo>
                  <a:lnTo>
                    <a:pt x="0" y="85"/>
                  </a:lnTo>
                  <a:lnTo>
                    <a:pt x="2" y="73"/>
                  </a:lnTo>
                  <a:lnTo>
                    <a:pt x="2" y="66"/>
                  </a:lnTo>
                  <a:lnTo>
                    <a:pt x="3" y="58"/>
                  </a:lnTo>
                  <a:lnTo>
                    <a:pt x="23" y="61"/>
                  </a:lnTo>
                  <a:lnTo>
                    <a:pt x="30" y="55"/>
                  </a:lnTo>
                  <a:lnTo>
                    <a:pt x="34" y="47"/>
                  </a:lnTo>
                  <a:lnTo>
                    <a:pt x="47" y="44"/>
                  </a:lnTo>
                  <a:lnTo>
                    <a:pt x="49" y="37"/>
                  </a:lnTo>
                  <a:lnTo>
                    <a:pt x="54" y="34"/>
                  </a:lnTo>
                  <a:lnTo>
                    <a:pt x="35" y="13"/>
                  </a:lnTo>
                  <a:lnTo>
                    <a:pt x="69" y="3"/>
                  </a:lnTo>
                  <a:lnTo>
                    <a:pt x="72" y="0"/>
                  </a:lnTo>
                  <a:lnTo>
                    <a:pt x="93" y="5"/>
                  </a:lnTo>
                  <a:lnTo>
                    <a:pt x="121" y="20"/>
                  </a:lnTo>
                  <a:lnTo>
                    <a:pt x="176" y="61"/>
                  </a:lnTo>
                  <a:lnTo>
                    <a:pt x="209" y="63"/>
                  </a:lnTo>
                  <a:lnTo>
                    <a:pt x="225" y="65"/>
                  </a:lnTo>
                  <a:lnTo>
                    <a:pt x="230" y="75"/>
                  </a:lnTo>
                  <a:lnTo>
                    <a:pt x="243" y="74"/>
                  </a:lnTo>
                  <a:lnTo>
                    <a:pt x="252" y="92"/>
                  </a:lnTo>
                  <a:lnTo>
                    <a:pt x="261" y="97"/>
                  </a:lnTo>
                  <a:lnTo>
                    <a:pt x="265" y="104"/>
                  </a:lnTo>
                  <a:lnTo>
                    <a:pt x="278" y="113"/>
                  </a:lnTo>
                  <a:lnTo>
                    <a:pt x="280" y="121"/>
                  </a:lnTo>
                  <a:lnTo>
                    <a:pt x="279" y="128"/>
                  </a:lnTo>
                  <a:lnTo>
                    <a:pt x="282" y="135"/>
                  </a:lnTo>
                  <a:lnTo>
                    <a:pt x="288" y="141"/>
                  </a:lnTo>
                  <a:lnTo>
                    <a:pt x="291" y="148"/>
                  </a:lnTo>
                  <a:lnTo>
                    <a:pt x="294" y="153"/>
                  </a:lnTo>
                  <a:lnTo>
                    <a:pt x="300" y="157"/>
                  </a:lnTo>
                  <a:lnTo>
                    <a:pt x="305" y="156"/>
                  </a:lnTo>
                  <a:lnTo>
                    <a:pt x="309" y="164"/>
                  </a:lnTo>
                  <a:lnTo>
                    <a:pt x="310" y="169"/>
                  </a:lnTo>
                  <a:lnTo>
                    <a:pt x="319" y="190"/>
                  </a:lnTo>
                  <a:lnTo>
                    <a:pt x="374" y="200"/>
                  </a:lnTo>
                  <a:lnTo>
                    <a:pt x="378" y="196"/>
                  </a:lnTo>
                  <a:lnTo>
                    <a:pt x="387" y="210"/>
                  </a:lnTo>
                  <a:lnTo>
                    <a:pt x="379" y="252"/>
                  </a:lnTo>
                  <a:lnTo>
                    <a:pt x="327" y="273"/>
                  </a:lnTo>
                  <a:lnTo>
                    <a:pt x="275" y="281"/>
                  </a:lnTo>
                  <a:lnTo>
                    <a:pt x="259" y="290"/>
                  </a:lnTo>
                  <a:lnTo>
                    <a:pt x="247" y="312"/>
                  </a:lnTo>
                  <a:lnTo>
                    <a:pt x="239" y="315"/>
                  </a:lnTo>
                  <a:lnTo>
                    <a:pt x="234" y="308"/>
                  </a:lnTo>
                  <a:lnTo>
                    <a:pt x="227" y="309"/>
                  </a:lnTo>
                  <a:lnTo>
                    <a:pt x="210" y="307"/>
                  </a:lnTo>
                  <a:lnTo>
                    <a:pt x="206" y="305"/>
                  </a:lnTo>
                  <a:lnTo>
                    <a:pt x="185" y="306"/>
                  </a:lnTo>
                  <a:lnTo>
                    <a:pt x="181" y="308"/>
                  </a:lnTo>
                  <a:lnTo>
                    <a:pt x="173" y="302"/>
                  </a:lnTo>
                  <a:lnTo>
                    <a:pt x="169" y="312"/>
                  </a:lnTo>
                  <a:lnTo>
                    <a:pt x="171" y="321"/>
                  </a:lnTo>
                  <a:lnTo>
                    <a:pt x="163" y="32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8" name="Freeform 171">
              <a:extLst>
                <a:ext uri="{FF2B5EF4-FFF2-40B4-BE49-F238E27FC236}">
                  <a16:creationId xmlns:a16="http://schemas.microsoft.com/office/drawing/2014/main" id="{0EC8F94B-A75D-8464-65CC-4C6DE8B97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439" y="3182937"/>
              <a:ext cx="468313" cy="441325"/>
            </a:xfrm>
            <a:custGeom>
              <a:avLst/>
              <a:gdLst>
                <a:gd name="T0" fmla="*/ 218 w 295"/>
                <a:gd name="T1" fmla="*/ 260 h 278"/>
                <a:gd name="T2" fmla="*/ 216 w 295"/>
                <a:gd name="T3" fmla="*/ 243 h 278"/>
                <a:gd name="T4" fmla="*/ 204 w 295"/>
                <a:gd name="T5" fmla="*/ 220 h 278"/>
                <a:gd name="T6" fmla="*/ 197 w 295"/>
                <a:gd name="T7" fmla="*/ 203 h 278"/>
                <a:gd name="T8" fmla="*/ 185 w 295"/>
                <a:gd name="T9" fmla="*/ 209 h 278"/>
                <a:gd name="T10" fmla="*/ 192 w 295"/>
                <a:gd name="T11" fmla="*/ 227 h 278"/>
                <a:gd name="T12" fmla="*/ 173 w 295"/>
                <a:gd name="T13" fmla="*/ 254 h 278"/>
                <a:gd name="T14" fmla="*/ 148 w 295"/>
                <a:gd name="T15" fmla="*/ 244 h 278"/>
                <a:gd name="T16" fmla="*/ 139 w 295"/>
                <a:gd name="T17" fmla="*/ 254 h 278"/>
                <a:gd name="T18" fmla="*/ 130 w 295"/>
                <a:gd name="T19" fmla="*/ 262 h 278"/>
                <a:gd name="T20" fmla="*/ 109 w 295"/>
                <a:gd name="T21" fmla="*/ 258 h 278"/>
                <a:gd name="T22" fmla="*/ 89 w 295"/>
                <a:gd name="T23" fmla="*/ 261 h 278"/>
                <a:gd name="T24" fmla="*/ 74 w 295"/>
                <a:gd name="T25" fmla="*/ 247 h 278"/>
                <a:gd name="T26" fmla="*/ 58 w 295"/>
                <a:gd name="T27" fmla="*/ 244 h 278"/>
                <a:gd name="T28" fmla="*/ 49 w 295"/>
                <a:gd name="T29" fmla="*/ 272 h 278"/>
                <a:gd name="T30" fmla="*/ 37 w 295"/>
                <a:gd name="T31" fmla="*/ 278 h 278"/>
                <a:gd name="T32" fmla="*/ 29 w 295"/>
                <a:gd name="T33" fmla="*/ 271 h 278"/>
                <a:gd name="T34" fmla="*/ 30 w 295"/>
                <a:gd name="T35" fmla="*/ 256 h 278"/>
                <a:gd name="T36" fmla="*/ 20 w 295"/>
                <a:gd name="T37" fmla="*/ 235 h 278"/>
                <a:gd name="T38" fmla="*/ 17 w 295"/>
                <a:gd name="T39" fmla="*/ 221 h 278"/>
                <a:gd name="T40" fmla="*/ 10 w 295"/>
                <a:gd name="T41" fmla="*/ 203 h 278"/>
                <a:gd name="T42" fmla="*/ 0 w 295"/>
                <a:gd name="T43" fmla="*/ 196 h 278"/>
                <a:gd name="T44" fmla="*/ 6 w 295"/>
                <a:gd name="T45" fmla="*/ 180 h 278"/>
                <a:gd name="T46" fmla="*/ 9 w 295"/>
                <a:gd name="T47" fmla="*/ 165 h 278"/>
                <a:gd name="T48" fmla="*/ 10 w 295"/>
                <a:gd name="T49" fmla="*/ 147 h 278"/>
                <a:gd name="T50" fmla="*/ 34 w 295"/>
                <a:gd name="T51" fmla="*/ 133 h 278"/>
                <a:gd name="T52" fmla="*/ 30 w 295"/>
                <a:gd name="T53" fmla="*/ 42 h 278"/>
                <a:gd name="T54" fmla="*/ 49 w 295"/>
                <a:gd name="T55" fmla="*/ 0 h 278"/>
                <a:gd name="T56" fmla="*/ 191 w 295"/>
                <a:gd name="T57" fmla="*/ 0 h 278"/>
                <a:gd name="T58" fmla="*/ 269 w 295"/>
                <a:gd name="T59" fmla="*/ 21 h 278"/>
                <a:gd name="T60" fmla="*/ 270 w 295"/>
                <a:gd name="T61" fmla="*/ 46 h 278"/>
                <a:gd name="T62" fmla="*/ 285 w 295"/>
                <a:gd name="T63" fmla="*/ 76 h 278"/>
                <a:gd name="T64" fmla="*/ 287 w 295"/>
                <a:gd name="T65" fmla="*/ 95 h 278"/>
                <a:gd name="T66" fmla="*/ 268 w 295"/>
                <a:gd name="T67" fmla="*/ 105 h 278"/>
                <a:gd name="T68" fmla="*/ 260 w 295"/>
                <a:gd name="T69" fmla="*/ 149 h 278"/>
                <a:gd name="T70" fmla="*/ 260 w 295"/>
                <a:gd name="T71" fmla="*/ 175 h 278"/>
                <a:gd name="T72" fmla="*/ 243 w 295"/>
                <a:gd name="T73" fmla="*/ 206 h 278"/>
                <a:gd name="T74" fmla="*/ 234 w 295"/>
                <a:gd name="T75" fmla="*/ 231 h 278"/>
                <a:gd name="T76" fmla="*/ 221 w 295"/>
                <a:gd name="T77" fmla="*/ 25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5" h="278">
                  <a:moveTo>
                    <a:pt x="221" y="261"/>
                  </a:moveTo>
                  <a:lnTo>
                    <a:pt x="218" y="260"/>
                  </a:lnTo>
                  <a:lnTo>
                    <a:pt x="218" y="250"/>
                  </a:lnTo>
                  <a:lnTo>
                    <a:pt x="216" y="243"/>
                  </a:lnTo>
                  <a:lnTo>
                    <a:pt x="207" y="235"/>
                  </a:lnTo>
                  <a:lnTo>
                    <a:pt x="204" y="220"/>
                  </a:lnTo>
                  <a:lnTo>
                    <a:pt x="206" y="204"/>
                  </a:lnTo>
                  <a:lnTo>
                    <a:pt x="197" y="203"/>
                  </a:lnTo>
                  <a:lnTo>
                    <a:pt x="196" y="208"/>
                  </a:lnTo>
                  <a:lnTo>
                    <a:pt x="185" y="209"/>
                  </a:lnTo>
                  <a:lnTo>
                    <a:pt x="190" y="215"/>
                  </a:lnTo>
                  <a:lnTo>
                    <a:pt x="192" y="227"/>
                  </a:lnTo>
                  <a:lnTo>
                    <a:pt x="182" y="239"/>
                  </a:lnTo>
                  <a:lnTo>
                    <a:pt x="173" y="254"/>
                  </a:lnTo>
                  <a:lnTo>
                    <a:pt x="164" y="256"/>
                  </a:lnTo>
                  <a:lnTo>
                    <a:pt x="148" y="244"/>
                  </a:lnTo>
                  <a:lnTo>
                    <a:pt x="141" y="248"/>
                  </a:lnTo>
                  <a:lnTo>
                    <a:pt x="139" y="254"/>
                  </a:lnTo>
                  <a:lnTo>
                    <a:pt x="130" y="258"/>
                  </a:lnTo>
                  <a:lnTo>
                    <a:pt x="130" y="262"/>
                  </a:lnTo>
                  <a:lnTo>
                    <a:pt x="111" y="262"/>
                  </a:lnTo>
                  <a:lnTo>
                    <a:pt x="109" y="258"/>
                  </a:lnTo>
                  <a:lnTo>
                    <a:pt x="95" y="257"/>
                  </a:lnTo>
                  <a:lnTo>
                    <a:pt x="89" y="261"/>
                  </a:lnTo>
                  <a:lnTo>
                    <a:pt x="84" y="259"/>
                  </a:lnTo>
                  <a:lnTo>
                    <a:pt x="74" y="247"/>
                  </a:lnTo>
                  <a:lnTo>
                    <a:pt x="71" y="241"/>
                  </a:lnTo>
                  <a:lnTo>
                    <a:pt x="58" y="244"/>
                  </a:lnTo>
                  <a:lnTo>
                    <a:pt x="53" y="254"/>
                  </a:lnTo>
                  <a:lnTo>
                    <a:pt x="49" y="272"/>
                  </a:lnTo>
                  <a:lnTo>
                    <a:pt x="42" y="276"/>
                  </a:lnTo>
                  <a:lnTo>
                    <a:pt x="37" y="278"/>
                  </a:lnTo>
                  <a:lnTo>
                    <a:pt x="35" y="277"/>
                  </a:lnTo>
                  <a:lnTo>
                    <a:pt x="29" y="271"/>
                  </a:lnTo>
                  <a:lnTo>
                    <a:pt x="28" y="265"/>
                  </a:lnTo>
                  <a:lnTo>
                    <a:pt x="30" y="256"/>
                  </a:lnTo>
                  <a:lnTo>
                    <a:pt x="30" y="248"/>
                  </a:lnTo>
                  <a:lnTo>
                    <a:pt x="20" y="235"/>
                  </a:lnTo>
                  <a:lnTo>
                    <a:pt x="17" y="226"/>
                  </a:lnTo>
                  <a:lnTo>
                    <a:pt x="17" y="221"/>
                  </a:lnTo>
                  <a:lnTo>
                    <a:pt x="10" y="215"/>
                  </a:lnTo>
                  <a:lnTo>
                    <a:pt x="10" y="203"/>
                  </a:lnTo>
                  <a:lnTo>
                    <a:pt x="6" y="195"/>
                  </a:lnTo>
                  <a:lnTo>
                    <a:pt x="0" y="196"/>
                  </a:lnTo>
                  <a:lnTo>
                    <a:pt x="1" y="188"/>
                  </a:lnTo>
                  <a:lnTo>
                    <a:pt x="6" y="180"/>
                  </a:lnTo>
                  <a:lnTo>
                    <a:pt x="4" y="171"/>
                  </a:lnTo>
                  <a:lnTo>
                    <a:pt x="9" y="165"/>
                  </a:lnTo>
                  <a:lnTo>
                    <a:pt x="6" y="160"/>
                  </a:lnTo>
                  <a:lnTo>
                    <a:pt x="10" y="147"/>
                  </a:lnTo>
                  <a:lnTo>
                    <a:pt x="18" y="132"/>
                  </a:lnTo>
                  <a:lnTo>
                    <a:pt x="34" y="133"/>
                  </a:lnTo>
                  <a:lnTo>
                    <a:pt x="30" y="51"/>
                  </a:lnTo>
                  <a:lnTo>
                    <a:pt x="30" y="42"/>
                  </a:lnTo>
                  <a:lnTo>
                    <a:pt x="51" y="42"/>
                  </a:lnTo>
                  <a:lnTo>
                    <a:pt x="49" y="0"/>
                  </a:lnTo>
                  <a:lnTo>
                    <a:pt x="121" y="0"/>
                  </a:lnTo>
                  <a:lnTo>
                    <a:pt x="191" y="0"/>
                  </a:lnTo>
                  <a:lnTo>
                    <a:pt x="262" y="0"/>
                  </a:lnTo>
                  <a:lnTo>
                    <a:pt x="269" y="21"/>
                  </a:lnTo>
                  <a:lnTo>
                    <a:pt x="266" y="24"/>
                  </a:lnTo>
                  <a:lnTo>
                    <a:pt x="270" y="46"/>
                  </a:lnTo>
                  <a:lnTo>
                    <a:pt x="278" y="71"/>
                  </a:lnTo>
                  <a:lnTo>
                    <a:pt x="285" y="76"/>
                  </a:lnTo>
                  <a:lnTo>
                    <a:pt x="295" y="84"/>
                  </a:lnTo>
                  <a:lnTo>
                    <a:pt x="287" y="95"/>
                  </a:lnTo>
                  <a:lnTo>
                    <a:pt x="273" y="99"/>
                  </a:lnTo>
                  <a:lnTo>
                    <a:pt x="268" y="105"/>
                  </a:lnTo>
                  <a:lnTo>
                    <a:pt x="267" y="119"/>
                  </a:lnTo>
                  <a:lnTo>
                    <a:pt x="260" y="149"/>
                  </a:lnTo>
                  <a:lnTo>
                    <a:pt x="263" y="158"/>
                  </a:lnTo>
                  <a:lnTo>
                    <a:pt x="260" y="175"/>
                  </a:lnTo>
                  <a:lnTo>
                    <a:pt x="254" y="196"/>
                  </a:lnTo>
                  <a:lnTo>
                    <a:pt x="243" y="206"/>
                  </a:lnTo>
                  <a:lnTo>
                    <a:pt x="236" y="222"/>
                  </a:lnTo>
                  <a:lnTo>
                    <a:pt x="234" y="231"/>
                  </a:lnTo>
                  <a:lnTo>
                    <a:pt x="226" y="236"/>
                  </a:lnTo>
                  <a:lnTo>
                    <a:pt x="221" y="258"/>
                  </a:lnTo>
                  <a:lnTo>
                    <a:pt x="221" y="26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89" name="Freeform 172">
              <a:extLst>
                <a:ext uri="{FF2B5EF4-FFF2-40B4-BE49-F238E27FC236}">
                  <a16:creationId xmlns:a16="http://schemas.microsoft.com/office/drawing/2014/main" id="{50220A63-B799-ADDF-BC2E-CDE62CAF3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9177" y="3505200"/>
              <a:ext cx="333375" cy="288925"/>
            </a:xfrm>
            <a:custGeom>
              <a:avLst/>
              <a:gdLst>
                <a:gd name="T0" fmla="*/ 184 w 210"/>
                <a:gd name="T1" fmla="*/ 58 h 182"/>
                <a:gd name="T2" fmla="*/ 185 w 210"/>
                <a:gd name="T3" fmla="*/ 74 h 182"/>
                <a:gd name="T4" fmla="*/ 182 w 210"/>
                <a:gd name="T5" fmla="*/ 80 h 182"/>
                <a:gd name="T6" fmla="*/ 172 w 210"/>
                <a:gd name="T7" fmla="*/ 81 h 182"/>
                <a:gd name="T8" fmla="*/ 166 w 210"/>
                <a:gd name="T9" fmla="*/ 93 h 182"/>
                <a:gd name="T10" fmla="*/ 178 w 210"/>
                <a:gd name="T11" fmla="*/ 94 h 182"/>
                <a:gd name="T12" fmla="*/ 187 w 210"/>
                <a:gd name="T13" fmla="*/ 104 h 182"/>
                <a:gd name="T14" fmla="*/ 191 w 210"/>
                <a:gd name="T15" fmla="*/ 113 h 182"/>
                <a:gd name="T16" fmla="*/ 199 w 210"/>
                <a:gd name="T17" fmla="*/ 117 h 182"/>
                <a:gd name="T18" fmla="*/ 210 w 210"/>
                <a:gd name="T19" fmla="*/ 140 h 182"/>
                <a:gd name="T20" fmla="*/ 198 w 210"/>
                <a:gd name="T21" fmla="*/ 154 h 182"/>
                <a:gd name="T22" fmla="*/ 187 w 210"/>
                <a:gd name="T23" fmla="*/ 166 h 182"/>
                <a:gd name="T24" fmla="*/ 175 w 210"/>
                <a:gd name="T25" fmla="*/ 176 h 182"/>
                <a:gd name="T26" fmla="*/ 163 w 210"/>
                <a:gd name="T27" fmla="*/ 176 h 182"/>
                <a:gd name="T28" fmla="*/ 148 w 210"/>
                <a:gd name="T29" fmla="*/ 180 h 182"/>
                <a:gd name="T30" fmla="*/ 136 w 210"/>
                <a:gd name="T31" fmla="*/ 176 h 182"/>
                <a:gd name="T32" fmla="*/ 129 w 210"/>
                <a:gd name="T33" fmla="*/ 182 h 182"/>
                <a:gd name="T34" fmla="*/ 112 w 210"/>
                <a:gd name="T35" fmla="*/ 168 h 182"/>
                <a:gd name="T36" fmla="*/ 108 w 210"/>
                <a:gd name="T37" fmla="*/ 159 h 182"/>
                <a:gd name="T38" fmla="*/ 98 w 210"/>
                <a:gd name="T39" fmla="*/ 163 h 182"/>
                <a:gd name="T40" fmla="*/ 89 w 210"/>
                <a:gd name="T41" fmla="*/ 162 h 182"/>
                <a:gd name="T42" fmla="*/ 84 w 210"/>
                <a:gd name="T43" fmla="*/ 165 h 182"/>
                <a:gd name="T44" fmla="*/ 76 w 210"/>
                <a:gd name="T45" fmla="*/ 163 h 182"/>
                <a:gd name="T46" fmla="*/ 65 w 210"/>
                <a:gd name="T47" fmla="*/ 146 h 182"/>
                <a:gd name="T48" fmla="*/ 62 w 210"/>
                <a:gd name="T49" fmla="*/ 139 h 182"/>
                <a:gd name="T50" fmla="*/ 48 w 210"/>
                <a:gd name="T51" fmla="*/ 131 h 182"/>
                <a:gd name="T52" fmla="*/ 43 w 210"/>
                <a:gd name="T53" fmla="*/ 118 h 182"/>
                <a:gd name="T54" fmla="*/ 35 w 210"/>
                <a:gd name="T55" fmla="*/ 109 h 182"/>
                <a:gd name="T56" fmla="*/ 23 w 210"/>
                <a:gd name="T57" fmla="*/ 99 h 182"/>
                <a:gd name="T58" fmla="*/ 23 w 210"/>
                <a:gd name="T59" fmla="*/ 92 h 182"/>
                <a:gd name="T60" fmla="*/ 13 w 210"/>
                <a:gd name="T61" fmla="*/ 84 h 182"/>
                <a:gd name="T62" fmla="*/ 0 w 210"/>
                <a:gd name="T63" fmla="*/ 75 h 182"/>
                <a:gd name="T64" fmla="*/ 5 w 210"/>
                <a:gd name="T65" fmla="*/ 73 h 182"/>
                <a:gd name="T66" fmla="*/ 12 w 210"/>
                <a:gd name="T67" fmla="*/ 69 h 182"/>
                <a:gd name="T68" fmla="*/ 16 w 210"/>
                <a:gd name="T69" fmla="*/ 51 h 182"/>
                <a:gd name="T70" fmla="*/ 21 w 210"/>
                <a:gd name="T71" fmla="*/ 41 h 182"/>
                <a:gd name="T72" fmla="*/ 34 w 210"/>
                <a:gd name="T73" fmla="*/ 38 h 182"/>
                <a:gd name="T74" fmla="*/ 37 w 210"/>
                <a:gd name="T75" fmla="*/ 44 h 182"/>
                <a:gd name="T76" fmla="*/ 47 w 210"/>
                <a:gd name="T77" fmla="*/ 56 h 182"/>
                <a:gd name="T78" fmla="*/ 52 w 210"/>
                <a:gd name="T79" fmla="*/ 58 h 182"/>
                <a:gd name="T80" fmla="*/ 59 w 210"/>
                <a:gd name="T81" fmla="*/ 54 h 182"/>
                <a:gd name="T82" fmla="*/ 72 w 210"/>
                <a:gd name="T83" fmla="*/ 55 h 182"/>
                <a:gd name="T84" fmla="*/ 74 w 210"/>
                <a:gd name="T85" fmla="*/ 59 h 182"/>
                <a:gd name="T86" fmla="*/ 93 w 210"/>
                <a:gd name="T87" fmla="*/ 59 h 182"/>
                <a:gd name="T88" fmla="*/ 93 w 210"/>
                <a:gd name="T89" fmla="*/ 55 h 182"/>
                <a:gd name="T90" fmla="*/ 102 w 210"/>
                <a:gd name="T91" fmla="*/ 51 h 182"/>
                <a:gd name="T92" fmla="*/ 104 w 210"/>
                <a:gd name="T93" fmla="*/ 45 h 182"/>
                <a:gd name="T94" fmla="*/ 111 w 210"/>
                <a:gd name="T95" fmla="*/ 41 h 182"/>
                <a:gd name="T96" fmla="*/ 127 w 210"/>
                <a:gd name="T97" fmla="*/ 53 h 182"/>
                <a:gd name="T98" fmla="*/ 136 w 210"/>
                <a:gd name="T99" fmla="*/ 51 h 182"/>
                <a:gd name="T100" fmla="*/ 145 w 210"/>
                <a:gd name="T101" fmla="*/ 36 h 182"/>
                <a:gd name="T102" fmla="*/ 155 w 210"/>
                <a:gd name="T103" fmla="*/ 24 h 182"/>
                <a:gd name="T104" fmla="*/ 153 w 210"/>
                <a:gd name="T105" fmla="*/ 12 h 182"/>
                <a:gd name="T106" fmla="*/ 148 w 210"/>
                <a:gd name="T107" fmla="*/ 6 h 182"/>
                <a:gd name="T108" fmla="*/ 159 w 210"/>
                <a:gd name="T109" fmla="*/ 5 h 182"/>
                <a:gd name="T110" fmla="*/ 160 w 210"/>
                <a:gd name="T111" fmla="*/ 0 h 182"/>
                <a:gd name="T112" fmla="*/ 169 w 210"/>
                <a:gd name="T113" fmla="*/ 1 h 182"/>
                <a:gd name="T114" fmla="*/ 167 w 210"/>
                <a:gd name="T115" fmla="*/ 17 h 182"/>
                <a:gd name="T116" fmla="*/ 170 w 210"/>
                <a:gd name="T117" fmla="*/ 32 h 182"/>
                <a:gd name="T118" fmla="*/ 179 w 210"/>
                <a:gd name="T119" fmla="*/ 40 h 182"/>
                <a:gd name="T120" fmla="*/ 181 w 210"/>
                <a:gd name="T121" fmla="*/ 47 h 182"/>
                <a:gd name="T122" fmla="*/ 181 w 210"/>
                <a:gd name="T123" fmla="*/ 57 h 182"/>
                <a:gd name="T124" fmla="*/ 184 w 210"/>
                <a:gd name="T125" fmla="*/ 5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2">
                  <a:moveTo>
                    <a:pt x="184" y="58"/>
                  </a:moveTo>
                  <a:lnTo>
                    <a:pt x="185" y="74"/>
                  </a:lnTo>
                  <a:lnTo>
                    <a:pt x="182" y="80"/>
                  </a:lnTo>
                  <a:lnTo>
                    <a:pt x="172" y="81"/>
                  </a:lnTo>
                  <a:lnTo>
                    <a:pt x="166" y="93"/>
                  </a:lnTo>
                  <a:lnTo>
                    <a:pt x="178" y="94"/>
                  </a:lnTo>
                  <a:lnTo>
                    <a:pt x="187" y="104"/>
                  </a:lnTo>
                  <a:lnTo>
                    <a:pt x="191" y="113"/>
                  </a:lnTo>
                  <a:lnTo>
                    <a:pt x="199" y="117"/>
                  </a:lnTo>
                  <a:lnTo>
                    <a:pt x="210" y="140"/>
                  </a:lnTo>
                  <a:lnTo>
                    <a:pt x="198" y="154"/>
                  </a:lnTo>
                  <a:lnTo>
                    <a:pt x="187" y="166"/>
                  </a:lnTo>
                  <a:lnTo>
                    <a:pt x="175" y="176"/>
                  </a:lnTo>
                  <a:lnTo>
                    <a:pt x="163" y="176"/>
                  </a:lnTo>
                  <a:lnTo>
                    <a:pt x="148" y="180"/>
                  </a:lnTo>
                  <a:lnTo>
                    <a:pt x="136" y="176"/>
                  </a:lnTo>
                  <a:lnTo>
                    <a:pt x="129" y="182"/>
                  </a:lnTo>
                  <a:lnTo>
                    <a:pt x="112" y="168"/>
                  </a:lnTo>
                  <a:lnTo>
                    <a:pt x="108" y="159"/>
                  </a:lnTo>
                  <a:lnTo>
                    <a:pt x="98" y="163"/>
                  </a:lnTo>
                  <a:lnTo>
                    <a:pt x="89" y="162"/>
                  </a:lnTo>
                  <a:lnTo>
                    <a:pt x="84" y="165"/>
                  </a:lnTo>
                  <a:lnTo>
                    <a:pt x="76" y="163"/>
                  </a:lnTo>
                  <a:lnTo>
                    <a:pt x="65" y="146"/>
                  </a:lnTo>
                  <a:lnTo>
                    <a:pt x="62" y="139"/>
                  </a:lnTo>
                  <a:lnTo>
                    <a:pt x="48" y="131"/>
                  </a:lnTo>
                  <a:lnTo>
                    <a:pt x="43" y="118"/>
                  </a:lnTo>
                  <a:lnTo>
                    <a:pt x="35" y="109"/>
                  </a:lnTo>
                  <a:lnTo>
                    <a:pt x="23" y="99"/>
                  </a:lnTo>
                  <a:lnTo>
                    <a:pt x="23" y="92"/>
                  </a:lnTo>
                  <a:lnTo>
                    <a:pt x="13" y="84"/>
                  </a:lnTo>
                  <a:lnTo>
                    <a:pt x="0" y="75"/>
                  </a:lnTo>
                  <a:lnTo>
                    <a:pt x="5" y="73"/>
                  </a:lnTo>
                  <a:lnTo>
                    <a:pt x="12" y="69"/>
                  </a:lnTo>
                  <a:lnTo>
                    <a:pt x="16" y="51"/>
                  </a:lnTo>
                  <a:lnTo>
                    <a:pt x="21" y="41"/>
                  </a:lnTo>
                  <a:lnTo>
                    <a:pt x="34" y="38"/>
                  </a:lnTo>
                  <a:lnTo>
                    <a:pt x="37" y="44"/>
                  </a:lnTo>
                  <a:lnTo>
                    <a:pt x="47" y="56"/>
                  </a:lnTo>
                  <a:lnTo>
                    <a:pt x="52" y="58"/>
                  </a:lnTo>
                  <a:lnTo>
                    <a:pt x="59" y="54"/>
                  </a:lnTo>
                  <a:lnTo>
                    <a:pt x="72" y="55"/>
                  </a:lnTo>
                  <a:lnTo>
                    <a:pt x="74" y="59"/>
                  </a:lnTo>
                  <a:lnTo>
                    <a:pt x="93" y="59"/>
                  </a:lnTo>
                  <a:lnTo>
                    <a:pt x="93" y="55"/>
                  </a:lnTo>
                  <a:lnTo>
                    <a:pt x="102" y="51"/>
                  </a:lnTo>
                  <a:lnTo>
                    <a:pt x="104" y="45"/>
                  </a:lnTo>
                  <a:lnTo>
                    <a:pt x="111" y="41"/>
                  </a:lnTo>
                  <a:lnTo>
                    <a:pt x="127" y="53"/>
                  </a:lnTo>
                  <a:lnTo>
                    <a:pt x="136" y="51"/>
                  </a:lnTo>
                  <a:lnTo>
                    <a:pt x="145" y="36"/>
                  </a:lnTo>
                  <a:lnTo>
                    <a:pt x="155" y="24"/>
                  </a:lnTo>
                  <a:lnTo>
                    <a:pt x="153" y="12"/>
                  </a:lnTo>
                  <a:lnTo>
                    <a:pt x="148" y="6"/>
                  </a:lnTo>
                  <a:lnTo>
                    <a:pt x="159" y="5"/>
                  </a:lnTo>
                  <a:lnTo>
                    <a:pt x="160" y="0"/>
                  </a:lnTo>
                  <a:lnTo>
                    <a:pt x="169" y="1"/>
                  </a:lnTo>
                  <a:lnTo>
                    <a:pt x="167" y="17"/>
                  </a:lnTo>
                  <a:lnTo>
                    <a:pt x="170" y="32"/>
                  </a:lnTo>
                  <a:lnTo>
                    <a:pt x="179" y="40"/>
                  </a:lnTo>
                  <a:lnTo>
                    <a:pt x="181" y="47"/>
                  </a:lnTo>
                  <a:lnTo>
                    <a:pt x="181" y="57"/>
                  </a:lnTo>
                  <a:lnTo>
                    <a:pt x="184" y="5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0" name="Freeform 173">
              <a:extLst>
                <a:ext uri="{FF2B5EF4-FFF2-40B4-BE49-F238E27FC236}">
                  <a16:creationId xmlns:a16="http://schemas.microsoft.com/office/drawing/2014/main" id="{D1B4A3ED-EF40-0DD6-14A8-FEF20732E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264" y="3362325"/>
              <a:ext cx="177800" cy="139700"/>
            </a:xfrm>
            <a:custGeom>
              <a:avLst/>
              <a:gdLst>
                <a:gd name="T0" fmla="*/ 17 w 112"/>
                <a:gd name="T1" fmla="*/ 62 h 88"/>
                <a:gd name="T2" fmla="*/ 10 w 112"/>
                <a:gd name="T3" fmla="*/ 46 h 88"/>
                <a:gd name="T4" fmla="*/ 0 w 112"/>
                <a:gd name="T5" fmla="*/ 38 h 88"/>
                <a:gd name="T6" fmla="*/ 9 w 112"/>
                <a:gd name="T7" fmla="*/ 34 h 88"/>
                <a:gd name="T8" fmla="*/ 18 w 112"/>
                <a:gd name="T9" fmla="*/ 20 h 88"/>
                <a:gd name="T10" fmla="*/ 22 w 112"/>
                <a:gd name="T11" fmla="*/ 9 h 88"/>
                <a:gd name="T12" fmla="*/ 29 w 112"/>
                <a:gd name="T13" fmla="*/ 2 h 88"/>
                <a:gd name="T14" fmla="*/ 38 w 112"/>
                <a:gd name="T15" fmla="*/ 4 h 88"/>
                <a:gd name="T16" fmla="*/ 47 w 112"/>
                <a:gd name="T17" fmla="*/ 0 h 88"/>
                <a:gd name="T18" fmla="*/ 57 w 112"/>
                <a:gd name="T19" fmla="*/ 0 h 88"/>
                <a:gd name="T20" fmla="*/ 65 w 112"/>
                <a:gd name="T21" fmla="*/ 6 h 88"/>
                <a:gd name="T22" fmla="*/ 77 w 112"/>
                <a:gd name="T23" fmla="*/ 11 h 88"/>
                <a:gd name="T24" fmla="*/ 88 w 112"/>
                <a:gd name="T25" fmla="*/ 26 h 88"/>
                <a:gd name="T26" fmla="*/ 100 w 112"/>
                <a:gd name="T27" fmla="*/ 41 h 88"/>
                <a:gd name="T28" fmla="*/ 100 w 112"/>
                <a:gd name="T29" fmla="*/ 54 h 88"/>
                <a:gd name="T30" fmla="*/ 104 w 112"/>
                <a:gd name="T31" fmla="*/ 66 h 88"/>
                <a:gd name="T32" fmla="*/ 111 w 112"/>
                <a:gd name="T33" fmla="*/ 71 h 88"/>
                <a:gd name="T34" fmla="*/ 112 w 112"/>
                <a:gd name="T35" fmla="*/ 79 h 88"/>
                <a:gd name="T36" fmla="*/ 111 w 112"/>
                <a:gd name="T37" fmla="*/ 86 h 88"/>
                <a:gd name="T38" fmla="*/ 109 w 112"/>
                <a:gd name="T39" fmla="*/ 87 h 88"/>
                <a:gd name="T40" fmla="*/ 99 w 112"/>
                <a:gd name="T41" fmla="*/ 85 h 88"/>
                <a:gd name="T42" fmla="*/ 97 w 112"/>
                <a:gd name="T43" fmla="*/ 88 h 88"/>
                <a:gd name="T44" fmla="*/ 93 w 112"/>
                <a:gd name="T45" fmla="*/ 88 h 88"/>
                <a:gd name="T46" fmla="*/ 80 w 112"/>
                <a:gd name="T47" fmla="*/ 83 h 88"/>
                <a:gd name="T48" fmla="*/ 71 w 112"/>
                <a:gd name="T49" fmla="*/ 83 h 88"/>
                <a:gd name="T50" fmla="*/ 38 w 112"/>
                <a:gd name="T51" fmla="*/ 82 h 88"/>
                <a:gd name="T52" fmla="*/ 33 w 112"/>
                <a:gd name="T53" fmla="*/ 84 h 88"/>
                <a:gd name="T54" fmla="*/ 27 w 112"/>
                <a:gd name="T55" fmla="*/ 84 h 88"/>
                <a:gd name="T56" fmla="*/ 17 w 112"/>
                <a:gd name="T57" fmla="*/ 87 h 88"/>
                <a:gd name="T58" fmla="*/ 14 w 112"/>
                <a:gd name="T59" fmla="*/ 71 h 88"/>
                <a:gd name="T60" fmla="*/ 31 w 112"/>
                <a:gd name="T61" fmla="*/ 72 h 88"/>
                <a:gd name="T62" fmla="*/ 35 w 112"/>
                <a:gd name="T63" fmla="*/ 69 h 88"/>
                <a:gd name="T64" fmla="*/ 39 w 112"/>
                <a:gd name="T65" fmla="*/ 69 h 88"/>
                <a:gd name="T66" fmla="*/ 45 w 112"/>
                <a:gd name="T67" fmla="*/ 64 h 88"/>
                <a:gd name="T68" fmla="*/ 53 w 112"/>
                <a:gd name="T69" fmla="*/ 68 h 88"/>
                <a:gd name="T70" fmla="*/ 61 w 112"/>
                <a:gd name="T71" fmla="*/ 69 h 88"/>
                <a:gd name="T72" fmla="*/ 69 w 112"/>
                <a:gd name="T73" fmla="*/ 64 h 88"/>
                <a:gd name="T74" fmla="*/ 65 w 112"/>
                <a:gd name="T75" fmla="*/ 58 h 88"/>
                <a:gd name="T76" fmla="*/ 59 w 112"/>
                <a:gd name="T77" fmla="*/ 61 h 88"/>
                <a:gd name="T78" fmla="*/ 54 w 112"/>
                <a:gd name="T79" fmla="*/ 61 h 88"/>
                <a:gd name="T80" fmla="*/ 47 w 112"/>
                <a:gd name="T81" fmla="*/ 56 h 88"/>
                <a:gd name="T82" fmla="*/ 41 w 112"/>
                <a:gd name="T83" fmla="*/ 56 h 88"/>
                <a:gd name="T84" fmla="*/ 37 w 112"/>
                <a:gd name="T85" fmla="*/ 61 h 88"/>
                <a:gd name="T86" fmla="*/ 17 w 112"/>
                <a:gd name="T87" fmla="*/ 6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" h="88">
                  <a:moveTo>
                    <a:pt x="17" y="62"/>
                  </a:moveTo>
                  <a:lnTo>
                    <a:pt x="10" y="46"/>
                  </a:lnTo>
                  <a:lnTo>
                    <a:pt x="0" y="38"/>
                  </a:lnTo>
                  <a:lnTo>
                    <a:pt x="9" y="34"/>
                  </a:lnTo>
                  <a:lnTo>
                    <a:pt x="18" y="20"/>
                  </a:lnTo>
                  <a:lnTo>
                    <a:pt x="22" y="9"/>
                  </a:lnTo>
                  <a:lnTo>
                    <a:pt x="29" y="2"/>
                  </a:lnTo>
                  <a:lnTo>
                    <a:pt x="38" y="4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5" y="6"/>
                  </a:lnTo>
                  <a:lnTo>
                    <a:pt x="77" y="11"/>
                  </a:lnTo>
                  <a:lnTo>
                    <a:pt x="88" y="26"/>
                  </a:lnTo>
                  <a:lnTo>
                    <a:pt x="100" y="41"/>
                  </a:lnTo>
                  <a:lnTo>
                    <a:pt x="100" y="54"/>
                  </a:lnTo>
                  <a:lnTo>
                    <a:pt x="104" y="66"/>
                  </a:lnTo>
                  <a:lnTo>
                    <a:pt x="111" y="71"/>
                  </a:lnTo>
                  <a:lnTo>
                    <a:pt x="112" y="79"/>
                  </a:lnTo>
                  <a:lnTo>
                    <a:pt x="111" y="86"/>
                  </a:lnTo>
                  <a:lnTo>
                    <a:pt x="109" y="87"/>
                  </a:lnTo>
                  <a:lnTo>
                    <a:pt x="99" y="85"/>
                  </a:lnTo>
                  <a:lnTo>
                    <a:pt x="97" y="88"/>
                  </a:lnTo>
                  <a:lnTo>
                    <a:pt x="93" y="88"/>
                  </a:lnTo>
                  <a:lnTo>
                    <a:pt x="80" y="83"/>
                  </a:lnTo>
                  <a:lnTo>
                    <a:pt x="71" y="83"/>
                  </a:lnTo>
                  <a:lnTo>
                    <a:pt x="38" y="82"/>
                  </a:lnTo>
                  <a:lnTo>
                    <a:pt x="33" y="84"/>
                  </a:lnTo>
                  <a:lnTo>
                    <a:pt x="27" y="84"/>
                  </a:lnTo>
                  <a:lnTo>
                    <a:pt x="17" y="87"/>
                  </a:lnTo>
                  <a:lnTo>
                    <a:pt x="14" y="71"/>
                  </a:lnTo>
                  <a:lnTo>
                    <a:pt x="31" y="72"/>
                  </a:lnTo>
                  <a:lnTo>
                    <a:pt x="35" y="69"/>
                  </a:lnTo>
                  <a:lnTo>
                    <a:pt x="39" y="69"/>
                  </a:lnTo>
                  <a:lnTo>
                    <a:pt x="45" y="64"/>
                  </a:lnTo>
                  <a:lnTo>
                    <a:pt x="53" y="68"/>
                  </a:lnTo>
                  <a:lnTo>
                    <a:pt x="61" y="69"/>
                  </a:lnTo>
                  <a:lnTo>
                    <a:pt x="69" y="64"/>
                  </a:lnTo>
                  <a:lnTo>
                    <a:pt x="65" y="58"/>
                  </a:lnTo>
                  <a:lnTo>
                    <a:pt x="59" y="61"/>
                  </a:lnTo>
                  <a:lnTo>
                    <a:pt x="54" y="61"/>
                  </a:lnTo>
                  <a:lnTo>
                    <a:pt x="47" y="56"/>
                  </a:lnTo>
                  <a:lnTo>
                    <a:pt x="41" y="56"/>
                  </a:lnTo>
                  <a:lnTo>
                    <a:pt x="37" y="61"/>
                  </a:lnTo>
                  <a:lnTo>
                    <a:pt x="17" y="6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1" name="Freeform 174">
              <a:extLst>
                <a:ext uri="{FF2B5EF4-FFF2-40B4-BE49-F238E27FC236}">
                  <a16:creationId xmlns:a16="http://schemas.microsoft.com/office/drawing/2014/main" id="{1D69B84E-8E6A-D5E6-337C-0A92C91CD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8564" y="4246563"/>
              <a:ext cx="28575" cy="19050"/>
            </a:xfrm>
            <a:custGeom>
              <a:avLst/>
              <a:gdLst>
                <a:gd name="T0" fmla="*/ 14 w 18"/>
                <a:gd name="T1" fmla="*/ 5 h 12"/>
                <a:gd name="T2" fmla="*/ 18 w 18"/>
                <a:gd name="T3" fmla="*/ 12 h 12"/>
                <a:gd name="T4" fmla="*/ 6 w 18"/>
                <a:gd name="T5" fmla="*/ 12 h 12"/>
                <a:gd name="T6" fmla="*/ 0 w 18"/>
                <a:gd name="T7" fmla="*/ 0 h 12"/>
                <a:gd name="T8" fmla="*/ 11 w 18"/>
                <a:gd name="T9" fmla="*/ 4 h 12"/>
                <a:gd name="T10" fmla="*/ 14 w 18"/>
                <a:gd name="T11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2">
                  <a:moveTo>
                    <a:pt x="14" y="5"/>
                  </a:moveTo>
                  <a:lnTo>
                    <a:pt x="18" y="12"/>
                  </a:lnTo>
                  <a:lnTo>
                    <a:pt x="6" y="12"/>
                  </a:lnTo>
                  <a:lnTo>
                    <a:pt x="0" y="0"/>
                  </a:lnTo>
                  <a:lnTo>
                    <a:pt x="11" y="4"/>
                  </a:lnTo>
                  <a:lnTo>
                    <a:pt x="14" y="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2" name="Freeform 175">
              <a:extLst>
                <a:ext uri="{FF2B5EF4-FFF2-40B4-BE49-F238E27FC236}">
                  <a16:creationId xmlns:a16="http://schemas.microsoft.com/office/drawing/2014/main" id="{9EA47064-04FB-8B0D-4FA9-C4C2FF81A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2527" y="4214813"/>
              <a:ext cx="34925" cy="20638"/>
            </a:xfrm>
            <a:custGeom>
              <a:avLst/>
              <a:gdLst>
                <a:gd name="T0" fmla="*/ 22 w 22"/>
                <a:gd name="T1" fmla="*/ 12 h 13"/>
                <a:gd name="T2" fmla="*/ 15 w 22"/>
                <a:gd name="T3" fmla="*/ 13 h 13"/>
                <a:gd name="T4" fmla="*/ 4 w 22"/>
                <a:gd name="T5" fmla="*/ 11 h 13"/>
                <a:gd name="T6" fmla="*/ 0 w 22"/>
                <a:gd name="T7" fmla="*/ 8 h 13"/>
                <a:gd name="T8" fmla="*/ 2 w 22"/>
                <a:gd name="T9" fmla="*/ 0 h 13"/>
                <a:gd name="T10" fmla="*/ 14 w 22"/>
                <a:gd name="T11" fmla="*/ 3 h 13"/>
                <a:gd name="T12" fmla="*/ 19 w 22"/>
                <a:gd name="T13" fmla="*/ 7 h 13"/>
                <a:gd name="T14" fmla="*/ 22 w 22"/>
                <a:gd name="T15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3">
                  <a:moveTo>
                    <a:pt x="22" y="12"/>
                  </a:moveTo>
                  <a:lnTo>
                    <a:pt x="15" y="13"/>
                  </a:lnTo>
                  <a:lnTo>
                    <a:pt x="4" y="11"/>
                  </a:lnTo>
                  <a:lnTo>
                    <a:pt x="0" y="8"/>
                  </a:lnTo>
                  <a:lnTo>
                    <a:pt x="2" y="0"/>
                  </a:lnTo>
                  <a:lnTo>
                    <a:pt x="14" y="3"/>
                  </a:lnTo>
                  <a:lnTo>
                    <a:pt x="19" y="7"/>
                  </a:lnTo>
                  <a:lnTo>
                    <a:pt x="22" y="1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3" name="Freeform 176">
              <a:extLst>
                <a:ext uri="{FF2B5EF4-FFF2-40B4-BE49-F238E27FC236}">
                  <a16:creationId xmlns:a16="http://schemas.microsoft.com/office/drawing/2014/main" id="{AB1A45B9-A00B-3CD7-10A2-BF00C5066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4277" y="4183063"/>
              <a:ext cx="26988" cy="49213"/>
            </a:xfrm>
            <a:custGeom>
              <a:avLst/>
              <a:gdLst>
                <a:gd name="T0" fmla="*/ 17 w 17"/>
                <a:gd name="T1" fmla="*/ 27 h 31"/>
                <a:gd name="T2" fmla="*/ 14 w 17"/>
                <a:gd name="T3" fmla="*/ 31 h 31"/>
                <a:gd name="T4" fmla="*/ 3 w 17"/>
                <a:gd name="T5" fmla="*/ 13 h 31"/>
                <a:gd name="T6" fmla="*/ 0 w 17"/>
                <a:gd name="T7" fmla="*/ 0 h 31"/>
                <a:gd name="T8" fmla="*/ 6 w 17"/>
                <a:gd name="T9" fmla="*/ 0 h 31"/>
                <a:gd name="T10" fmla="*/ 11 w 17"/>
                <a:gd name="T11" fmla="*/ 17 h 31"/>
                <a:gd name="T12" fmla="*/ 17 w 17"/>
                <a:gd name="T13" fmla="*/ 2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1">
                  <a:moveTo>
                    <a:pt x="17" y="27"/>
                  </a:moveTo>
                  <a:lnTo>
                    <a:pt x="14" y="31"/>
                  </a:lnTo>
                  <a:lnTo>
                    <a:pt x="3" y="13"/>
                  </a:lnTo>
                  <a:lnTo>
                    <a:pt x="0" y="0"/>
                  </a:lnTo>
                  <a:lnTo>
                    <a:pt x="6" y="0"/>
                  </a:lnTo>
                  <a:lnTo>
                    <a:pt x="11" y="17"/>
                  </a:lnTo>
                  <a:lnTo>
                    <a:pt x="17" y="2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4" name="Freeform 177">
              <a:extLst>
                <a:ext uri="{FF2B5EF4-FFF2-40B4-BE49-F238E27FC236}">
                  <a16:creationId xmlns:a16="http://schemas.microsoft.com/office/drawing/2014/main" id="{548B78AE-5F2D-F2B4-79CE-AEE7A09AC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9189" y="4151313"/>
              <a:ext cx="46038" cy="39688"/>
            </a:xfrm>
            <a:custGeom>
              <a:avLst/>
              <a:gdLst>
                <a:gd name="T0" fmla="*/ 28 w 29"/>
                <a:gd name="T1" fmla="*/ 21 h 25"/>
                <a:gd name="T2" fmla="*/ 29 w 29"/>
                <a:gd name="T3" fmla="*/ 25 h 25"/>
                <a:gd name="T4" fmla="*/ 15 w 29"/>
                <a:gd name="T5" fmla="*/ 16 h 25"/>
                <a:gd name="T6" fmla="*/ 6 w 29"/>
                <a:gd name="T7" fmla="*/ 9 h 25"/>
                <a:gd name="T8" fmla="*/ 0 w 29"/>
                <a:gd name="T9" fmla="*/ 2 h 25"/>
                <a:gd name="T10" fmla="*/ 3 w 29"/>
                <a:gd name="T11" fmla="*/ 0 h 25"/>
                <a:gd name="T12" fmla="*/ 11 w 29"/>
                <a:gd name="T13" fmla="*/ 4 h 25"/>
                <a:gd name="T14" fmla="*/ 25 w 29"/>
                <a:gd name="T15" fmla="*/ 14 h 25"/>
                <a:gd name="T16" fmla="*/ 28 w 29"/>
                <a:gd name="T17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25">
                  <a:moveTo>
                    <a:pt x="28" y="21"/>
                  </a:moveTo>
                  <a:lnTo>
                    <a:pt x="29" y="25"/>
                  </a:lnTo>
                  <a:lnTo>
                    <a:pt x="15" y="16"/>
                  </a:lnTo>
                  <a:lnTo>
                    <a:pt x="6" y="9"/>
                  </a:lnTo>
                  <a:lnTo>
                    <a:pt x="0" y="2"/>
                  </a:lnTo>
                  <a:lnTo>
                    <a:pt x="3" y="0"/>
                  </a:lnTo>
                  <a:lnTo>
                    <a:pt x="11" y="4"/>
                  </a:lnTo>
                  <a:lnTo>
                    <a:pt x="25" y="14"/>
                  </a:lnTo>
                  <a:lnTo>
                    <a:pt x="28" y="2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5" name="Freeform 178">
              <a:extLst>
                <a:ext uri="{FF2B5EF4-FFF2-40B4-BE49-F238E27FC236}">
                  <a16:creationId xmlns:a16="http://schemas.microsoft.com/office/drawing/2014/main" id="{FFED2FAE-5666-5C68-BAEA-94417283C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9977" y="4125913"/>
              <a:ext cx="28575" cy="26988"/>
            </a:xfrm>
            <a:custGeom>
              <a:avLst/>
              <a:gdLst>
                <a:gd name="T0" fmla="*/ 18 w 18"/>
                <a:gd name="T1" fmla="*/ 16 h 17"/>
                <a:gd name="T2" fmla="*/ 15 w 18"/>
                <a:gd name="T3" fmla="*/ 17 h 17"/>
                <a:gd name="T4" fmla="*/ 7 w 18"/>
                <a:gd name="T5" fmla="*/ 13 h 17"/>
                <a:gd name="T6" fmla="*/ 0 w 18"/>
                <a:gd name="T7" fmla="*/ 4 h 17"/>
                <a:gd name="T8" fmla="*/ 2 w 18"/>
                <a:gd name="T9" fmla="*/ 0 h 17"/>
                <a:gd name="T10" fmla="*/ 12 w 18"/>
                <a:gd name="T11" fmla="*/ 9 h 17"/>
                <a:gd name="T12" fmla="*/ 18 w 18"/>
                <a:gd name="T1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7">
                  <a:moveTo>
                    <a:pt x="18" y="16"/>
                  </a:moveTo>
                  <a:lnTo>
                    <a:pt x="15" y="17"/>
                  </a:lnTo>
                  <a:lnTo>
                    <a:pt x="7" y="13"/>
                  </a:lnTo>
                  <a:lnTo>
                    <a:pt x="0" y="4"/>
                  </a:lnTo>
                  <a:lnTo>
                    <a:pt x="2" y="0"/>
                  </a:lnTo>
                  <a:lnTo>
                    <a:pt x="12" y="9"/>
                  </a:lnTo>
                  <a:lnTo>
                    <a:pt x="18" y="1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6" name="Freeform 179">
              <a:extLst>
                <a:ext uri="{FF2B5EF4-FFF2-40B4-BE49-F238E27FC236}">
                  <a16:creationId xmlns:a16="http://schemas.microsoft.com/office/drawing/2014/main" id="{EEBA85FF-71EB-BE09-E2B9-892D87620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677" y="3578225"/>
              <a:ext cx="87313" cy="107950"/>
            </a:xfrm>
            <a:custGeom>
              <a:avLst/>
              <a:gdLst>
                <a:gd name="T0" fmla="*/ 33 w 55"/>
                <a:gd name="T1" fmla="*/ 68 h 68"/>
                <a:gd name="T2" fmla="*/ 28 w 55"/>
                <a:gd name="T3" fmla="*/ 66 h 68"/>
                <a:gd name="T4" fmla="*/ 15 w 55"/>
                <a:gd name="T5" fmla="*/ 58 h 68"/>
                <a:gd name="T6" fmla="*/ 5 w 55"/>
                <a:gd name="T7" fmla="*/ 46 h 68"/>
                <a:gd name="T8" fmla="*/ 2 w 55"/>
                <a:gd name="T9" fmla="*/ 39 h 68"/>
                <a:gd name="T10" fmla="*/ 0 w 55"/>
                <a:gd name="T11" fmla="*/ 23 h 68"/>
                <a:gd name="T12" fmla="*/ 10 w 55"/>
                <a:gd name="T13" fmla="*/ 14 h 68"/>
                <a:gd name="T14" fmla="*/ 12 w 55"/>
                <a:gd name="T15" fmla="*/ 8 h 68"/>
                <a:gd name="T16" fmla="*/ 15 w 55"/>
                <a:gd name="T17" fmla="*/ 4 h 68"/>
                <a:gd name="T18" fmla="*/ 20 w 55"/>
                <a:gd name="T19" fmla="*/ 4 h 68"/>
                <a:gd name="T20" fmla="*/ 24 w 55"/>
                <a:gd name="T21" fmla="*/ 0 h 68"/>
                <a:gd name="T22" fmla="*/ 39 w 55"/>
                <a:gd name="T23" fmla="*/ 0 h 68"/>
                <a:gd name="T24" fmla="*/ 44 w 55"/>
                <a:gd name="T25" fmla="*/ 7 h 68"/>
                <a:gd name="T26" fmla="*/ 48 w 55"/>
                <a:gd name="T27" fmla="*/ 16 h 68"/>
                <a:gd name="T28" fmla="*/ 47 w 55"/>
                <a:gd name="T29" fmla="*/ 22 h 68"/>
                <a:gd name="T30" fmla="*/ 50 w 55"/>
                <a:gd name="T31" fmla="*/ 27 h 68"/>
                <a:gd name="T32" fmla="*/ 50 w 55"/>
                <a:gd name="T33" fmla="*/ 35 h 68"/>
                <a:gd name="T34" fmla="*/ 55 w 55"/>
                <a:gd name="T35" fmla="*/ 34 h 68"/>
                <a:gd name="T36" fmla="*/ 46 w 55"/>
                <a:gd name="T37" fmla="*/ 43 h 68"/>
                <a:gd name="T38" fmla="*/ 38 w 55"/>
                <a:gd name="T39" fmla="*/ 55 h 68"/>
                <a:gd name="T40" fmla="*/ 37 w 55"/>
                <a:gd name="T41" fmla="*/ 61 h 68"/>
                <a:gd name="T42" fmla="*/ 33 w 55"/>
                <a:gd name="T4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" h="68">
                  <a:moveTo>
                    <a:pt x="33" y="68"/>
                  </a:moveTo>
                  <a:lnTo>
                    <a:pt x="28" y="66"/>
                  </a:lnTo>
                  <a:lnTo>
                    <a:pt x="15" y="58"/>
                  </a:lnTo>
                  <a:lnTo>
                    <a:pt x="5" y="46"/>
                  </a:lnTo>
                  <a:lnTo>
                    <a:pt x="2" y="39"/>
                  </a:lnTo>
                  <a:lnTo>
                    <a:pt x="0" y="23"/>
                  </a:lnTo>
                  <a:lnTo>
                    <a:pt x="10" y="1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20" y="4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44" y="7"/>
                  </a:lnTo>
                  <a:lnTo>
                    <a:pt x="48" y="16"/>
                  </a:lnTo>
                  <a:lnTo>
                    <a:pt x="47" y="22"/>
                  </a:lnTo>
                  <a:lnTo>
                    <a:pt x="50" y="27"/>
                  </a:lnTo>
                  <a:lnTo>
                    <a:pt x="50" y="35"/>
                  </a:lnTo>
                  <a:lnTo>
                    <a:pt x="55" y="34"/>
                  </a:lnTo>
                  <a:lnTo>
                    <a:pt x="46" y="43"/>
                  </a:lnTo>
                  <a:lnTo>
                    <a:pt x="38" y="55"/>
                  </a:lnTo>
                  <a:lnTo>
                    <a:pt x="37" y="61"/>
                  </a:lnTo>
                  <a:lnTo>
                    <a:pt x="33" y="6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7" name="Freeform 180">
              <a:extLst>
                <a:ext uri="{FF2B5EF4-FFF2-40B4-BE49-F238E27FC236}">
                  <a16:creationId xmlns:a16="http://schemas.microsoft.com/office/drawing/2014/main" id="{B54003E3-E215-9110-D37F-3C1751D5B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177" y="3433762"/>
              <a:ext cx="69850" cy="41275"/>
            </a:xfrm>
            <a:custGeom>
              <a:avLst/>
              <a:gdLst>
                <a:gd name="T0" fmla="*/ 42 w 44"/>
                <a:gd name="T1" fmla="*/ 21 h 26"/>
                <a:gd name="T2" fmla="*/ 39 w 44"/>
                <a:gd name="T3" fmla="*/ 26 h 26"/>
                <a:gd name="T4" fmla="*/ 29 w 44"/>
                <a:gd name="T5" fmla="*/ 26 h 26"/>
                <a:gd name="T6" fmla="*/ 22 w 44"/>
                <a:gd name="T7" fmla="*/ 24 h 26"/>
                <a:gd name="T8" fmla="*/ 15 w 44"/>
                <a:gd name="T9" fmla="*/ 20 h 26"/>
                <a:gd name="T10" fmla="*/ 5 w 44"/>
                <a:gd name="T11" fmla="*/ 18 h 26"/>
                <a:gd name="T12" fmla="*/ 0 w 44"/>
                <a:gd name="T13" fmla="*/ 14 h 26"/>
                <a:gd name="T14" fmla="*/ 1 w 44"/>
                <a:gd name="T15" fmla="*/ 11 h 26"/>
                <a:gd name="T16" fmla="*/ 8 w 44"/>
                <a:gd name="T17" fmla="*/ 6 h 26"/>
                <a:gd name="T18" fmla="*/ 12 w 44"/>
                <a:gd name="T19" fmla="*/ 3 h 26"/>
                <a:gd name="T20" fmla="*/ 11 w 44"/>
                <a:gd name="T21" fmla="*/ 1 h 26"/>
                <a:gd name="T22" fmla="*/ 15 w 44"/>
                <a:gd name="T23" fmla="*/ 0 h 26"/>
                <a:gd name="T24" fmla="*/ 20 w 44"/>
                <a:gd name="T25" fmla="*/ 1 h 26"/>
                <a:gd name="T26" fmla="*/ 24 w 44"/>
                <a:gd name="T27" fmla="*/ 6 h 26"/>
                <a:gd name="T28" fmla="*/ 29 w 44"/>
                <a:gd name="T29" fmla="*/ 9 h 26"/>
                <a:gd name="T30" fmla="*/ 29 w 44"/>
                <a:gd name="T31" fmla="*/ 12 h 26"/>
                <a:gd name="T32" fmla="*/ 38 w 44"/>
                <a:gd name="T33" fmla="*/ 9 h 26"/>
                <a:gd name="T34" fmla="*/ 41 w 44"/>
                <a:gd name="T35" fmla="*/ 11 h 26"/>
                <a:gd name="T36" fmla="*/ 44 w 44"/>
                <a:gd name="T37" fmla="*/ 13 h 26"/>
                <a:gd name="T38" fmla="*/ 42 w 44"/>
                <a:gd name="T39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" h="26">
                  <a:moveTo>
                    <a:pt x="42" y="21"/>
                  </a:moveTo>
                  <a:lnTo>
                    <a:pt x="39" y="26"/>
                  </a:lnTo>
                  <a:lnTo>
                    <a:pt x="29" y="26"/>
                  </a:lnTo>
                  <a:lnTo>
                    <a:pt x="22" y="24"/>
                  </a:lnTo>
                  <a:lnTo>
                    <a:pt x="15" y="20"/>
                  </a:lnTo>
                  <a:lnTo>
                    <a:pt x="5" y="18"/>
                  </a:lnTo>
                  <a:lnTo>
                    <a:pt x="0" y="14"/>
                  </a:lnTo>
                  <a:lnTo>
                    <a:pt x="1" y="11"/>
                  </a:lnTo>
                  <a:lnTo>
                    <a:pt x="8" y="6"/>
                  </a:lnTo>
                  <a:lnTo>
                    <a:pt x="12" y="3"/>
                  </a:lnTo>
                  <a:lnTo>
                    <a:pt x="11" y="1"/>
                  </a:lnTo>
                  <a:lnTo>
                    <a:pt x="15" y="0"/>
                  </a:lnTo>
                  <a:lnTo>
                    <a:pt x="20" y="1"/>
                  </a:lnTo>
                  <a:lnTo>
                    <a:pt x="24" y="6"/>
                  </a:lnTo>
                  <a:lnTo>
                    <a:pt x="29" y="9"/>
                  </a:lnTo>
                  <a:lnTo>
                    <a:pt x="29" y="12"/>
                  </a:lnTo>
                  <a:lnTo>
                    <a:pt x="38" y="9"/>
                  </a:lnTo>
                  <a:lnTo>
                    <a:pt x="41" y="11"/>
                  </a:lnTo>
                  <a:lnTo>
                    <a:pt x="44" y="13"/>
                  </a:lnTo>
                  <a:lnTo>
                    <a:pt x="42" y="2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8" name="Freeform 181">
              <a:extLst>
                <a:ext uri="{FF2B5EF4-FFF2-40B4-BE49-F238E27FC236}">
                  <a16:creationId xmlns:a16="http://schemas.microsoft.com/office/drawing/2014/main" id="{2AE565C9-D1D6-4CA7-2B22-FFE9270AA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514" y="3530600"/>
              <a:ext cx="185738" cy="114300"/>
            </a:xfrm>
            <a:custGeom>
              <a:avLst/>
              <a:gdLst>
                <a:gd name="T0" fmla="*/ 117 w 117"/>
                <a:gd name="T1" fmla="*/ 42 h 72"/>
                <a:gd name="T2" fmla="*/ 109 w 117"/>
                <a:gd name="T3" fmla="*/ 55 h 72"/>
                <a:gd name="T4" fmla="*/ 97 w 117"/>
                <a:gd name="T5" fmla="*/ 72 h 72"/>
                <a:gd name="T6" fmla="*/ 82 w 117"/>
                <a:gd name="T7" fmla="*/ 72 h 72"/>
                <a:gd name="T8" fmla="*/ 21 w 117"/>
                <a:gd name="T9" fmla="*/ 47 h 72"/>
                <a:gd name="T10" fmla="*/ 14 w 117"/>
                <a:gd name="T11" fmla="*/ 40 h 72"/>
                <a:gd name="T12" fmla="*/ 7 w 117"/>
                <a:gd name="T13" fmla="*/ 30 h 72"/>
                <a:gd name="T14" fmla="*/ 0 w 117"/>
                <a:gd name="T15" fmla="*/ 19 h 72"/>
                <a:gd name="T16" fmla="*/ 3 w 117"/>
                <a:gd name="T17" fmla="*/ 11 h 72"/>
                <a:gd name="T18" fmla="*/ 10 w 117"/>
                <a:gd name="T19" fmla="*/ 0 h 72"/>
                <a:gd name="T20" fmla="*/ 16 w 117"/>
                <a:gd name="T21" fmla="*/ 4 h 72"/>
                <a:gd name="T22" fmla="*/ 20 w 117"/>
                <a:gd name="T23" fmla="*/ 13 h 72"/>
                <a:gd name="T24" fmla="*/ 28 w 117"/>
                <a:gd name="T25" fmla="*/ 21 h 72"/>
                <a:gd name="T26" fmla="*/ 37 w 117"/>
                <a:gd name="T27" fmla="*/ 21 h 72"/>
                <a:gd name="T28" fmla="*/ 54 w 117"/>
                <a:gd name="T29" fmla="*/ 16 h 72"/>
                <a:gd name="T30" fmla="*/ 74 w 117"/>
                <a:gd name="T31" fmla="*/ 14 h 72"/>
                <a:gd name="T32" fmla="*/ 90 w 117"/>
                <a:gd name="T33" fmla="*/ 7 h 72"/>
                <a:gd name="T34" fmla="*/ 99 w 117"/>
                <a:gd name="T35" fmla="*/ 6 h 72"/>
                <a:gd name="T36" fmla="*/ 105 w 117"/>
                <a:gd name="T37" fmla="*/ 2 h 72"/>
                <a:gd name="T38" fmla="*/ 116 w 117"/>
                <a:gd name="T39" fmla="*/ 1 h 72"/>
                <a:gd name="T40" fmla="*/ 116 w 117"/>
                <a:gd name="T41" fmla="*/ 2 h 72"/>
                <a:gd name="T42" fmla="*/ 116 w 117"/>
                <a:gd name="T43" fmla="*/ 10 h 72"/>
                <a:gd name="T44" fmla="*/ 117 w 117"/>
                <a:gd name="T45" fmla="*/ 31 h 72"/>
                <a:gd name="T46" fmla="*/ 117 w 117"/>
                <a:gd name="T47" fmla="*/ 4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72">
                  <a:moveTo>
                    <a:pt x="117" y="42"/>
                  </a:moveTo>
                  <a:lnTo>
                    <a:pt x="109" y="55"/>
                  </a:lnTo>
                  <a:lnTo>
                    <a:pt x="97" y="72"/>
                  </a:lnTo>
                  <a:lnTo>
                    <a:pt x="82" y="72"/>
                  </a:lnTo>
                  <a:lnTo>
                    <a:pt x="21" y="47"/>
                  </a:lnTo>
                  <a:lnTo>
                    <a:pt x="14" y="40"/>
                  </a:lnTo>
                  <a:lnTo>
                    <a:pt x="7" y="30"/>
                  </a:lnTo>
                  <a:lnTo>
                    <a:pt x="0" y="19"/>
                  </a:lnTo>
                  <a:lnTo>
                    <a:pt x="3" y="11"/>
                  </a:lnTo>
                  <a:lnTo>
                    <a:pt x="10" y="0"/>
                  </a:lnTo>
                  <a:lnTo>
                    <a:pt x="16" y="4"/>
                  </a:lnTo>
                  <a:lnTo>
                    <a:pt x="20" y="13"/>
                  </a:lnTo>
                  <a:lnTo>
                    <a:pt x="28" y="21"/>
                  </a:lnTo>
                  <a:lnTo>
                    <a:pt x="37" y="21"/>
                  </a:lnTo>
                  <a:lnTo>
                    <a:pt x="54" y="16"/>
                  </a:lnTo>
                  <a:lnTo>
                    <a:pt x="74" y="14"/>
                  </a:lnTo>
                  <a:lnTo>
                    <a:pt x="90" y="7"/>
                  </a:lnTo>
                  <a:lnTo>
                    <a:pt x="99" y="6"/>
                  </a:lnTo>
                  <a:lnTo>
                    <a:pt x="105" y="2"/>
                  </a:lnTo>
                  <a:lnTo>
                    <a:pt x="116" y="1"/>
                  </a:lnTo>
                  <a:lnTo>
                    <a:pt x="116" y="2"/>
                  </a:lnTo>
                  <a:lnTo>
                    <a:pt x="116" y="10"/>
                  </a:lnTo>
                  <a:lnTo>
                    <a:pt x="117" y="31"/>
                  </a:lnTo>
                  <a:lnTo>
                    <a:pt x="117" y="4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399" name="Freeform 182">
              <a:extLst>
                <a:ext uri="{FF2B5EF4-FFF2-40B4-BE49-F238E27FC236}">
                  <a16:creationId xmlns:a16="http://schemas.microsoft.com/office/drawing/2014/main" id="{80B80AF9-50ED-4525-4F18-110FF8760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9239" y="3513137"/>
              <a:ext cx="287338" cy="450850"/>
            </a:xfrm>
            <a:custGeom>
              <a:avLst/>
              <a:gdLst>
                <a:gd name="T0" fmla="*/ 156 w 181"/>
                <a:gd name="T1" fmla="*/ 9 h 284"/>
                <a:gd name="T2" fmla="*/ 166 w 181"/>
                <a:gd name="T3" fmla="*/ 7 h 284"/>
                <a:gd name="T4" fmla="*/ 174 w 181"/>
                <a:gd name="T5" fmla="*/ 0 h 284"/>
                <a:gd name="T6" fmla="*/ 181 w 181"/>
                <a:gd name="T7" fmla="*/ 0 h 284"/>
                <a:gd name="T8" fmla="*/ 181 w 181"/>
                <a:gd name="T9" fmla="*/ 5 h 284"/>
                <a:gd name="T10" fmla="*/ 180 w 181"/>
                <a:gd name="T11" fmla="*/ 18 h 284"/>
                <a:gd name="T12" fmla="*/ 181 w 181"/>
                <a:gd name="T13" fmla="*/ 28 h 284"/>
                <a:gd name="T14" fmla="*/ 177 w 181"/>
                <a:gd name="T15" fmla="*/ 36 h 284"/>
                <a:gd name="T16" fmla="*/ 173 w 181"/>
                <a:gd name="T17" fmla="*/ 58 h 284"/>
                <a:gd name="T18" fmla="*/ 165 w 181"/>
                <a:gd name="T19" fmla="*/ 81 h 284"/>
                <a:gd name="T20" fmla="*/ 154 w 181"/>
                <a:gd name="T21" fmla="*/ 108 h 284"/>
                <a:gd name="T22" fmla="*/ 139 w 181"/>
                <a:gd name="T23" fmla="*/ 139 h 284"/>
                <a:gd name="T24" fmla="*/ 124 w 181"/>
                <a:gd name="T25" fmla="*/ 162 h 284"/>
                <a:gd name="T26" fmla="*/ 103 w 181"/>
                <a:gd name="T27" fmla="*/ 190 h 284"/>
                <a:gd name="T28" fmla="*/ 85 w 181"/>
                <a:gd name="T29" fmla="*/ 207 h 284"/>
                <a:gd name="T30" fmla="*/ 57 w 181"/>
                <a:gd name="T31" fmla="*/ 228 h 284"/>
                <a:gd name="T32" fmla="*/ 40 w 181"/>
                <a:gd name="T33" fmla="*/ 243 h 284"/>
                <a:gd name="T34" fmla="*/ 20 w 181"/>
                <a:gd name="T35" fmla="*/ 269 h 284"/>
                <a:gd name="T36" fmla="*/ 15 w 181"/>
                <a:gd name="T37" fmla="*/ 280 h 284"/>
                <a:gd name="T38" fmla="*/ 11 w 181"/>
                <a:gd name="T39" fmla="*/ 284 h 284"/>
                <a:gd name="T40" fmla="*/ 1 w 181"/>
                <a:gd name="T41" fmla="*/ 267 h 284"/>
                <a:gd name="T42" fmla="*/ 0 w 181"/>
                <a:gd name="T43" fmla="*/ 191 h 284"/>
                <a:gd name="T44" fmla="*/ 16 w 181"/>
                <a:gd name="T45" fmla="*/ 168 h 284"/>
                <a:gd name="T46" fmla="*/ 21 w 181"/>
                <a:gd name="T47" fmla="*/ 161 h 284"/>
                <a:gd name="T48" fmla="*/ 33 w 181"/>
                <a:gd name="T49" fmla="*/ 161 h 284"/>
                <a:gd name="T50" fmla="*/ 49 w 181"/>
                <a:gd name="T51" fmla="*/ 146 h 284"/>
                <a:gd name="T52" fmla="*/ 73 w 181"/>
                <a:gd name="T53" fmla="*/ 146 h 284"/>
                <a:gd name="T54" fmla="*/ 123 w 181"/>
                <a:gd name="T55" fmla="*/ 83 h 284"/>
                <a:gd name="T56" fmla="*/ 135 w 181"/>
                <a:gd name="T57" fmla="*/ 66 h 284"/>
                <a:gd name="T58" fmla="*/ 143 w 181"/>
                <a:gd name="T59" fmla="*/ 53 h 284"/>
                <a:gd name="T60" fmla="*/ 143 w 181"/>
                <a:gd name="T61" fmla="*/ 42 h 284"/>
                <a:gd name="T62" fmla="*/ 142 w 181"/>
                <a:gd name="T63" fmla="*/ 21 h 284"/>
                <a:gd name="T64" fmla="*/ 142 w 181"/>
                <a:gd name="T65" fmla="*/ 13 h 284"/>
                <a:gd name="T66" fmla="*/ 142 w 181"/>
                <a:gd name="T67" fmla="*/ 12 h 284"/>
                <a:gd name="T68" fmla="*/ 148 w 181"/>
                <a:gd name="T69" fmla="*/ 12 h 284"/>
                <a:gd name="T70" fmla="*/ 156 w 181"/>
                <a:gd name="T71" fmla="*/ 9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284">
                  <a:moveTo>
                    <a:pt x="156" y="9"/>
                  </a:moveTo>
                  <a:lnTo>
                    <a:pt x="166" y="7"/>
                  </a:lnTo>
                  <a:lnTo>
                    <a:pt x="174" y="0"/>
                  </a:lnTo>
                  <a:lnTo>
                    <a:pt x="181" y="0"/>
                  </a:lnTo>
                  <a:lnTo>
                    <a:pt x="181" y="5"/>
                  </a:lnTo>
                  <a:lnTo>
                    <a:pt x="180" y="18"/>
                  </a:lnTo>
                  <a:lnTo>
                    <a:pt x="181" y="28"/>
                  </a:lnTo>
                  <a:lnTo>
                    <a:pt x="177" y="36"/>
                  </a:lnTo>
                  <a:lnTo>
                    <a:pt x="173" y="58"/>
                  </a:lnTo>
                  <a:lnTo>
                    <a:pt x="165" y="81"/>
                  </a:lnTo>
                  <a:lnTo>
                    <a:pt x="154" y="108"/>
                  </a:lnTo>
                  <a:lnTo>
                    <a:pt x="139" y="139"/>
                  </a:lnTo>
                  <a:lnTo>
                    <a:pt x="124" y="162"/>
                  </a:lnTo>
                  <a:lnTo>
                    <a:pt x="103" y="190"/>
                  </a:lnTo>
                  <a:lnTo>
                    <a:pt x="85" y="207"/>
                  </a:lnTo>
                  <a:lnTo>
                    <a:pt x="57" y="228"/>
                  </a:lnTo>
                  <a:lnTo>
                    <a:pt x="40" y="243"/>
                  </a:lnTo>
                  <a:lnTo>
                    <a:pt x="20" y="269"/>
                  </a:lnTo>
                  <a:lnTo>
                    <a:pt x="15" y="280"/>
                  </a:lnTo>
                  <a:lnTo>
                    <a:pt x="11" y="284"/>
                  </a:lnTo>
                  <a:lnTo>
                    <a:pt x="1" y="267"/>
                  </a:lnTo>
                  <a:lnTo>
                    <a:pt x="0" y="191"/>
                  </a:lnTo>
                  <a:lnTo>
                    <a:pt x="16" y="168"/>
                  </a:lnTo>
                  <a:lnTo>
                    <a:pt x="21" y="161"/>
                  </a:lnTo>
                  <a:lnTo>
                    <a:pt x="33" y="161"/>
                  </a:lnTo>
                  <a:lnTo>
                    <a:pt x="49" y="146"/>
                  </a:lnTo>
                  <a:lnTo>
                    <a:pt x="73" y="146"/>
                  </a:lnTo>
                  <a:lnTo>
                    <a:pt x="123" y="83"/>
                  </a:lnTo>
                  <a:lnTo>
                    <a:pt x="135" y="66"/>
                  </a:lnTo>
                  <a:lnTo>
                    <a:pt x="143" y="53"/>
                  </a:lnTo>
                  <a:lnTo>
                    <a:pt x="143" y="42"/>
                  </a:lnTo>
                  <a:lnTo>
                    <a:pt x="142" y="21"/>
                  </a:lnTo>
                  <a:lnTo>
                    <a:pt x="142" y="13"/>
                  </a:lnTo>
                  <a:lnTo>
                    <a:pt x="142" y="12"/>
                  </a:lnTo>
                  <a:lnTo>
                    <a:pt x="148" y="12"/>
                  </a:lnTo>
                  <a:lnTo>
                    <a:pt x="156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0" name="Freeform 183">
              <a:extLst>
                <a:ext uri="{FF2B5EF4-FFF2-40B4-BE49-F238E27FC236}">
                  <a16:creationId xmlns:a16="http://schemas.microsoft.com/office/drawing/2014/main" id="{265A2093-1A5E-385D-2FD5-66B4F52E9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389" y="2390775"/>
              <a:ext cx="117475" cy="127000"/>
            </a:xfrm>
            <a:custGeom>
              <a:avLst/>
              <a:gdLst>
                <a:gd name="T0" fmla="*/ 35 w 74"/>
                <a:gd name="T1" fmla="*/ 15 h 80"/>
                <a:gd name="T2" fmla="*/ 45 w 74"/>
                <a:gd name="T3" fmla="*/ 20 h 80"/>
                <a:gd name="T4" fmla="*/ 47 w 74"/>
                <a:gd name="T5" fmla="*/ 28 h 80"/>
                <a:gd name="T6" fmla="*/ 58 w 74"/>
                <a:gd name="T7" fmla="*/ 34 h 80"/>
                <a:gd name="T8" fmla="*/ 62 w 74"/>
                <a:gd name="T9" fmla="*/ 30 h 80"/>
                <a:gd name="T10" fmla="*/ 67 w 74"/>
                <a:gd name="T11" fmla="*/ 32 h 80"/>
                <a:gd name="T12" fmla="*/ 63 w 74"/>
                <a:gd name="T13" fmla="*/ 36 h 80"/>
                <a:gd name="T14" fmla="*/ 66 w 74"/>
                <a:gd name="T15" fmla="*/ 39 h 80"/>
                <a:gd name="T16" fmla="*/ 63 w 74"/>
                <a:gd name="T17" fmla="*/ 44 h 80"/>
                <a:gd name="T18" fmla="*/ 65 w 74"/>
                <a:gd name="T19" fmla="*/ 52 h 80"/>
                <a:gd name="T20" fmla="*/ 74 w 74"/>
                <a:gd name="T21" fmla="*/ 60 h 80"/>
                <a:gd name="T22" fmla="*/ 68 w 74"/>
                <a:gd name="T23" fmla="*/ 67 h 80"/>
                <a:gd name="T24" fmla="*/ 66 w 74"/>
                <a:gd name="T25" fmla="*/ 73 h 80"/>
                <a:gd name="T26" fmla="*/ 68 w 74"/>
                <a:gd name="T27" fmla="*/ 76 h 80"/>
                <a:gd name="T28" fmla="*/ 66 w 74"/>
                <a:gd name="T29" fmla="*/ 79 h 80"/>
                <a:gd name="T30" fmla="*/ 58 w 74"/>
                <a:gd name="T31" fmla="*/ 79 h 80"/>
                <a:gd name="T32" fmla="*/ 52 w 74"/>
                <a:gd name="T33" fmla="*/ 80 h 80"/>
                <a:gd name="T34" fmla="*/ 52 w 74"/>
                <a:gd name="T35" fmla="*/ 79 h 80"/>
                <a:gd name="T36" fmla="*/ 54 w 74"/>
                <a:gd name="T37" fmla="*/ 76 h 80"/>
                <a:gd name="T38" fmla="*/ 55 w 74"/>
                <a:gd name="T39" fmla="*/ 71 h 80"/>
                <a:gd name="T40" fmla="*/ 53 w 74"/>
                <a:gd name="T41" fmla="*/ 71 h 80"/>
                <a:gd name="T42" fmla="*/ 49 w 74"/>
                <a:gd name="T43" fmla="*/ 67 h 80"/>
                <a:gd name="T44" fmla="*/ 46 w 74"/>
                <a:gd name="T45" fmla="*/ 66 h 80"/>
                <a:gd name="T46" fmla="*/ 44 w 74"/>
                <a:gd name="T47" fmla="*/ 63 h 80"/>
                <a:gd name="T48" fmla="*/ 40 w 74"/>
                <a:gd name="T49" fmla="*/ 62 h 80"/>
                <a:gd name="T50" fmla="*/ 38 w 74"/>
                <a:gd name="T51" fmla="*/ 59 h 80"/>
                <a:gd name="T52" fmla="*/ 35 w 74"/>
                <a:gd name="T53" fmla="*/ 60 h 80"/>
                <a:gd name="T54" fmla="*/ 33 w 74"/>
                <a:gd name="T55" fmla="*/ 67 h 80"/>
                <a:gd name="T56" fmla="*/ 29 w 74"/>
                <a:gd name="T57" fmla="*/ 68 h 80"/>
                <a:gd name="T58" fmla="*/ 31 w 74"/>
                <a:gd name="T59" fmla="*/ 67 h 80"/>
                <a:gd name="T60" fmla="*/ 24 w 74"/>
                <a:gd name="T61" fmla="*/ 63 h 80"/>
                <a:gd name="T62" fmla="*/ 18 w 74"/>
                <a:gd name="T63" fmla="*/ 60 h 80"/>
                <a:gd name="T64" fmla="*/ 16 w 74"/>
                <a:gd name="T65" fmla="*/ 57 h 80"/>
                <a:gd name="T66" fmla="*/ 11 w 74"/>
                <a:gd name="T67" fmla="*/ 54 h 80"/>
                <a:gd name="T68" fmla="*/ 15 w 74"/>
                <a:gd name="T69" fmla="*/ 53 h 80"/>
                <a:gd name="T70" fmla="*/ 16 w 74"/>
                <a:gd name="T71" fmla="*/ 43 h 80"/>
                <a:gd name="T72" fmla="*/ 7 w 74"/>
                <a:gd name="T73" fmla="*/ 35 h 80"/>
                <a:gd name="T74" fmla="*/ 11 w 74"/>
                <a:gd name="T75" fmla="*/ 26 h 80"/>
                <a:gd name="T76" fmla="*/ 5 w 74"/>
                <a:gd name="T77" fmla="*/ 26 h 80"/>
                <a:gd name="T78" fmla="*/ 10 w 74"/>
                <a:gd name="T79" fmla="*/ 19 h 80"/>
                <a:gd name="T80" fmla="*/ 5 w 74"/>
                <a:gd name="T81" fmla="*/ 13 h 80"/>
                <a:gd name="T82" fmla="*/ 0 w 74"/>
                <a:gd name="T83" fmla="*/ 5 h 80"/>
                <a:gd name="T84" fmla="*/ 12 w 74"/>
                <a:gd name="T85" fmla="*/ 0 h 80"/>
                <a:gd name="T86" fmla="*/ 22 w 74"/>
                <a:gd name="T87" fmla="*/ 1 h 80"/>
                <a:gd name="T88" fmla="*/ 32 w 74"/>
                <a:gd name="T89" fmla="*/ 9 h 80"/>
                <a:gd name="T90" fmla="*/ 35 w 74"/>
                <a:gd name="T91" fmla="*/ 15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4" h="80">
                  <a:moveTo>
                    <a:pt x="35" y="15"/>
                  </a:moveTo>
                  <a:lnTo>
                    <a:pt x="45" y="20"/>
                  </a:lnTo>
                  <a:lnTo>
                    <a:pt x="47" y="28"/>
                  </a:lnTo>
                  <a:lnTo>
                    <a:pt x="58" y="34"/>
                  </a:lnTo>
                  <a:lnTo>
                    <a:pt x="62" y="30"/>
                  </a:lnTo>
                  <a:lnTo>
                    <a:pt x="67" y="32"/>
                  </a:lnTo>
                  <a:lnTo>
                    <a:pt x="63" y="36"/>
                  </a:lnTo>
                  <a:lnTo>
                    <a:pt x="66" y="39"/>
                  </a:lnTo>
                  <a:lnTo>
                    <a:pt x="63" y="44"/>
                  </a:lnTo>
                  <a:lnTo>
                    <a:pt x="65" y="52"/>
                  </a:lnTo>
                  <a:lnTo>
                    <a:pt x="74" y="60"/>
                  </a:lnTo>
                  <a:lnTo>
                    <a:pt x="68" y="67"/>
                  </a:lnTo>
                  <a:lnTo>
                    <a:pt x="66" y="73"/>
                  </a:lnTo>
                  <a:lnTo>
                    <a:pt x="68" y="76"/>
                  </a:lnTo>
                  <a:lnTo>
                    <a:pt x="66" y="79"/>
                  </a:lnTo>
                  <a:lnTo>
                    <a:pt x="58" y="79"/>
                  </a:lnTo>
                  <a:lnTo>
                    <a:pt x="52" y="80"/>
                  </a:lnTo>
                  <a:lnTo>
                    <a:pt x="52" y="79"/>
                  </a:lnTo>
                  <a:lnTo>
                    <a:pt x="54" y="76"/>
                  </a:lnTo>
                  <a:lnTo>
                    <a:pt x="55" y="71"/>
                  </a:lnTo>
                  <a:lnTo>
                    <a:pt x="53" y="71"/>
                  </a:lnTo>
                  <a:lnTo>
                    <a:pt x="49" y="67"/>
                  </a:lnTo>
                  <a:lnTo>
                    <a:pt x="46" y="66"/>
                  </a:lnTo>
                  <a:lnTo>
                    <a:pt x="44" y="63"/>
                  </a:lnTo>
                  <a:lnTo>
                    <a:pt x="40" y="62"/>
                  </a:lnTo>
                  <a:lnTo>
                    <a:pt x="38" y="59"/>
                  </a:lnTo>
                  <a:lnTo>
                    <a:pt x="35" y="60"/>
                  </a:lnTo>
                  <a:lnTo>
                    <a:pt x="33" y="67"/>
                  </a:lnTo>
                  <a:lnTo>
                    <a:pt x="29" y="68"/>
                  </a:lnTo>
                  <a:lnTo>
                    <a:pt x="31" y="67"/>
                  </a:lnTo>
                  <a:lnTo>
                    <a:pt x="24" y="63"/>
                  </a:lnTo>
                  <a:lnTo>
                    <a:pt x="18" y="60"/>
                  </a:lnTo>
                  <a:lnTo>
                    <a:pt x="16" y="57"/>
                  </a:lnTo>
                  <a:lnTo>
                    <a:pt x="11" y="54"/>
                  </a:lnTo>
                  <a:lnTo>
                    <a:pt x="15" y="53"/>
                  </a:lnTo>
                  <a:lnTo>
                    <a:pt x="16" y="43"/>
                  </a:lnTo>
                  <a:lnTo>
                    <a:pt x="7" y="35"/>
                  </a:lnTo>
                  <a:lnTo>
                    <a:pt x="11" y="26"/>
                  </a:lnTo>
                  <a:lnTo>
                    <a:pt x="5" y="26"/>
                  </a:lnTo>
                  <a:lnTo>
                    <a:pt x="10" y="19"/>
                  </a:lnTo>
                  <a:lnTo>
                    <a:pt x="5" y="13"/>
                  </a:lnTo>
                  <a:lnTo>
                    <a:pt x="0" y="5"/>
                  </a:lnTo>
                  <a:lnTo>
                    <a:pt x="12" y="0"/>
                  </a:lnTo>
                  <a:lnTo>
                    <a:pt x="22" y="1"/>
                  </a:lnTo>
                  <a:lnTo>
                    <a:pt x="32" y="9"/>
                  </a:lnTo>
                  <a:lnTo>
                    <a:pt x="35" y="15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401" name="Freeform 184">
              <a:extLst>
                <a:ext uri="{FF2B5EF4-FFF2-40B4-BE49-F238E27FC236}">
                  <a16:creationId xmlns:a16="http://schemas.microsoft.com/office/drawing/2014/main" id="{F0E82135-0AC1-2E30-22C3-82989ABDE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164" y="3709988"/>
              <a:ext cx="119063" cy="139700"/>
            </a:xfrm>
            <a:custGeom>
              <a:avLst/>
              <a:gdLst>
                <a:gd name="T0" fmla="*/ 17 w 75"/>
                <a:gd name="T1" fmla="*/ 1 h 88"/>
                <a:gd name="T2" fmla="*/ 39 w 75"/>
                <a:gd name="T3" fmla="*/ 5 h 88"/>
                <a:gd name="T4" fmla="*/ 41 w 75"/>
                <a:gd name="T5" fmla="*/ 2 h 88"/>
                <a:gd name="T6" fmla="*/ 56 w 75"/>
                <a:gd name="T7" fmla="*/ 0 h 88"/>
                <a:gd name="T8" fmla="*/ 75 w 75"/>
                <a:gd name="T9" fmla="*/ 6 h 88"/>
                <a:gd name="T10" fmla="*/ 65 w 75"/>
                <a:gd name="T11" fmla="*/ 24 h 88"/>
                <a:gd name="T12" fmla="*/ 66 w 75"/>
                <a:gd name="T13" fmla="*/ 38 h 88"/>
                <a:gd name="T14" fmla="*/ 74 w 75"/>
                <a:gd name="T15" fmla="*/ 50 h 88"/>
                <a:gd name="T16" fmla="*/ 70 w 75"/>
                <a:gd name="T17" fmla="*/ 59 h 88"/>
                <a:gd name="T18" fmla="*/ 68 w 75"/>
                <a:gd name="T19" fmla="*/ 69 h 88"/>
                <a:gd name="T20" fmla="*/ 64 w 75"/>
                <a:gd name="T21" fmla="*/ 77 h 88"/>
                <a:gd name="T22" fmla="*/ 53 w 75"/>
                <a:gd name="T23" fmla="*/ 73 h 88"/>
                <a:gd name="T24" fmla="*/ 45 w 75"/>
                <a:gd name="T25" fmla="*/ 75 h 88"/>
                <a:gd name="T26" fmla="*/ 37 w 75"/>
                <a:gd name="T27" fmla="*/ 73 h 88"/>
                <a:gd name="T28" fmla="*/ 35 w 75"/>
                <a:gd name="T29" fmla="*/ 79 h 88"/>
                <a:gd name="T30" fmla="*/ 38 w 75"/>
                <a:gd name="T31" fmla="*/ 83 h 88"/>
                <a:gd name="T32" fmla="*/ 37 w 75"/>
                <a:gd name="T33" fmla="*/ 88 h 88"/>
                <a:gd name="T34" fmla="*/ 27 w 75"/>
                <a:gd name="T35" fmla="*/ 86 h 88"/>
                <a:gd name="T36" fmla="*/ 16 w 75"/>
                <a:gd name="T37" fmla="*/ 68 h 88"/>
                <a:gd name="T38" fmla="*/ 13 w 75"/>
                <a:gd name="T39" fmla="*/ 56 h 88"/>
                <a:gd name="T40" fmla="*/ 7 w 75"/>
                <a:gd name="T41" fmla="*/ 56 h 88"/>
                <a:gd name="T42" fmla="*/ 0 w 75"/>
                <a:gd name="T43" fmla="*/ 41 h 88"/>
                <a:gd name="T44" fmla="*/ 3 w 75"/>
                <a:gd name="T45" fmla="*/ 30 h 88"/>
                <a:gd name="T46" fmla="*/ 2 w 75"/>
                <a:gd name="T47" fmla="*/ 25 h 88"/>
                <a:gd name="T48" fmla="*/ 13 w 75"/>
                <a:gd name="T49" fmla="*/ 20 h 88"/>
                <a:gd name="T50" fmla="*/ 17 w 75"/>
                <a:gd name="T51" fmla="*/ 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" h="88">
                  <a:moveTo>
                    <a:pt x="17" y="1"/>
                  </a:moveTo>
                  <a:lnTo>
                    <a:pt x="39" y="5"/>
                  </a:lnTo>
                  <a:lnTo>
                    <a:pt x="41" y="2"/>
                  </a:lnTo>
                  <a:lnTo>
                    <a:pt x="56" y="0"/>
                  </a:lnTo>
                  <a:lnTo>
                    <a:pt x="75" y="6"/>
                  </a:lnTo>
                  <a:lnTo>
                    <a:pt x="65" y="24"/>
                  </a:lnTo>
                  <a:lnTo>
                    <a:pt x="66" y="38"/>
                  </a:lnTo>
                  <a:lnTo>
                    <a:pt x="74" y="50"/>
                  </a:lnTo>
                  <a:lnTo>
                    <a:pt x="70" y="59"/>
                  </a:lnTo>
                  <a:lnTo>
                    <a:pt x="68" y="69"/>
                  </a:lnTo>
                  <a:lnTo>
                    <a:pt x="64" y="77"/>
                  </a:lnTo>
                  <a:lnTo>
                    <a:pt x="53" y="73"/>
                  </a:lnTo>
                  <a:lnTo>
                    <a:pt x="45" y="75"/>
                  </a:lnTo>
                  <a:lnTo>
                    <a:pt x="37" y="73"/>
                  </a:lnTo>
                  <a:lnTo>
                    <a:pt x="35" y="79"/>
                  </a:lnTo>
                  <a:lnTo>
                    <a:pt x="38" y="83"/>
                  </a:lnTo>
                  <a:lnTo>
                    <a:pt x="37" y="88"/>
                  </a:lnTo>
                  <a:lnTo>
                    <a:pt x="27" y="86"/>
                  </a:lnTo>
                  <a:lnTo>
                    <a:pt x="16" y="68"/>
                  </a:lnTo>
                  <a:lnTo>
                    <a:pt x="13" y="56"/>
                  </a:lnTo>
                  <a:lnTo>
                    <a:pt x="7" y="56"/>
                  </a:lnTo>
                  <a:lnTo>
                    <a:pt x="0" y="41"/>
                  </a:lnTo>
                  <a:lnTo>
                    <a:pt x="3" y="30"/>
                  </a:lnTo>
                  <a:lnTo>
                    <a:pt x="2" y="25"/>
                  </a:lnTo>
                  <a:lnTo>
                    <a:pt x="13" y="20"/>
                  </a:lnTo>
                  <a:lnTo>
                    <a:pt x="17" y="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2" name="Freeform 185">
              <a:extLst>
                <a:ext uri="{FF2B5EF4-FFF2-40B4-BE49-F238E27FC236}">
                  <a16:creationId xmlns:a16="http://schemas.microsoft.com/office/drawing/2014/main" id="{E3646E6E-5102-3A73-FE77-175CDFB64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7239" y="2281237"/>
              <a:ext cx="142875" cy="57150"/>
            </a:xfrm>
            <a:custGeom>
              <a:avLst/>
              <a:gdLst>
                <a:gd name="T0" fmla="*/ 29 w 90"/>
                <a:gd name="T1" fmla="*/ 1 h 36"/>
                <a:gd name="T2" fmla="*/ 30 w 90"/>
                <a:gd name="T3" fmla="*/ 3 h 36"/>
                <a:gd name="T4" fmla="*/ 37 w 90"/>
                <a:gd name="T5" fmla="*/ 0 h 36"/>
                <a:gd name="T6" fmla="*/ 45 w 90"/>
                <a:gd name="T7" fmla="*/ 7 h 36"/>
                <a:gd name="T8" fmla="*/ 54 w 90"/>
                <a:gd name="T9" fmla="*/ 3 h 36"/>
                <a:gd name="T10" fmla="*/ 62 w 90"/>
                <a:gd name="T11" fmla="*/ 4 h 36"/>
                <a:gd name="T12" fmla="*/ 74 w 90"/>
                <a:gd name="T13" fmla="*/ 2 h 36"/>
                <a:gd name="T14" fmla="*/ 90 w 90"/>
                <a:gd name="T15" fmla="*/ 10 h 36"/>
                <a:gd name="T16" fmla="*/ 86 w 90"/>
                <a:gd name="T17" fmla="*/ 15 h 36"/>
                <a:gd name="T18" fmla="*/ 84 w 90"/>
                <a:gd name="T19" fmla="*/ 23 h 36"/>
                <a:gd name="T20" fmla="*/ 81 w 90"/>
                <a:gd name="T21" fmla="*/ 25 h 36"/>
                <a:gd name="T22" fmla="*/ 63 w 90"/>
                <a:gd name="T23" fmla="*/ 19 h 36"/>
                <a:gd name="T24" fmla="*/ 57 w 90"/>
                <a:gd name="T25" fmla="*/ 20 h 36"/>
                <a:gd name="T26" fmla="*/ 54 w 90"/>
                <a:gd name="T27" fmla="*/ 25 h 36"/>
                <a:gd name="T28" fmla="*/ 47 w 90"/>
                <a:gd name="T29" fmla="*/ 27 h 36"/>
                <a:gd name="T30" fmla="*/ 45 w 90"/>
                <a:gd name="T31" fmla="*/ 26 h 36"/>
                <a:gd name="T32" fmla="*/ 37 w 90"/>
                <a:gd name="T33" fmla="*/ 29 h 36"/>
                <a:gd name="T34" fmla="*/ 31 w 90"/>
                <a:gd name="T35" fmla="*/ 30 h 36"/>
                <a:gd name="T36" fmla="*/ 30 w 90"/>
                <a:gd name="T37" fmla="*/ 34 h 36"/>
                <a:gd name="T38" fmla="*/ 17 w 90"/>
                <a:gd name="T39" fmla="*/ 36 h 36"/>
                <a:gd name="T40" fmla="*/ 11 w 90"/>
                <a:gd name="T41" fmla="*/ 34 h 36"/>
                <a:gd name="T42" fmla="*/ 2 w 90"/>
                <a:gd name="T43" fmla="*/ 29 h 36"/>
                <a:gd name="T44" fmla="*/ 0 w 90"/>
                <a:gd name="T45" fmla="*/ 22 h 36"/>
                <a:gd name="T46" fmla="*/ 1 w 90"/>
                <a:gd name="T47" fmla="*/ 19 h 36"/>
                <a:gd name="T48" fmla="*/ 2 w 90"/>
                <a:gd name="T49" fmla="*/ 15 h 36"/>
                <a:gd name="T50" fmla="*/ 10 w 90"/>
                <a:gd name="T51" fmla="*/ 15 h 36"/>
                <a:gd name="T52" fmla="*/ 15 w 90"/>
                <a:gd name="T53" fmla="*/ 13 h 36"/>
                <a:gd name="T54" fmla="*/ 15 w 90"/>
                <a:gd name="T55" fmla="*/ 11 h 36"/>
                <a:gd name="T56" fmla="*/ 18 w 90"/>
                <a:gd name="T57" fmla="*/ 10 h 36"/>
                <a:gd name="T58" fmla="*/ 19 w 90"/>
                <a:gd name="T59" fmla="*/ 6 h 36"/>
                <a:gd name="T60" fmla="*/ 22 w 90"/>
                <a:gd name="T61" fmla="*/ 5 h 36"/>
                <a:gd name="T62" fmla="*/ 25 w 90"/>
                <a:gd name="T63" fmla="*/ 1 h 36"/>
                <a:gd name="T64" fmla="*/ 29 w 90"/>
                <a:gd name="T65" fmla="*/ 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36">
                  <a:moveTo>
                    <a:pt x="29" y="1"/>
                  </a:moveTo>
                  <a:lnTo>
                    <a:pt x="30" y="3"/>
                  </a:lnTo>
                  <a:lnTo>
                    <a:pt x="37" y="0"/>
                  </a:lnTo>
                  <a:lnTo>
                    <a:pt x="45" y="7"/>
                  </a:lnTo>
                  <a:lnTo>
                    <a:pt x="54" y="3"/>
                  </a:lnTo>
                  <a:lnTo>
                    <a:pt x="62" y="4"/>
                  </a:lnTo>
                  <a:lnTo>
                    <a:pt x="74" y="2"/>
                  </a:lnTo>
                  <a:lnTo>
                    <a:pt x="90" y="10"/>
                  </a:lnTo>
                  <a:lnTo>
                    <a:pt x="86" y="15"/>
                  </a:lnTo>
                  <a:lnTo>
                    <a:pt x="84" y="23"/>
                  </a:lnTo>
                  <a:lnTo>
                    <a:pt x="81" y="25"/>
                  </a:lnTo>
                  <a:lnTo>
                    <a:pt x="63" y="19"/>
                  </a:lnTo>
                  <a:lnTo>
                    <a:pt x="57" y="20"/>
                  </a:lnTo>
                  <a:lnTo>
                    <a:pt x="54" y="25"/>
                  </a:lnTo>
                  <a:lnTo>
                    <a:pt x="47" y="27"/>
                  </a:lnTo>
                  <a:lnTo>
                    <a:pt x="45" y="26"/>
                  </a:lnTo>
                  <a:lnTo>
                    <a:pt x="37" y="29"/>
                  </a:lnTo>
                  <a:lnTo>
                    <a:pt x="31" y="30"/>
                  </a:lnTo>
                  <a:lnTo>
                    <a:pt x="30" y="34"/>
                  </a:lnTo>
                  <a:lnTo>
                    <a:pt x="17" y="36"/>
                  </a:lnTo>
                  <a:lnTo>
                    <a:pt x="11" y="34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1" y="19"/>
                  </a:lnTo>
                  <a:lnTo>
                    <a:pt x="2" y="15"/>
                  </a:lnTo>
                  <a:lnTo>
                    <a:pt x="10" y="15"/>
                  </a:lnTo>
                  <a:lnTo>
                    <a:pt x="15" y="13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9" y="6"/>
                  </a:lnTo>
                  <a:lnTo>
                    <a:pt x="22" y="5"/>
                  </a:lnTo>
                  <a:lnTo>
                    <a:pt x="25" y="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403" name="Freeform 186">
              <a:extLst>
                <a:ext uri="{FF2B5EF4-FFF2-40B4-BE49-F238E27FC236}">
                  <a16:creationId xmlns:a16="http://schemas.microsoft.com/office/drawing/2014/main" id="{A132744D-80CB-335E-8694-E47DD2E28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039" y="2368550"/>
              <a:ext cx="73025" cy="46038"/>
            </a:xfrm>
            <a:custGeom>
              <a:avLst/>
              <a:gdLst>
                <a:gd name="T0" fmla="*/ 1 w 46"/>
                <a:gd name="T1" fmla="*/ 7 h 29"/>
                <a:gd name="T2" fmla="*/ 15 w 46"/>
                <a:gd name="T3" fmla="*/ 9 h 29"/>
                <a:gd name="T4" fmla="*/ 22 w 46"/>
                <a:gd name="T5" fmla="*/ 4 h 29"/>
                <a:gd name="T6" fmla="*/ 37 w 46"/>
                <a:gd name="T7" fmla="*/ 3 h 29"/>
                <a:gd name="T8" fmla="*/ 39 w 46"/>
                <a:gd name="T9" fmla="*/ 0 h 29"/>
                <a:gd name="T10" fmla="*/ 42 w 46"/>
                <a:gd name="T11" fmla="*/ 0 h 29"/>
                <a:gd name="T12" fmla="*/ 46 w 46"/>
                <a:gd name="T13" fmla="*/ 7 h 29"/>
                <a:gd name="T14" fmla="*/ 33 w 46"/>
                <a:gd name="T15" fmla="*/ 12 h 29"/>
                <a:gd name="T16" fmla="*/ 32 w 46"/>
                <a:gd name="T17" fmla="*/ 21 h 29"/>
                <a:gd name="T18" fmla="*/ 27 w 46"/>
                <a:gd name="T19" fmla="*/ 23 h 29"/>
                <a:gd name="T20" fmla="*/ 27 w 46"/>
                <a:gd name="T21" fmla="*/ 29 h 29"/>
                <a:gd name="T22" fmla="*/ 21 w 46"/>
                <a:gd name="T23" fmla="*/ 28 h 29"/>
                <a:gd name="T24" fmla="*/ 15 w 46"/>
                <a:gd name="T25" fmla="*/ 25 h 29"/>
                <a:gd name="T26" fmla="*/ 12 w 46"/>
                <a:gd name="T27" fmla="*/ 28 h 29"/>
                <a:gd name="T28" fmla="*/ 1 w 46"/>
                <a:gd name="T29" fmla="*/ 28 h 29"/>
                <a:gd name="T30" fmla="*/ 4 w 46"/>
                <a:gd name="T31" fmla="*/ 26 h 29"/>
                <a:gd name="T32" fmla="*/ 0 w 46"/>
                <a:gd name="T33" fmla="*/ 17 h 29"/>
                <a:gd name="T34" fmla="*/ 1 w 46"/>
                <a:gd name="T35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" h="29">
                  <a:moveTo>
                    <a:pt x="1" y="7"/>
                  </a:moveTo>
                  <a:lnTo>
                    <a:pt x="15" y="9"/>
                  </a:lnTo>
                  <a:lnTo>
                    <a:pt x="22" y="4"/>
                  </a:lnTo>
                  <a:lnTo>
                    <a:pt x="37" y="3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6" y="7"/>
                  </a:lnTo>
                  <a:lnTo>
                    <a:pt x="33" y="12"/>
                  </a:lnTo>
                  <a:lnTo>
                    <a:pt x="32" y="21"/>
                  </a:lnTo>
                  <a:lnTo>
                    <a:pt x="27" y="23"/>
                  </a:lnTo>
                  <a:lnTo>
                    <a:pt x="27" y="29"/>
                  </a:lnTo>
                  <a:lnTo>
                    <a:pt x="21" y="28"/>
                  </a:lnTo>
                  <a:lnTo>
                    <a:pt x="15" y="25"/>
                  </a:lnTo>
                  <a:lnTo>
                    <a:pt x="12" y="28"/>
                  </a:lnTo>
                  <a:lnTo>
                    <a:pt x="1" y="28"/>
                  </a:lnTo>
                  <a:lnTo>
                    <a:pt x="4" y="26"/>
                  </a:lnTo>
                  <a:lnTo>
                    <a:pt x="0" y="17"/>
                  </a:lnTo>
                  <a:lnTo>
                    <a:pt x="1" y="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4" name="Freeform 187">
              <a:extLst>
                <a:ext uri="{FF2B5EF4-FFF2-40B4-BE49-F238E27FC236}">
                  <a16:creationId xmlns:a16="http://schemas.microsoft.com/office/drawing/2014/main" id="{542BCB92-CB6C-7FFE-2191-515D6F075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4202" y="1685925"/>
              <a:ext cx="263525" cy="411163"/>
            </a:xfrm>
            <a:custGeom>
              <a:avLst/>
              <a:gdLst>
                <a:gd name="T0" fmla="*/ 144 w 166"/>
                <a:gd name="T1" fmla="*/ 61 h 259"/>
                <a:gd name="T2" fmla="*/ 132 w 166"/>
                <a:gd name="T3" fmla="*/ 73 h 259"/>
                <a:gd name="T4" fmla="*/ 137 w 166"/>
                <a:gd name="T5" fmla="*/ 84 h 259"/>
                <a:gd name="T6" fmla="*/ 117 w 166"/>
                <a:gd name="T7" fmla="*/ 100 h 259"/>
                <a:gd name="T8" fmla="*/ 92 w 166"/>
                <a:gd name="T9" fmla="*/ 116 h 259"/>
                <a:gd name="T10" fmla="*/ 85 w 166"/>
                <a:gd name="T11" fmla="*/ 142 h 259"/>
                <a:gd name="T12" fmla="*/ 97 w 166"/>
                <a:gd name="T13" fmla="*/ 156 h 259"/>
                <a:gd name="T14" fmla="*/ 112 w 166"/>
                <a:gd name="T15" fmla="*/ 166 h 259"/>
                <a:gd name="T16" fmla="*/ 102 w 166"/>
                <a:gd name="T17" fmla="*/ 188 h 259"/>
                <a:gd name="T18" fmla="*/ 87 w 166"/>
                <a:gd name="T19" fmla="*/ 193 h 259"/>
                <a:gd name="T20" fmla="*/ 85 w 166"/>
                <a:gd name="T21" fmla="*/ 226 h 259"/>
                <a:gd name="T22" fmla="*/ 78 w 166"/>
                <a:gd name="T23" fmla="*/ 244 h 259"/>
                <a:gd name="T24" fmla="*/ 59 w 166"/>
                <a:gd name="T25" fmla="*/ 242 h 259"/>
                <a:gd name="T26" fmla="*/ 52 w 166"/>
                <a:gd name="T27" fmla="*/ 258 h 259"/>
                <a:gd name="T28" fmla="*/ 35 w 166"/>
                <a:gd name="T29" fmla="*/ 259 h 259"/>
                <a:gd name="T30" fmla="*/ 28 w 166"/>
                <a:gd name="T31" fmla="*/ 240 h 259"/>
                <a:gd name="T32" fmla="*/ 14 w 166"/>
                <a:gd name="T33" fmla="*/ 218 h 259"/>
                <a:gd name="T34" fmla="*/ 0 w 166"/>
                <a:gd name="T35" fmla="*/ 190 h 259"/>
                <a:gd name="T36" fmla="*/ 6 w 166"/>
                <a:gd name="T37" fmla="*/ 179 h 259"/>
                <a:gd name="T38" fmla="*/ 17 w 166"/>
                <a:gd name="T39" fmla="*/ 166 h 259"/>
                <a:gd name="T40" fmla="*/ 20 w 166"/>
                <a:gd name="T41" fmla="*/ 143 h 259"/>
                <a:gd name="T42" fmla="*/ 10 w 166"/>
                <a:gd name="T43" fmla="*/ 134 h 259"/>
                <a:gd name="T44" fmla="*/ 6 w 166"/>
                <a:gd name="T45" fmla="*/ 109 h 259"/>
                <a:gd name="T46" fmla="*/ 14 w 166"/>
                <a:gd name="T47" fmla="*/ 91 h 259"/>
                <a:gd name="T48" fmla="*/ 28 w 166"/>
                <a:gd name="T49" fmla="*/ 91 h 259"/>
                <a:gd name="T50" fmla="*/ 32 w 166"/>
                <a:gd name="T51" fmla="*/ 84 h 259"/>
                <a:gd name="T52" fmla="*/ 26 w 166"/>
                <a:gd name="T53" fmla="*/ 78 h 259"/>
                <a:gd name="T54" fmla="*/ 45 w 166"/>
                <a:gd name="T55" fmla="*/ 52 h 259"/>
                <a:gd name="T56" fmla="*/ 56 w 166"/>
                <a:gd name="T57" fmla="*/ 32 h 259"/>
                <a:gd name="T58" fmla="*/ 63 w 166"/>
                <a:gd name="T59" fmla="*/ 19 h 259"/>
                <a:gd name="T60" fmla="*/ 76 w 166"/>
                <a:gd name="T61" fmla="*/ 19 h 259"/>
                <a:gd name="T62" fmla="*/ 78 w 166"/>
                <a:gd name="T63" fmla="*/ 9 h 259"/>
                <a:gd name="T64" fmla="*/ 103 w 166"/>
                <a:gd name="T65" fmla="*/ 12 h 259"/>
                <a:gd name="T66" fmla="*/ 103 w 166"/>
                <a:gd name="T67" fmla="*/ 1 h 259"/>
                <a:gd name="T68" fmla="*/ 111 w 166"/>
                <a:gd name="T69" fmla="*/ 0 h 259"/>
                <a:gd name="T70" fmla="*/ 131 w 166"/>
                <a:gd name="T71" fmla="*/ 9 h 259"/>
                <a:gd name="T72" fmla="*/ 154 w 166"/>
                <a:gd name="T73" fmla="*/ 21 h 259"/>
                <a:gd name="T74" fmla="*/ 160 w 166"/>
                <a:gd name="T75" fmla="*/ 48 h 259"/>
                <a:gd name="T76" fmla="*/ 166 w 166"/>
                <a:gd name="T77" fmla="*/ 55 h 259"/>
                <a:gd name="T78" fmla="*/ 144 w 166"/>
                <a:gd name="T79" fmla="*/ 61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6" h="259">
                  <a:moveTo>
                    <a:pt x="144" y="61"/>
                  </a:moveTo>
                  <a:lnTo>
                    <a:pt x="132" y="73"/>
                  </a:lnTo>
                  <a:lnTo>
                    <a:pt x="137" y="84"/>
                  </a:lnTo>
                  <a:lnTo>
                    <a:pt x="117" y="100"/>
                  </a:lnTo>
                  <a:lnTo>
                    <a:pt x="92" y="116"/>
                  </a:lnTo>
                  <a:lnTo>
                    <a:pt x="85" y="142"/>
                  </a:lnTo>
                  <a:lnTo>
                    <a:pt x="97" y="156"/>
                  </a:lnTo>
                  <a:lnTo>
                    <a:pt x="112" y="166"/>
                  </a:lnTo>
                  <a:lnTo>
                    <a:pt x="102" y="188"/>
                  </a:lnTo>
                  <a:lnTo>
                    <a:pt x="87" y="193"/>
                  </a:lnTo>
                  <a:lnTo>
                    <a:pt x="85" y="226"/>
                  </a:lnTo>
                  <a:lnTo>
                    <a:pt x="78" y="244"/>
                  </a:lnTo>
                  <a:lnTo>
                    <a:pt x="59" y="242"/>
                  </a:lnTo>
                  <a:lnTo>
                    <a:pt x="52" y="258"/>
                  </a:lnTo>
                  <a:lnTo>
                    <a:pt x="35" y="259"/>
                  </a:lnTo>
                  <a:lnTo>
                    <a:pt x="28" y="240"/>
                  </a:lnTo>
                  <a:lnTo>
                    <a:pt x="14" y="218"/>
                  </a:lnTo>
                  <a:lnTo>
                    <a:pt x="0" y="190"/>
                  </a:lnTo>
                  <a:lnTo>
                    <a:pt x="6" y="179"/>
                  </a:lnTo>
                  <a:lnTo>
                    <a:pt x="17" y="166"/>
                  </a:lnTo>
                  <a:lnTo>
                    <a:pt x="20" y="143"/>
                  </a:lnTo>
                  <a:lnTo>
                    <a:pt x="10" y="134"/>
                  </a:lnTo>
                  <a:lnTo>
                    <a:pt x="6" y="109"/>
                  </a:lnTo>
                  <a:lnTo>
                    <a:pt x="14" y="91"/>
                  </a:lnTo>
                  <a:lnTo>
                    <a:pt x="28" y="91"/>
                  </a:lnTo>
                  <a:lnTo>
                    <a:pt x="32" y="84"/>
                  </a:lnTo>
                  <a:lnTo>
                    <a:pt x="26" y="78"/>
                  </a:lnTo>
                  <a:lnTo>
                    <a:pt x="45" y="52"/>
                  </a:lnTo>
                  <a:lnTo>
                    <a:pt x="56" y="32"/>
                  </a:lnTo>
                  <a:lnTo>
                    <a:pt x="63" y="19"/>
                  </a:lnTo>
                  <a:lnTo>
                    <a:pt x="76" y="19"/>
                  </a:lnTo>
                  <a:lnTo>
                    <a:pt x="78" y="9"/>
                  </a:lnTo>
                  <a:lnTo>
                    <a:pt x="103" y="12"/>
                  </a:lnTo>
                  <a:lnTo>
                    <a:pt x="103" y="1"/>
                  </a:lnTo>
                  <a:lnTo>
                    <a:pt x="111" y="0"/>
                  </a:lnTo>
                  <a:lnTo>
                    <a:pt x="131" y="9"/>
                  </a:lnTo>
                  <a:lnTo>
                    <a:pt x="154" y="21"/>
                  </a:lnTo>
                  <a:lnTo>
                    <a:pt x="160" y="48"/>
                  </a:lnTo>
                  <a:lnTo>
                    <a:pt x="166" y="55"/>
                  </a:lnTo>
                  <a:lnTo>
                    <a:pt x="144" y="6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405" name="Freeform 188">
              <a:extLst>
                <a:ext uri="{FF2B5EF4-FFF2-40B4-BE49-F238E27FC236}">
                  <a16:creationId xmlns:a16="http://schemas.microsoft.com/office/drawing/2014/main" id="{02B08D75-B96A-8EAE-7BE0-E62C8DB92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627" y="4754563"/>
              <a:ext cx="38100" cy="53975"/>
            </a:xfrm>
            <a:custGeom>
              <a:avLst/>
              <a:gdLst>
                <a:gd name="T0" fmla="*/ 24 w 24"/>
                <a:gd name="T1" fmla="*/ 23 h 34"/>
                <a:gd name="T2" fmla="*/ 20 w 24"/>
                <a:gd name="T3" fmla="*/ 32 h 34"/>
                <a:gd name="T4" fmla="*/ 10 w 24"/>
                <a:gd name="T5" fmla="*/ 34 h 34"/>
                <a:gd name="T6" fmla="*/ 0 w 24"/>
                <a:gd name="T7" fmla="*/ 23 h 34"/>
                <a:gd name="T8" fmla="*/ 0 w 24"/>
                <a:gd name="T9" fmla="*/ 16 h 34"/>
                <a:gd name="T10" fmla="*/ 6 w 24"/>
                <a:gd name="T11" fmla="*/ 8 h 34"/>
                <a:gd name="T12" fmla="*/ 8 w 24"/>
                <a:gd name="T13" fmla="*/ 2 h 34"/>
                <a:gd name="T14" fmla="*/ 13 w 24"/>
                <a:gd name="T15" fmla="*/ 0 h 34"/>
                <a:gd name="T16" fmla="*/ 22 w 24"/>
                <a:gd name="T17" fmla="*/ 4 h 34"/>
                <a:gd name="T18" fmla="*/ 24 w 24"/>
                <a:gd name="T19" fmla="*/ 14 h 34"/>
                <a:gd name="T20" fmla="*/ 24 w 24"/>
                <a:gd name="T21" fmla="*/ 2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4">
                  <a:moveTo>
                    <a:pt x="24" y="23"/>
                  </a:moveTo>
                  <a:lnTo>
                    <a:pt x="20" y="32"/>
                  </a:lnTo>
                  <a:lnTo>
                    <a:pt x="10" y="34"/>
                  </a:lnTo>
                  <a:lnTo>
                    <a:pt x="0" y="23"/>
                  </a:lnTo>
                  <a:lnTo>
                    <a:pt x="0" y="16"/>
                  </a:lnTo>
                  <a:lnTo>
                    <a:pt x="6" y="8"/>
                  </a:lnTo>
                  <a:lnTo>
                    <a:pt x="8" y="2"/>
                  </a:lnTo>
                  <a:lnTo>
                    <a:pt x="13" y="0"/>
                  </a:lnTo>
                  <a:lnTo>
                    <a:pt x="22" y="4"/>
                  </a:lnTo>
                  <a:lnTo>
                    <a:pt x="24" y="14"/>
                  </a:lnTo>
                  <a:lnTo>
                    <a:pt x="24" y="2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6" name="Freeform 189">
              <a:extLst>
                <a:ext uri="{FF2B5EF4-FFF2-40B4-BE49-F238E27FC236}">
                  <a16:creationId xmlns:a16="http://schemas.microsoft.com/office/drawing/2014/main" id="{94BE1466-323F-FD07-370E-E8C644221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8102" y="2682875"/>
              <a:ext cx="168275" cy="160338"/>
            </a:xfrm>
            <a:custGeom>
              <a:avLst/>
              <a:gdLst>
                <a:gd name="T0" fmla="*/ 56 w 106"/>
                <a:gd name="T1" fmla="*/ 79 h 101"/>
                <a:gd name="T2" fmla="*/ 24 w 106"/>
                <a:gd name="T3" fmla="*/ 101 h 101"/>
                <a:gd name="T4" fmla="*/ 4 w 106"/>
                <a:gd name="T5" fmla="*/ 93 h 101"/>
                <a:gd name="T6" fmla="*/ 3 w 106"/>
                <a:gd name="T7" fmla="*/ 93 h 101"/>
                <a:gd name="T8" fmla="*/ 5 w 106"/>
                <a:gd name="T9" fmla="*/ 90 h 101"/>
                <a:gd name="T10" fmla="*/ 4 w 106"/>
                <a:gd name="T11" fmla="*/ 81 h 101"/>
                <a:gd name="T12" fmla="*/ 7 w 106"/>
                <a:gd name="T13" fmla="*/ 70 h 101"/>
                <a:gd name="T14" fmla="*/ 16 w 106"/>
                <a:gd name="T15" fmla="*/ 62 h 101"/>
                <a:gd name="T16" fmla="*/ 12 w 106"/>
                <a:gd name="T17" fmla="*/ 54 h 101"/>
                <a:gd name="T18" fmla="*/ 4 w 106"/>
                <a:gd name="T19" fmla="*/ 53 h 101"/>
                <a:gd name="T20" fmla="*/ 0 w 106"/>
                <a:gd name="T21" fmla="*/ 37 h 101"/>
                <a:gd name="T22" fmla="*/ 4 w 106"/>
                <a:gd name="T23" fmla="*/ 29 h 101"/>
                <a:gd name="T24" fmla="*/ 8 w 106"/>
                <a:gd name="T25" fmla="*/ 24 h 101"/>
                <a:gd name="T26" fmla="*/ 12 w 106"/>
                <a:gd name="T27" fmla="*/ 20 h 101"/>
                <a:gd name="T28" fmla="*/ 11 w 106"/>
                <a:gd name="T29" fmla="*/ 8 h 101"/>
                <a:gd name="T30" fmla="*/ 17 w 106"/>
                <a:gd name="T31" fmla="*/ 12 h 101"/>
                <a:gd name="T32" fmla="*/ 36 w 106"/>
                <a:gd name="T33" fmla="*/ 6 h 101"/>
                <a:gd name="T34" fmla="*/ 45 w 106"/>
                <a:gd name="T35" fmla="*/ 10 h 101"/>
                <a:gd name="T36" fmla="*/ 59 w 106"/>
                <a:gd name="T37" fmla="*/ 10 h 101"/>
                <a:gd name="T38" fmla="*/ 78 w 106"/>
                <a:gd name="T39" fmla="*/ 3 h 101"/>
                <a:gd name="T40" fmla="*/ 87 w 106"/>
                <a:gd name="T41" fmla="*/ 3 h 101"/>
                <a:gd name="T42" fmla="*/ 106 w 106"/>
                <a:gd name="T43" fmla="*/ 0 h 101"/>
                <a:gd name="T44" fmla="*/ 99 w 106"/>
                <a:gd name="T45" fmla="*/ 13 h 101"/>
                <a:gd name="T46" fmla="*/ 91 w 106"/>
                <a:gd name="T47" fmla="*/ 18 h 101"/>
                <a:gd name="T48" fmla="*/ 94 w 106"/>
                <a:gd name="T49" fmla="*/ 33 h 101"/>
                <a:gd name="T50" fmla="*/ 91 w 106"/>
                <a:gd name="T51" fmla="*/ 58 h 101"/>
                <a:gd name="T52" fmla="*/ 56 w 106"/>
                <a:gd name="T53" fmla="*/ 7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6" h="101">
                  <a:moveTo>
                    <a:pt x="56" y="79"/>
                  </a:moveTo>
                  <a:lnTo>
                    <a:pt x="24" y="101"/>
                  </a:lnTo>
                  <a:lnTo>
                    <a:pt x="4" y="93"/>
                  </a:lnTo>
                  <a:lnTo>
                    <a:pt x="3" y="93"/>
                  </a:lnTo>
                  <a:lnTo>
                    <a:pt x="5" y="90"/>
                  </a:lnTo>
                  <a:lnTo>
                    <a:pt x="4" y="81"/>
                  </a:lnTo>
                  <a:lnTo>
                    <a:pt x="7" y="70"/>
                  </a:lnTo>
                  <a:lnTo>
                    <a:pt x="16" y="62"/>
                  </a:lnTo>
                  <a:lnTo>
                    <a:pt x="12" y="54"/>
                  </a:lnTo>
                  <a:lnTo>
                    <a:pt x="4" y="53"/>
                  </a:lnTo>
                  <a:lnTo>
                    <a:pt x="0" y="37"/>
                  </a:lnTo>
                  <a:lnTo>
                    <a:pt x="4" y="29"/>
                  </a:lnTo>
                  <a:lnTo>
                    <a:pt x="8" y="24"/>
                  </a:lnTo>
                  <a:lnTo>
                    <a:pt x="12" y="20"/>
                  </a:lnTo>
                  <a:lnTo>
                    <a:pt x="11" y="8"/>
                  </a:lnTo>
                  <a:lnTo>
                    <a:pt x="17" y="12"/>
                  </a:lnTo>
                  <a:lnTo>
                    <a:pt x="36" y="6"/>
                  </a:lnTo>
                  <a:lnTo>
                    <a:pt x="45" y="10"/>
                  </a:lnTo>
                  <a:lnTo>
                    <a:pt x="59" y="10"/>
                  </a:lnTo>
                  <a:lnTo>
                    <a:pt x="78" y="3"/>
                  </a:lnTo>
                  <a:lnTo>
                    <a:pt x="87" y="3"/>
                  </a:lnTo>
                  <a:lnTo>
                    <a:pt x="106" y="0"/>
                  </a:lnTo>
                  <a:lnTo>
                    <a:pt x="99" y="13"/>
                  </a:lnTo>
                  <a:lnTo>
                    <a:pt x="91" y="18"/>
                  </a:lnTo>
                  <a:lnTo>
                    <a:pt x="94" y="33"/>
                  </a:lnTo>
                  <a:lnTo>
                    <a:pt x="91" y="58"/>
                  </a:lnTo>
                  <a:lnTo>
                    <a:pt x="56" y="7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7" name="Freeform 190">
              <a:extLst>
                <a:ext uri="{FF2B5EF4-FFF2-40B4-BE49-F238E27FC236}">
                  <a16:creationId xmlns:a16="http://schemas.microsoft.com/office/drawing/2014/main" id="{D8BA6C83-1D71-8F5C-BE38-C19DC389E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964" y="3136900"/>
              <a:ext cx="298450" cy="527050"/>
            </a:xfrm>
            <a:custGeom>
              <a:avLst/>
              <a:gdLst>
                <a:gd name="T0" fmla="*/ 18 w 188"/>
                <a:gd name="T1" fmla="*/ 219 h 332"/>
                <a:gd name="T2" fmla="*/ 19 w 188"/>
                <a:gd name="T3" fmla="*/ 209 h 332"/>
                <a:gd name="T4" fmla="*/ 8 w 188"/>
                <a:gd name="T5" fmla="*/ 209 h 332"/>
                <a:gd name="T6" fmla="*/ 8 w 188"/>
                <a:gd name="T7" fmla="*/ 196 h 332"/>
                <a:gd name="T8" fmla="*/ 0 w 188"/>
                <a:gd name="T9" fmla="*/ 188 h 332"/>
                <a:gd name="T10" fmla="*/ 7 w 188"/>
                <a:gd name="T11" fmla="*/ 161 h 332"/>
                <a:gd name="T12" fmla="*/ 30 w 188"/>
                <a:gd name="T13" fmla="*/ 141 h 332"/>
                <a:gd name="T14" fmla="*/ 30 w 188"/>
                <a:gd name="T15" fmla="*/ 114 h 332"/>
                <a:gd name="T16" fmla="*/ 37 w 188"/>
                <a:gd name="T17" fmla="*/ 72 h 332"/>
                <a:gd name="T18" fmla="*/ 40 w 188"/>
                <a:gd name="T19" fmla="*/ 63 h 332"/>
                <a:gd name="T20" fmla="*/ 33 w 188"/>
                <a:gd name="T21" fmla="*/ 56 h 332"/>
                <a:gd name="T22" fmla="*/ 32 w 188"/>
                <a:gd name="T23" fmla="*/ 49 h 332"/>
                <a:gd name="T24" fmla="*/ 25 w 188"/>
                <a:gd name="T25" fmla="*/ 44 h 332"/>
                <a:gd name="T26" fmla="*/ 20 w 188"/>
                <a:gd name="T27" fmla="*/ 11 h 332"/>
                <a:gd name="T28" fmla="*/ 38 w 188"/>
                <a:gd name="T29" fmla="*/ 0 h 332"/>
                <a:gd name="T30" fmla="*/ 111 w 188"/>
                <a:gd name="T31" fmla="*/ 40 h 332"/>
                <a:gd name="T32" fmla="*/ 184 w 188"/>
                <a:gd name="T33" fmla="*/ 80 h 332"/>
                <a:gd name="T34" fmla="*/ 188 w 188"/>
                <a:gd name="T35" fmla="*/ 162 h 332"/>
                <a:gd name="T36" fmla="*/ 172 w 188"/>
                <a:gd name="T37" fmla="*/ 161 h 332"/>
                <a:gd name="T38" fmla="*/ 164 w 188"/>
                <a:gd name="T39" fmla="*/ 176 h 332"/>
                <a:gd name="T40" fmla="*/ 160 w 188"/>
                <a:gd name="T41" fmla="*/ 189 h 332"/>
                <a:gd name="T42" fmla="*/ 163 w 188"/>
                <a:gd name="T43" fmla="*/ 194 h 332"/>
                <a:gd name="T44" fmla="*/ 158 w 188"/>
                <a:gd name="T45" fmla="*/ 200 h 332"/>
                <a:gd name="T46" fmla="*/ 160 w 188"/>
                <a:gd name="T47" fmla="*/ 209 h 332"/>
                <a:gd name="T48" fmla="*/ 155 w 188"/>
                <a:gd name="T49" fmla="*/ 217 h 332"/>
                <a:gd name="T50" fmla="*/ 154 w 188"/>
                <a:gd name="T51" fmla="*/ 225 h 332"/>
                <a:gd name="T52" fmla="*/ 160 w 188"/>
                <a:gd name="T53" fmla="*/ 224 h 332"/>
                <a:gd name="T54" fmla="*/ 164 w 188"/>
                <a:gd name="T55" fmla="*/ 232 h 332"/>
                <a:gd name="T56" fmla="*/ 164 w 188"/>
                <a:gd name="T57" fmla="*/ 244 h 332"/>
                <a:gd name="T58" fmla="*/ 171 w 188"/>
                <a:gd name="T59" fmla="*/ 250 h 332"/>
                <a:gd name="T60" fmla="*/ 171 w 188"/>
                <a:gd name="T61" fmla="*/ 255 h 332"/>
                <a:gd name="T62" fmla="*/ 160 w 188"/>
                <a:gd name="T63" fmla="*/ 258 h 332"/>
                <a:gd name="T64" fmla="*/ 151 w 188"/>
                <a:gd name="T65" fmla="*/ 267 h 332"/>
                <a:gd name="T66" fmla="*/ 138 w 188"/>
                <a:gd name="T67" fmla="*/ 290 h 332"/>
                <a:gd name="T68" fmla="*/ 121 w 188"/>
                <a:gd name="T69" fmla="*/ 299 h 332"/>
                <a:gd name="T70" fmla="*/ 103 w 188"/>
                <a:gd name="T71" fmla="*/ 298 h 332"/>
                <a:gd name="T72" fmla="*/ 98 w 188"/>
                <a:gd name="T73" fmla="*/ 300 h 332"/>
                <a:gd name="T74" fmla="*/ 100 w 188"/>
                <a:gd name="T75" fmla="*/ 307 h 332"/>
                <a:gd name="T76" fmla="*/ 90 w 188"/>
                <a:gd name="T77" fmla="*/ 314 h 332"/>
                <a:gd name="T78" fmla="*/ 83 w 188"/>
                <a:gd name="T79" fmla="*/ 323 h 332"/>
                <a:gd name="T80" fmla="*/ 59 w 188"/>
                <a:gd name="T81" fmla="*/ 330 h 332"/>
                <a:gd name="T82" fmla="*/ 55 w 188"/>
                <a:gd name="T83" fmla="*/ 326 h 332"/>
                <a:gd name="T84" fmla="*/ 52 w 188"/>
                <a:gd name="T85" fmla="*/ 325 h 332"/>
                <a:gd name="T86" fmla="*/ 48 w 188"/>
                <a:gd name="T87" fmla="*/ 331 h 332"/>
                <a:gd name="T88" fmla="*/ 33 w 188"/>
                <a:gd name="T89" fmla="*/ 332 h 332"/>
                <a:gd name="T90" fmla="*/ 36 w 188"/>
                <a:gd name="T91" fmla="*/ 326 h 332"/>
                <a:gd name="T92" fmla="*/ 30 w 188"/>
                <a:gd name="T93" fmla="*/ 312 h 332"/>
                <a:gd name="T94" fmla="*/ 28 w 188"/>
                <a:gd name="T95" fmla="*/ 304 h 332"/>
                <a:gd name="T96" fmla="*/ 20 w 188"/>
                <a:gd name="T97" fmla="*/ 300 h 332"/>
                <a:gd name="T98" fmla="*/ 9 w 188"/>
                <a:gd name="T99" fmla="*/ 288 h 332"/>
                <a:gd name="T100" fmla="*/ 13 w 188"/>
                <a:gd name="T101" fmla="*/ 278 h 332"/>
                <a:gd name="T102" fmla="*/ 21 w 188"/>
                <a:gd name="T103" fmla="*/ 280 h 332"/>
                <a:gd name="T104" fmla="*/ 26 w 188"/>
                <a:gd name="T105" fmla="*/ 279 h 332"/>
                <a:gd name="T106" fmla="*/ 36 w 188"/>
                <a:gd name="T107" fmla="*/ 279 h 332"/>
                <a:gd name="T108" fmla="*/ 26 w 188"/>
                <a:gd name="T109" fmla="*/ 260 h 332"/>
                <a:gd name="T110" fmla="*/ 27 w 188"/>
                <a:gd name="T111" fmla="*/ 246 h 332"/>
                <a:gd name="T112" fmla="*/ 25 w 188"/>
                <a:gd name="T113" fmla="*/ 233 h 332"/>
                <a:gd name="T114" fmla="*/ 18 w 188"/>
                <a:gd name="T115" fmla="*/ 21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8" h="332">
                  <a:moveTo>
                    <a:pt x="18" y="219"/>
                  </a:moveTo>
                  <a:lnTo>
                    <a:pt x="19" y="209"/>
                  </a:lnTo>
                  <a:lnTo>
                    <a:pt x="8" y="209"/>
                  </a:lnTo>
                  <a:lnTo>
                    <a:pt x="8" y="196"/>
                  </a:lnTo>
                  <a:lnTo>
                    <a:pt x="0" y="188"/>
                  </a:lnTo>
                  <a:lnTo>
                    <a:pt x="7" y="161"/>
                  </a:lnTo>
                  <a:lnTo>
                    <a:pt x="30" y="141"/>
                  </a:lnTo>
                  <a:lnTo>
                    <a:pt x="30" y="114"/>
                  </a:lnTo>
                  <a:lnTo>
                    <a:pt x="37" y="72"/>
                  </a:lnTo>
                  <a:lnTo>
                    <a:pt x="40" y="63"/>
                  </a:lnTo>
                  <a:lnTo>
                    <a:pt x="33" y="56"/>
                  </a:lnTo>
                  <a:lnTo>
                    <a:pt x="32" y="49"/>
                  </a:lnTo>
                  <a:lnTo>
                    <a:pt x="25" y="44"/>
                  </a:lnTo>
                  <a:lnTo>
                    <a:pt x="20" y="11"/>
                  </a:lnTo>
                  <a:lnTo>
                    <a:pt x="38" y="0"/>
                  </a:lnTo>
                  <a:lnTo>
                    <a:pt x="111" y="40"/>
                  </a:lnTo>
                  <a:lnTo>
                    <a:pt x="184" y="80"/>
                  </a:lnTo>
                  <a:lnTo>
                    <a:pt x="188" y="162"/>
                  </a:lnTo>
                  <a:lnTo>
                    <a:pt x="172" y="161"/>
                  </a:lnTo>
                  <a:lnTo>
                    <a:pt x="164" y="176"/>
                  </a:lnTo>
                  <a:lnTo>
                    <a:pt x="160" y="189"/>
                  </a:lnTo>
                  <a:lnTo>
                    <a:pt x="163" y="194"/>
                  </a:lnTo>
                  <a:lnTo>
                    <a:pt x="158" y="200"/>
                  </a:lnTo>
                  <a:lnTo>
                    <a:pt x="160" y="209"/>
                  </a:lnTo>
                  <a:lnTo>
                    <a:pt x="155" y="217"/>
                  </a:lnTo>
                  <a:lnTo>
                    <a:pt x="154" y="225"/>
                  </a:lnTo>
                  <a:lnTo>
                    <a:pt x="160" y="224"/>
                  </a:lnTo>
                  <a:lnTo>
                    <a:pt x="164" y="232"/>
                  </a:lnTo>
                  <a:lnTo>
                    <a:pt x="164" y="244"/>
                  </a:lnTo>
                  <a:lnTo>
                    <a:pt x="171" y="250"/>
                  </a:lnTo>
                  <a:lnTo>
                    <a:pt x="171" y="255"/>
                  </a:lnTo>
                  <a:lnTo>
                    <a:pt x="160" y="258"/>
                  </a:lnTo>
                  <a:lnTo>
                    <a:pt x="151" y="267"/>
                  </a:lnTo>
                  <a:lnTo>
                    <a:pt x="138" y="290"/>
                  </a:lnTo>
                  <a:lnTo>
                    <a:pt x="121" y="299"/>
                  </a:lnTo>
                  <a:lnTo>
                    <a:pt x="103" y="298"/>
                  </a:lnTo>
                  <a:lnTo>
                    <a:pt x="98" y="300"/>
                  </a:lnTo>
                  <a:lnTo>
                    <a:pt x="100" y="307"/>
                  </a:lnTo>
                  <a:lnTo>
                    <a:pt x="90" y="314"/>
                  </a:lnTo>
                  <a:lnTo>
                    <a:pt x="83" y="323"/>
                  </a:lnTo>
                  <a:lnTo>
                    <a:pt x="59" y="330"/>
                  </a:lnTo>
                  <a:lnTo>
                    <a:pt x="55" y="326"/>
                  </a:lnTo>
                  <a:lnTo>
                    <a:pt x="52" y="325"/>
                  </a:lnTo>
                  <a:lnTo>
                    <a:pt x="48" y="331"/>
                  </a:lnTo>
                  <a:lnTo>
                    <a:pt x="33" y="332"/>
                  </a:lnTo>
                  <a:lnTo>
                    <a:pt x="36" y="326"/>
                  </a:lnTo>
                  <a:lnTo>
                    <a:pt x="30" y="312"/>
                  </a:lnTo>
                  <a:lnTo>
                    <a:pt x="28" y="304"/>
                  </a:lnTo>
                  <a:lnTo>
                    <a:pt x="20" y="300"/>
                  </a:lnTo>
                  <a:lnTo>
                    <a:pt x="9" y="288"/>
                  </a:lnTo>
                  <a:lnTo>
                    <a:pt x="13" y="278"/>
                  </a:lnTo>
                  <a:lnTo>
                    <a:pt x="21" y="280"/>
                  </a:lnTo>
                  <a:lnTo>
                    <a:pt x="26" y="279"/>
                  </a:lnTo>
                  <a:lnTo>
                    <a:pt x="36" y="279"/>
                  </a:lnTo>
                  <a:lnTo>
                    <a:pt x="26" y="260"/>
                  </a:lnTo>
                  <a:lnTo>
                    <a:pt x="27" y="246"/>
                  </a:lnTo>
                  <a:lnTo>
                    <a:pt x="25" y="233"/>
                  </a:lnTo>
                  <a:lnTo>
                    <a:pt x="18" y="21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8" name="Freeform 191">
              <a:extLst>
                <a:ext uri="{FF2B5EF4-FFF2-40B4-BE49-F238E27FC236}">
                  <a16:creationId xmlns:a16="http://schemas.microsoft.com/office/drawing/2014/main" id="{7FFBFB28-8ADF-8348-3B88-3E3648963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2264" y="3544888"/>
              <a:ext cx="55563" cy="168275"/>
            </a:xfrm>
            <a:custGeom>
              <a:avLst/>
              <a:gdLst>
                <a:gd name="T0" fmla="*/ 35 w 35"/>
                <a:gd name="T1" fmla="*/ 102 h 106"/>
                <a:gd name="T2" fmla="*/ 21 w 35"/>
                <a:gd name="T3" fmla="*/ 106 h 106"/>
                <a:gd name="T4" fmla="*/ 17 w 35"/>
                <a:gd name="T5" fmla="*/ 99 h 106"/>
                <a:gd name="T6" fmla="*/ 12 w 35"/>
                <a:gd name="T7" fmla="*/ 86 h 106"/>
                <a:gd name="T8" fmla="*/ 10 w 35"/>
                <a:gd name="T9" fmla="*/ 75 h 106"/>
                <a:gd name="T10" fmla="*/ 14 w 35"/>
                <a:gd name="T11" fmla="*/ 57 h 106"/>
                <a:gd name="T12" fmla="*/ 10 w 35"/>
                <a:gd name="T13" fmla="*/ 49 h 106"/>
                <a:gd name="T14" fmla="*/ 8 w 35"/>
                <a:gd name="T15" fmla="*/ 33 h 106"/>
                <a:gd name="T16" fmla="*/ 8 w 35"/>
                <a:gd name="T17" fmla="*/ 18 h 106"/>
                <a:gd name="T18" fmla="*/ 0 w 35"/>
                <a:gd name="T19" fmla="*/ 7 h 106"/>
                <a:gd name="T20" fmla="*/ 2 w 35"/>
                <a:gd name="T21" fmla="*/ 0 h 106"/>
                <a:gd name="T22" fmla="*/ 18 w 35"/>
                <a:gd name="T23" fmla="*/ 1 h 106"/>
                <a:gd name="T24" fmla="*/ 15 w 35"/>
                <a:gd name="T25" fmla="*/ 12 h 106"/>
                <a:gd name="T26" fmla="*/ 21 w 35"/>
                <a:gd name="T27" fmla="*/ 18 h 106"/>
                <a:gd name="T28" fmla="*/ 27 w 35"/>
                <a:gd name="T29" fmla="*/ 25 h 106"/>
                <a:gd name="T30" fmla="*/ 28 w 35"/>
                <a:gd name="T31" fmla="*/ 36 h 106"/>
                <a:gd name="T32" fmla="*/ 32 w 35"/>
                <a:gd name="T33" fmla="*/ 40 h 106"/>
                <a:gd name="T34" fmla="*/ 31 w 35"/>
                <a:gd name="T35" fmla="*/ 88 h 106"/>
                <a:gd name="T36" fmla="*/ 35 w 35"/>
                <a:gd name="T37" fmla="*/ 10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" h="106">
                  <a:moveTo>
                    <a:pt x="35" y="102"/>
                  </a:moveTo>
                  <a:lnTo>
                    <a:pt x="21" y="106"/>
                  </a:lnTo>
                  <a:lnTo>
                    <a:pt x="17" y="99"/>
                  </a:lnTo>
                  <a:lnTo>
                    <a:pt x="12" y="86"/>
                  </a:lnTo>
                  <a:lnTo>
                    <a:pt x="10" y="75"/>
                  </a:lnTo>
                  <a:lnTo>
                    <a:pt x="14" y="57"/>
                  </a:lnTo>
                  <a:lnTo>
                    <a:pt x="10" y="49"/>
                  </a:lnTo>
                  <a:lnTo>
                    <a:pt x="8" y="33"/>
                  </a:lnTo>
                  <a:lnTo>
                    <a:pt x="8" y="18"/>
                  </a:lnTo>
                  <a:lnTo>
                    <a:pt x="0" y="7"/>
                  </a:lnTo>
                  <a:lnTo>
                    <a:pt x="2" y="0"/>
                  </a:lnTo>
                  <a:lnTo>
                    <a:pt x="18" y="1"/>
                  </a:lnTo>
                  <a:lnTo>
                    <a:pt x="15" y="12"/>
                  </a:lnTo>
                  <a:lnTo>
                    <a:pt x="21" y="18"/>
                  </a:lnTo>
                  <a:lnTo>
                    <a:pt x="27" y="25"/>
                  </a:lnTo>
                  <a:lnTo>
                    <a:pt x="28" y="36"/>
                  </a:lnTo>
                  <a:lnTo>
                    <a:pt x="32" y="40"/>
                  </a:lnTo>
                  <a:lnTo>
                    <a:pt x="31" y="88"/>
                  </a:lnTo>
                  <a:lnTo>
                    <a:pt x="35" y="10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09" name="Freeform 192">
              <a:extLst>
                <a:ext uri="{FF2B5EF4-FFF2-40B4-BE49-F238E27FC236}">
                  <a16:creationId xmlns:a16="http://schemas.microsoft.com/office/drawing/2014/main" id="{CEFF6DD0-A553-1539-FE47-7011F8639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2614" y="3235325"/>
              <a:ext cx="252413" cy="485775"/>
            </a:xfrm>
            <a:custGeom>
              <a:avLst/>
              <a:gdLst>
                <a:gd name="T0" fmla="*/ 93 w 159"/>
                <a:gd name="T1" fmla="*/ 162 h 306"/>
                <a:gd name="T2" fmla="*/ 78 w 159"/>
                <a:gd name="T3" fmla="*/ 146 h 306"/>
                <a:gd name="T4" fmla="*/ 63 w 159"/>
                <a:gd name="T5" fmla="*/ 169 h 306"/>
                <a:gd name="T6" fmla="*/ 52 w 159"/>
                <a:gd name="T7" fmla="*/ 217 h 306"/>
                <a:gd name="T8" fmla="*/ 66 w 159"/>
                <a:gd name="T9" fmla="*/ 233 h 306"/>
                <a:gd name="T10" fmla="*/ 79 w 159"/>
                <a:gd name="T11" fmla="*/ 270 h 306"/>
                <a:gd name="T12" fmla="*/ 101 w 159"/>
                <a:gd name="T13" fmla="*/ 284 h 306"/>
                <a:gd name="T14" fmla="*/ 106 w 159"/>
                <a:gd name="T15" fmla="*/ 304 h 306"/>
                <a:gd name="T16" fmla="*/ 91 w 159"/>
                <a:gd name="T17" fmla="*/ 295 h 306"/>
                <a:gd name="T18" fmla="*/ 73 w 159"/>
                <a:gd name="T19" fmla="*/ 290 h 306"/>
                <a:gd name="T20" fmla="*/ 62 w 159"/>
                <a:gd name="T21" fmla="*/ 272 h 306"/>
                <a:gd name="T22" fmla="*/ 42 w 159"/>
                <a:gd name="T23" fmla="*/ 250 h 306"/>
                <a:gd name="T24" fmla="*/ 36 w 159"/>
                <a:gd name="T25" fmla="*/ 251 h 306"/>
                <a:gd name="T26" fmla="*/ 41 w 159"/>
                <a:gd name="T27" fmla="*/ 218 h 306"/>
                <a:gd name="T28" fmla="*/ 56 w 159"/>
                <a:gd name="T29" fmla="*/ 177 h 306"/>
                <a:gd name="T30" fmla="*/ 46 w 159"/>
                <a:gd name="T31" fmla="*/ 149 h 306"/>
                <a:gd name="T32" fmla="*/ 29 w 159"/>
                <a:gd name="T33" fmla="*/ 121 h 306"/>
                <a:gd name="T34" fmla="*/ 30 w 159"/>
                <a:gd name="T35" fmla="*/ 106 h 306"/>
                <a:gd name="T36" fmla="*/ 25 w 159"/>
                <a:gd name="T37" fmla="*/ 75 h 306"/>
                <a:gd name="T38" fmla="*/ 0 w 159"/>
                <a:gd name="T39" fmla="*/ 41 h 306"/>
                <a:gd name="T40" fmla="*/ 12 w 159"/>
                <a:gd name="T41" fmla="*/ 15 h 306"/>
                <a:gd name="T42" fmla="*/ 34 w 159"/>
                <a:gd name="T43" fmla="*/ 5 h 306"/>
                <a:gd name="T44" fmla="*/ 52 w 159"/>
                <a:gd name="T45" fmla="*/ 7 h 306"/>
                <a:gd name="T46" fmla="*/ 67 w 159"/>
                <a:gd name="T47" fmla="*/ 20 h 306"/>
                <a:gd name="T48" fmla="*/ 69 w 159"/>
                <a:gd name="T49" fmla="*/ 61 h 306"/>
                <a:gd name="T50" fmla="*/ 93 w 159"/>
                <a:gd name="T51" fmla="*/ 52 h 306"/>
                <a:gd name="T52" fmla="*/ 106 w 159"/>
                <a:gd name="T53" fmla="*/ 44 h 306"/>
                <a:gd name="T54" fmla="*/ 136 w 159"/>
                <a:gd name="T55" fmla="*/ 62 h 306"/>
                <a:gd name="T56" fmla="*/ 157 w 159"/>
                <a:gd name="T57" fmla="*/ 101 h 306"/>
                <a:gd name="T58" fmla="*/ 154 w 159"/>
                <a:gd name="T59" fmla="*/ 128 h 306"/>
                <a:gd name="T60" fmla="*/ 113 w 159"/>
                <a:gd name="T61" fmla="*/ 129 h 306"/>
                <a:gd name="T62" fmla="*/ 110 w 159"/>
                <a:gd name="T63" fmla="*/ 17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9" h="306">
                  <a:moveTo>
                    <a:pt x="110" y="171"/>
                  </a:moveTo>
                  <a:lnTo>
                    <a:pt x="93" y="162"/>
                  </a:lnTo>
                  <a:lnTo>
                    <a:pt x="78" y="162"/>
                  </a:lnTo>
                  <a:lnTo>
                    <a:pt x="78" y="146"/>
                  </a:lnTo>
                  <a:lnTo>
                    <a:pt x="62" y="146"/>
                  </a:lnTo>
                  <a:lnTo>
                    <a:pt x="63" y="169"/>
                  </a:lnTo>
                  <a:lnTo>
                    <a:pt x="56" y="199"/>
                  </a:lnTo>
                  <a:lnTo>
                    <a:pt x="52" y="217"/>
                  </a:lnTo>
                  <a:lnTo>
                    <a:pt x="54" y="233"/>
                  </a:lnTo>
                  <a:lnTo>
                    <a:pt x="66" y="233"/>
                  </a:lnTo>
                  <a:lnTo>
                    <a:pt x="75" y="252"/>
                  </a:lnTo>
                  <a:lnTo>
                    <a:pt x="79" y="270"/>
                  </a:lnTo>
                  <a:lnTo>
                    <a:pt x="90" y="282"/>
                  </a:lnTo>
                  <a:lnTo>
                    <a:pt x="101" y="284"/>
                  </a:lnTo>
                  <a:lnTo>
                    <a:pt x="111" y="295"/>
                  </a:lnTo>
                  <a:lnTo>
                    <a:pt x="106" y="304"/>
                  </a:lnTo>
                  <a:lnTo>
                    <a:pt x="93" y="306"/>
                  </a:lnTo>
                  <a:lnTo>
                    <a:pt x="91" y="295"/>
                  </a:lnTo>
                  <a:lnTo>
                    <a:pt x="76" y="286"/>
                  </a:lnTo>
                  <a:lnTo>
                    <a:pt x="73" y="290"/>
                  </a:lnTo>
                  <a:lnTo>
                    <a:pt x="66" y="282"/>
                  </a:lnTo>
                  <a:lnTo>
                    <a:pt x="62" y="272"/>
                  </a:lnTo>
                  <a:lnTo>
                    <a:pt x="51" y="260"/>
                  </a:lnTo>
                  <a:lnTo>
                    <a:pt x="42" y="250"/>
                  </a:lnTo>
                  <a:lnTo>
                    <a:pt x="40" y="263"/>
                  </a:lnTo>
                  <a:lnTo>
                    <a:pt x="36" y="251"/>
                  </a:lnTo>
                  <a:lnTo>
                    <a:pt x="37" y="238"/>
                  </a:lnTo>
                  <a:lnTo>
                    <a:pt x="41" y="218"/>
                  </a:lnTo>
                  <a:lnTo>
                    <a:pt x="48" y="197"/>
                  </a:lnTo>
                  <a:lnTo>
                    <a:pt x="56" y="177"/>
                  </a:lnTo>
                  <a:lnTo>
                    <a:pt x="47" y="158"/>
                  </a:lnTo>
                  <a:lnTo>
                    <a:pt x="46" y="149"/>
                  </a:lnTo>
                  <a:lnTo>
                    <a:pt x="43" y="137"/>
                  </a:lnTo>
                  <a:lnTo>
                    <a:pt x="29" y="121"/>
                  </a:lnTo>
                  <a:lnTo>
                    <a:pt x="24" y="110"/>
                  </a:lnTo>
                  <a:lnTo>
                    <a:pt x="30" y="106"/>
                  </a:lnTo>
                  <a:lnTo>
                    <a:pt x="34" y="88"/>
                  </a:lnTo>
                  <a:lnTo>
                    <a:pt x="25" y="75"/>
                  </a:lnTo>
                  <a:lnTo>
                    <a:pt x="11" y="60"/>
                  </a:lnTo>
                  <a:lnTo>
                    <a:pt x="0" y="41"/>
                  </a:lnTo>
                  <a:lnTo>
                    <a:pt x="7" y="37"/>
                  </a:lnTo>
                  <a:lnTo>
                    <a:pt x="12" y="15"/>
                  </a:lnTo>
                  <a:lnTo>
                    <a:pt x="25" y="14"/>
                  </a:lnTo>
                  <a:lnTo>
                    <a:pt x="34" y="5"/>
                  </a:lnTo>
                  <a:lnTo>
                    <a:pt x="43" y="0"/>
                  </a:lnTo>
                  <a:lnTo>
                    <a:pt x="52" y="7"/>
                  </a:lnTo>
                  <a:lnTo>
                    <a:pt x="55" y="19"/>
                  </a:lnTo>
                  <a:lnTo>
                    <a:pt x="67" y="20"/>
                  </a:lnTo>
                  <a:lnTo>
                    <a:pt x="66" y="42"/>
                  </a:lnTo>
                  <a:lnTo>
                    <a:pt x="69" y="61"/>
                  </a:lnTo>
                  <a:lnTo>
                    <a:pt x="87" y="48"/>
                  </a:lnTo>
                  <a:lnTo>
                    <a:pt x="93" y="52"/>
                  </a:lnTo>
                  <a:lnTo>
                    <a:pt x="103" y="51"/>
                  </a:lnTo>
                  <a:lnTo>
                    <a:pt x="106" y="44"/>
                  </a:lnTo>
                  <a:lnTo>
                    <a:pt x="120" y="45"/>
                  </a:lnTo>
                  <a:lnTo>
                    <a:pt x="136" y="62"/>
                  </a:lnTo>
                  <a:lnTo>
                    <a:pt x="140" y="83"/>
                  </a:lnTo>
                  <a:lnTo>
                    <a:pt x="157" y="101"/>
                  </a:lnTo>
                  <a:lnTo>
                    <a:pt x="159" y="119"/>
                  </a:lnTo>
                  <a:lnTo>
                    <a:pt x="154" y="128"/>
                  </a:lnTo>
                  <a:lnTo>
                    <a:pt x="136" y="125"/>
                  </a:lnTo>
                  <a:lnTo>
                    <a:pt x="113" y="129"/>
                  </a:lnTo>
                  <a:lnTo>
                    <a:pt x="103" y="146"/>
                  </a:lnTo>
                  <a:lnTo>
                    <a:pt x="110" y="171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0" name="Freeform 193">
              <a:extLst>
                <a:ext uri="{FF2B5EF4-FFF2-40B4-BE49-F238E27FC236}">
                  <a16:creationId xmlns:a16="http://schemas.microsoft.com/office/drawing/2014/main" id="{DDEC8B76-5F69-347F-BACC-4C6F381A5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4714" y="2559050"/>
              <a:ext cx="219075" cy="139700"/>
            </a:xfrm>
            <a:custGeom>
              <a:avLst/>
              <a:gdLst>
                <a:gd name="T0" fmla="*/ 54 w 138"/>
                <a:gd name="T1" fmla="*/ 15 h 88"/>
                <a:gd name="T2" fmla="*/ 50 w 138"/>
                <a:gd name="T3" fmla="*/ 22 h 88"/>
                <a:gd name="T4" fmla="*/ 30 w 138"/>
                <a:gd name="T5" fmla="*/ 18 h 88"/>
                <a:gd name="T6" fmla="*/ 32 w 138"/>
                <a:gd name="T7" fmla="*/ 30 h 88"/>
                <a:gd name="T8" fmla="*/ 50 w 138"/>
                <a:gd name="T9" fmla="*/ 29 h 88"/>
                <a:gd name="T10" fmla="*/ 73 w 138"/>
                <a:gd name="T11" fmla="*/ 35 h 88"/>
                <a:gd name="T12" fmla="*/ 104 w 138"/>
                <a:gd name="T13" fmla="*/ 32 h 88"/>
                <a:gd name="T14" fmla="*/ 113 w 138"/>
                <a:gd name="T15" fmla="*/ 51 h 88"/>
                <a:gd name="T16" fmla="*/ 119 w 138"/>
                <a:gd name="T17" fmla="*/ 49 h 88"/>
                <a:gd name="T18" fmla="*/ 130 w 138"/>
                <a:gd name="T19" fmla="*/ 54 h 88"/>
                <a:gd name="T20" fmla="*/ 132 w 138"/>
                <a:gd name="T21" fmla="*/ 62 h 88"/>
                <a:gd name="T22" fmla="*/ 138 w 138"/>
                <a:gd name="T23" fmla="*/ 74 h 88"/>
                <a:gd name="T24" fmla="*/ 120 w 138"/>
                <a:gd name="T25" fmla="*/ 74 h 88"/>
                <a:gd name="T26" fmla="*/ 108 w 138"/>
                <a:gd name="T27" fmla="*/ 72 h 88"/>
                <a:gd name="T28" fmla="*/ 99 w 138"/>
                <a:gd name="T29" fmla="*/ 81 h 88"/>
                <a:gd name="T30" fmla="*/ 92 w 138"/>
                <a:gd name="T31" fmla="*/ 83 h 88"/>
                <a:gd name="T32" fmla="*/ 88 w 138"/>
                <a:gd name="T33" fmla="*/ 88 h 88"/>
                <a:gd name="T34" fmla="*/ 79 w 138"/>
                <a:gd name="T35" fmla="*/ 81 h 88"/>
                <a:gd name="T36" fmla="*/ 76 w 138"/>
                <a:gd name="T37" fmla="*/ 64 h 88"/>
                <a:gd name="T38" fmla="*/ 71 w 138"/>
                <a:gd name="T39" fmla="*/ 63 h 88"/>
                <a:gd name="T40" fmla="*/ 71 w 138"/>
                <a:gd name="T41" fmla="*/ 56 h 88"/>
                <a:gd name="T42" fmla="*/ 60 w 138"/>
                <a:gd name="T43" fmla="*/ 51 h 88"/>
                <a:gd name="T44" fmla="*/ 55 w 138"/>
                <a:gd name="T45" fmla="*/ 59 h 88"/>
                <a:gd name="T46" fmla="*/ 55 w 138"/>
                <a:gd name="T47" fmla="*/ 67 h 88"/>
                <a:gd name="T48" fmla="*/ 53 w 138"/>
                <a:gd name="T49" fmla="*/ 70 h 88"/>
                <a:gd name="T50" fmla="*/ 43 w 138"/>
                <a:gd name="T51" fmla="*/ 70 h 88"/>
                <a:gd name="T52" fmla="*/ 40 w 138"/>
                <a:gd name="T53" fmla="*/ 79 h 88"/>
                <a:gd name="T54" fmla="*/ 33 w 138"/>
                <a:gd name="T55" fmla="*/ 75 h 88"/>
                <a:gd name="T56" fmla="*/ 22 w 138"/>
                <a:gd name="T57" fmla="*/ 82 h 88"/>
                <a:gd name="T58" fmla="*/ 16 w 138"/>
                <a:gd name="T59" fmla="*/ 79 h 88"/>
                <a:gd name="T60" fmla="*/ 21 w 138"/>
                <a:gd name="T61" fmla="*/ 58 h 88"/>
                <a:gd name="T62" fmla="*/ 13 w 138"/>
                <a:gd name="T63" fmla="*/ 43 h 88"/>
                <a:gd name="T64" fmla="*/ 0 w 138"/>
                <a:gd name="T65" fmla="*/ 38 h 88"/>
                <a:gd name="T66" fmla="*/ 2 w 138"/>
                <a:gd name="T67" fmla="*/ 29 h 88"/>
                <a:gd name="T68" fmla="*/ 16 w 138"/>
                <a:gd name="T69" fmla="*/ 30 h 88"/>
                <a:gd name="T70" fmla="*/ 21 w 138"/>
                <a:gd name="T71" fmla="*/ 19 h 88"/>
                <a:gd name="T72" fmla="*/ 23 w 138"/>
                <a:gd name="T73" fmla="*/ 5 h 88"/>
                <a:gd name="T74" fmla="*/ 44 w 138"/>
                <a:gd name="T75" fmla="*/ 0 h 88"/>
                <a:gd name="T76" fmla="*/ 43 w 138"/>
                <a:gd name="T77" fmla="*/ 10 h 88"/>
                <a:gd name="T78" fmla="*/ 47 w 138"/>
                <a:gd name="T79" fmla="*/ 16 h 88"/>
                <a:gd name="T80" fmla="*/ 54 w 138"/>
                <a:gd name="T81" fmla="*/ 1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8" h="88">
                  <a:moveTo>
                    <a:pt x="54" y="15"/>
                  </a:moveTo>
                  <a:lnTo>
                    <a:pt x="50" y="22"/>
                  </a:lnTo>
                  <a:lnTo>
                    <a:pt x="30" y="18"/>
                  </a:lnTo>
                  <a:lnTo>
                    <a:pt x="32" y="30"/>
                  </a:lnTo>
                  <a:lnTo>
                    <a:pt x="50" y="29"/>
                  </a:lnTo>
                  <a:lnTo>
                    <a:pt x="73" y="35"/>
                  </a:lnTo>
                  <a:lnTo>
                    <a:pt x="104" y="32"/>
                  </a:lnTo>
                  <a:lnTo>
                    <a:pt x="113" y="51"/>
                  </a:lnTo>
                  <a:lnTo>
                    <a:pt x="119" y="49"/>
                  </a:lnTo>
                  <a:lnTo>
                    <a:pt x="130" y="54"/>
                  </a:lnTo>
                  <a:lnTo>
                    <a:pt x="132" y="62"/>
                  </a:lnTo>
                  <a:lnTo>
                    <a:pt x="138" y="74"/>
                  </a:lnTo>
                  <a:lnTo>
                    <a:pt x="120" y="74"/>
                  </a:lnTo>
                  <a:lnTo>
                    <a:pt x="108" y="72"/>
                  </a:lnTo>
                  <a:lnTo>
                    <a:pt x="99" y="81"/>
                  </a:lnTo>
                  <a:lnTo>
                    <a:pt x="92" y="83"/>
                  </a:lnTo>
                  <a:lnTo>
                    <a:pt x="88" y="88"/>
                  </a:lnTo>
                  <a:lnTo>
                    <a:pt x="79" y="81"/>
                  </a:lnTo>
                  <a:lnTo>
                    <a:pt x="76" y="64"/>
                  </a:lnTo>
                  <a:lnTo>
                    <a:pt x="71" y="63"/>
                  </a:lnTo>
                  <a:lnTo>
                    <a:pt x="71" y="56"/>
                  </a:lnTo>
                  <a:lnTo>
                    <a:pt x="60" y="51"/>
                  </a:lnTo>
                  <a:lnTo>
                    <a:pt x="55" y="59"/>
                  </a:lnTo>
                  <a:lnTo>
                    <a:pt x="55" y="67"/>
                  </a:lnTo>
                  <a:lnTo>
                    <a:pt x="53" y="70"/>
                  </a:lnTo>
                  <a:lnTo>
                    <a:pt x="43" y="70"/>
                  </a:lnTo>
                  <a:lnTo>
                    <a:pt x="40" y="79"/>
                  </a:lnTo>
                  <a:lnTo>
                    <a:pt x="33" y="75"/>
                  </a:lnTo>
                  <a:lnTo>
                    <a:pt x="22" y="82"/>
                  </a:lnTo>
                  <a:lnTo>
                    <a:pt x="16" y="79"/>
                  </a:lnTo>
                  <a:lnTo>
                    <a:pt x="21" y="58"/>
                  </a:lnTo>
                  <a:lnTo>
                    <a:pt x="13" y="43"/>
                  </a:lnTo>
                  <a:lnTo>
                    <a:pt x="0" y="38"/>
                  </a:lnTo>
                  <a:lnTo>
                    <a:pt x="2" y="29"/>
                  </a:lnTo>
                  <a:lnTo>
                    <a:pt x="16" y="30"/>
                  </a:lnTo>
                  <a:lnTo>
                    <a:pt x="21" y="19"/>
                  </a:lnTo>
                  <a:lnTo>
                    <a:pt x="23" y="5"/>
                  </a:lnTo>
                  <a:lnTo>
                    <a:pt x="44" y="0"/>
                  </a:lnTo>
                  <a:lnTo>
                    <a:pt x="43" y="10"/>
                  </a:lnTo>
                  <a:lnTo>
                    <a:pt x="47" y="16"/>
                  </a:lnTo>
                  <a:lnTo>
                    <a:pt x="54" y="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411" name="Freeform 194">
              <a:extLst>
                <a:ext uri="{FF2B5EF4-FFF2-40B4-BE49-F238E27FC236}">
                  <a16:creationId xmlns:a16="http://schemas.microsoft.com/office/drawing/2014/main" id="{D6F8A787-C141-2E67-C3D8-EEEC446DE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2439" y="2501900"/>
              <a:ext cx="411163" cy="244475"/>
            </a:xfrm>
            <a:custGeom>
              <a:avLst/>
              <a:gdLst>
                <a:gd name="T0" fmla="*/ 176 w 259"/>
                <a:gd name="T1" fmla="*/ 146 h 154"/>
                <a:gd name="T2" fmla="*/ 170 w 259"/>
                <a:gd name="T3" fmla="*/ 129 h 154"/>
                <a:gd name="T4" fmla="*/ 157 w 259"/>
                <a:gd name="T5" fmla="*/ 128 h 154"/>
                <a:gd name="T6" fmla="*/ 134 w 259"/>
                <a:gd name="T7" fmla="*/ 110 h 154"/>
                <a:gd name="T8" fmla="*/ 120 w 259"/>
                <a:gd name="T9" fmla="*/ 107 h 154"/>
                <a:gd name="T10" fmla="*/ 99 w 259"/>
                <a:gd name="T11" fmla="*/ 97 h 154"/>
                <a:gd name="T12" fmla="*/ 86 w 259"/>
                <a:gd name="T13" fmla="*/ 95 h 154"/>
                <a:gd name="T14" fmla="*/ 79 w 259"/>
                <a:gd name="T15" fmla="*/ 99 h 154"/>
                <a:gd name="T16" fmla="*/ 68 w 259"/>
                <a:gd name="T17" fmla="*/ 98 h 154"/>
                <a:gd name="T18" fmla="*/ 58 w 259"/>
                <a:gd name="T19" fmla="*/ 110 h 154"/>
                <a:gd name="T20" fmla="*/ 44 w 259"/>
                <a:gd name="T21" fmla="*/ 114 h 154"/>
                <a:gd name="T22" fmla="*/ 38 w 259"/>
                <a:gd name="T23" fmla="*/ 100 h 154"/>
                <a:gd name="T24" fmla="*/ 36 w 259"/>
                <a:gd name="T25" fmla="*/ 78 h 154"/>
                <a:gd name="T26" fmla="*/ 21 w 259"/>
                <a:gd name="T27" fmla="*/ 71 h 154"/>
                <a:gd name="T28" fmla="*/ 23 w 259"/>
                <a:gd name="T29" fmla="*/ 57 h 154"/>
                <a:gd name="T30" fmla="*/ 11 w 259"/>
                <a:gd name="T31" fmla="*/ 56 h 154"/>
                <a:gd name="T32" fmla="*/ 11 w 259"/>
                <a:gd name="T33" fmla="*/ 38 h 154"/>
                <a:gd name="T34" fmla="*/ 28 w 259"/>
                <a:gd name="T35" fmla="*/ 43 h 154"/>
                <a:gd name="T36" fmla="*/ 41 w 259"/>
                <a:gd name="T37" fmla="*/ 37 h 154"/>
                <a:gd name="T38" fmla="*/ 27 w 259"/>
                <a:gd name="T39" fmla="*/ 25 h 154"/>
                <a:gd name="T40" fmla="*/ 19 w 259"/>
                <a:gd name="T41" fmla="*/ 13 h 154"/>
                <a:gd name="T42" fmla="*/ 7 w 259"/>
                <a:gd name="T43" fmla="*/ 18 h 154"/>
                <a:gd name="T44" fmla="*/ 8 w 259"/>
                <a:gd name="T45" fmla="*/ 33 h 154"/>
                <a:gd name="T46" fmla="*/ 0 w 259"/>
                <a:gd name="T47" fmla="*/ 20 h 154"/>
                <a:gd name="T48" fmla="*/ 6 w 259"/>
                <a:gd name="T49" fmla="*/ 13 h 154"/>
                <a:gd name="T50" fmla="*/ 24 w 259"/>
                <a:gd name="T51" fmla="*/ 9 h 154"/>
                <a:gd name="T52" fmla="*/ 37 w 259"/>
                <a:gd name="T53" fmla="*/ 14 h 154"/>
                <a:gd name="T54" fmla="*/ 52 w 259"/>
                <a:gd name="T55" fmla="*/ 30 h 154"/>
                <a:gd name="T56" fmla="*/ 61 w 259"/>
                <a:gd name="T57" fmla="*/ 29 h 154"/>
                <a:gd name="T58" fmla="*/ 80 w 259"/>
                <a:gd name="T59" fmla="*/ 29 h 154"/>
                <a:gd name="T60" fmla="*/ 74 w 259"/>
                <a:gd name="T61" fmla="*/ 19 h 154"/>
                <a:gd name="T62" fmla="*/ 87 w 259"/>
                <a:gd name="T63" fmla="*/ 12 h 154"/>
                <a:gd name="T64" fmla="*/ 98 w 259"/>
                <a:gd name="T65" fmla="*/ 0 h 154"/>
                <a:gd name="T66" fmla="*/ 123 w 259"/>
                <a:gd name="T67" fmla="*/ 11 h 154"/>
                <a:gd name="T68" fmla="*/ 129 w 259"/>
                <a:gd name="T69" fmla="*/ 27 h 154"/>
                <a:gd name="T70" fmla="*/ 137 w 259"/>
                <a:gd name="T71" fmla="*/ 31 h 154"/>
                <a:gd name="T72" fmla="*/ 155 w 259"/>
                <a:gd name="T73" fmla="*/ 30 h 154"/>
                <a:gd name="T74" fmla="*/ 161 w 259"/>
                <a:gd name="T75" fmla="*/ 34 h 154"/>
                <a:gd name="T76" fmla="*/ 175 w 259"/>
                <a:gd name="T77" fmla="*/ 55 h 154"/>
                <a:gd name="T78" fmla="*/ 198 w 259"/>
                <a:gd name="T79" fmla="*/ 69 h 154"/>
                <a:gd name="T80" fmla="*/ 211 w 259"/>
                <a:gd name="T81" fmla="*/ 79 h 154"/>
                <a:gd name="T82" fmla="*/ 231 w 259"/>
                <a:gd name="T83" fmla="*/ 89 h 154"/>
                <a:gd name="T84" fmla="*/ 256 w 259"/>
                <a:gd name="T85" fmla="*/ 98 h 154"/>
                <a:gd name="T86" fmla="*/ 259 w 259"/>
                <a:gd name="T87" fmla="*/ 111 h 154"/>
                <a:gd name="T88" fmla="*/ 254 w 259"/>
                <a:gd name="T89" fmla="*/ 110 h 154"/>
                <a:gd name="T90" fmla="*/ 244 w 259"/>
                <a:gd name="T91" fmla="*/ 105 h 154"/>
                <a:gd name="T92" fmla="*/ 243 w 259"/>
                <a:gd name="T93" fmla="*/ 112 h 154"/>
                <a:gd name="T94" fmla="*/ 230 w 259"/>
                <a:gd name="T95" fmla="*/ 116 h 154"/>
                <a:gd name="T96" fmla="*/ 230 w 259"/>
                <a:gd name="T97" fmla="*/ 133 h 154"/>
                <a:gd name="T98" fmla="*/ 222 w 259"/>
                <a:gd name="T99" fmla="*/ 139 h 154"/>
                <a:gd name="T100" fmla="*/ 209 w 259"/>
                <a:gd name="T101" fmla="*/ 142 h 154"/>
                <a:gd name="T102" fmla="*/ 207 w 259"/>
                <a:gd name="T103" fmla="*/ 151 h 154"/>
                <a:gd name="T104" fmla="*/ 195 w 259"/>
                <a:gd name="T105" fmla="*/ 154 h 154"/>
                <a:gd name="T106" fmla="*/ 176 w 259"/>
                <a:gd name="T107" fmla="*/ 14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154">
                  <a:moveTo>
                    <a:pt x="176" y="146"/>
                  </a:moveTo>
                  <a:lnTo>
                    <a:pt x="170" y="129"/>
                  </a:lnTo>
                  <a:lnTo>
                    <a:pt x="157" y="128"/>
                  </a:lnTo>
                  <a:lnTo>
                    <a:pt x="134" y="110"/>
                  </a:lnTo>
                  <a:lnTo>
                    <a:pt x="120" y="107"/>
                  </a:lnTo>
                  <a:lnTo>
                    <a:pt x="99" y="97"/>
                  </a:lnTo>
                  <a:lnTo>
                    <a:pt x="86" y="95"/>
                  </a:lnTo>
                  <a:lnTo>
                    <a:pt x="79" y="99"/>
                  </a:lnTo>
                  <a:lnTo>
                    <a:pt x="68" y="98"/>
                  </a:lnTo>
                  <a:lnTo>
                    <a:pt x="58" y="110"/>
                  </a:lnTo>
                  <a:lnTo>
                    <a:pt x="44" y="114"/>
                  </a:lnTo>
                  <a:lnTo>
                    <a:pt x="38" y="100"/>
                  </a:lnTo>
                  <a:lnTo>
                    <a:pt x="36" y="78"/>
                  </a:lnTo>
                  <a:lnTo>
                    <a:pt x="21" y="71"/>
                  </a:lnTo>
                  <a:lnTo>
                    <a:pt x="23" y="57"/>
                  </a:lnTo>
                  <a:lnTo>
                    <a:pt x="11" y="56"/>
                  </a:lnTo>
                  <a:lnTo>
                    <a:pt x="11" y="38"/>
                  </a:lnTo>
                  <a:lnTo>
                    <a:pt x="28" y="43"/>
                  </a:lnTo>
                  <a:lnTo>
                    <a:pt x="41" y="37"/>
                  </a:lnTo>
                  <a:lnTo>
                    <a:pt x="27" y="25"/>
                  </a:lnTo>
                  <a:lnTo>
                    <a:pt x="19" y="13"/>
                  </a:lnTo>
                  <a:lnTo>
                    <a:pt x="7" y="18"/>
                  </a:lnTo>
                  <a:lnTo>
                    <a:pt x="8" y="33"/>
                  </a:lnTo>
                  <a:lnTo>
                    <a:pt x="0" y="20"/>
                  </a:lnTo>
                  <a:lnTo>
                    <a:pt x="6" y="13"/>
                  </a:lnTo>
                  <a:lnTo>
                    <a:pt x="24" y="9"/>
                  </a:lnTo>
                  <a:lnTo>
                    <a:pt x="37" y="14"/>
                  </a:lnTo>
                  <a:lnTo>
                    <a:pt x="52" y="30"/>
                  </a:lnTo>
                  <a:lnTo>
                    <a:pt x="61" y="29"/>
                  </a:lnTo>
                  <a:lnTo>
                    <a:pt x="80" y="29"/>
                  </a:lnTo>
                  <a:lnTo>
                    <a:pt x="74" y="19"/>
                  </a:lnTo>
                  <a:lnTo>
                    <a:pt x="87" y="12"/>
                  </a:lnTo>
                  <a:lnTo>
                    <a:pt x="98" y="0"/>
                  </a:lnTo>
                  <a:lnTo>
                    <a:pt x="123" y="11"/>
                  </a:lnTo>
                  <a:lnTo>
                    <a:pt x="129" y="27"/>
                  </a:lnTo>
                  <a:lnTo>
                    <a:pt x="137" y="31"/>
                  </a:lnTo>
                  <a:lnTo>
                    <a:pt x="155" y="30"/>
                  </a:lnTo>
                  <a:lnTo>
                    <a:pt x="161" y="34"/>
                  </a:lnTo>
                  <a:lnTo>
                    <a:pt x="175" y="55"/>
                  </a:lnTo>
                  <a:lnTo>
                    <a:pt x="198" y="69"/>
                  </a:lnTo>
                  <a:lnTo>
                    <a:pt x="211" y="79"/>
                  </a:lnTo>
                  <a:lnTo>
                    <a:pt x="231" y="89"/>
                  </a:lnTo>
                  <a:lnTo>
                    <a:pt x="256" y="98"/>
                  </a:lnTo>
                  <a:lnTo>
                    <a:pt x="259" y="111"/>
                  </a:lnTo>
                  <a:lnTo>
                    <a:pt x="254" y="110"/>
                  </a:lnTo>
                  <a:lnTo>
                    <a:pt x="244" y="105"/>
                  </a:lnTo>
                  <a:lnTo>
                    <a:pt x="243" y="112"/>
                  </a:lnTo>
                  <a:lnTo>
                    <a:pt x="230" y="116"/>
                  </a:lnTo>
                  <a:lnTo>
                    <a:pt x="230" y="133"/>
                  </a:lnTo>
                  <a:lnTo>
                    <a:pt x="222" y="139"/>
                  </a:lnTo>
                  <a:lnTo>
                    <a:pt x="209" y="142"/>
                  </a:lnTo>
                  <a:lnTo>
                    <a:pt x="207" y="151"/>
                  </a:lnTo>
                  <a:lnTo>
                    <a:pt x="195" y="154"/>
                  </a:lnTo>
                  <a:lnTo>
                    <a:pt x="176" y="14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2" name="Freeform 195">
              <a:extLst>
                <a:ext uri="{FF2B5EF4-FFF2-40B4-BE49-F238E27FC236}">
                  <a16:creationId xmlns:a16="http://schemas.microsoft.com/office/drawing/2014/main" id="{79030AB3-8486-D8C0-AD25-8A868A548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7639" y="4181475"/>
              <a:ext cx="69850" cy="36513"/>
            </a:xfrm>
            <a:custGeom>
              <a:avLst/>
              <a:gdLst>
                <a:gd name="T0" fmla="*/ 0 w 44"/>
                <a:gd name="T1" fmla="*/ 13 h 23"/>
                <a:gd name="T2" fmla="*/ 2 w 44"/>
                <a:gd name="T3" fmla="*/ 8 h 23"/>
                <a:gd name="T4" fmla="*/ 19 w 44"/>
                <a:gd name="T5" fmla="*/ 4 h 23"/>
                <a:gd name="T6" fmla="*/ 32 w 44"/>
                <a:gd name="T7" fmla="*/ 3 h 23"/>
                <a:gd name="T8" fmla="*/ 37 w 44"/>
                <a:gd name="T9" fmla="*/ 0 h 23"/>
                <a:gd name="T10" fmla="*/ 44 w 44"/>
                <a:gd name="T11" fmla="*/ 3 h 23"/>
                <a:gd name="T12" fmla="*/ 37 w 44"/>
                <a:gd name="T13" fmla="*/ 9 h 23"/>
                <a:gd name="T14" fmla="*/ 17 w 44"/>
                <a:gd name="T15" fmla="*/ 18 h 23"/>
                <a:gd name="T16" fmla="*/ 1 w 44"/>
                <a:gd name="T17" fmla="*/ 23 h 23"/>
                <a:gd name="T18" fmla="*/ 1 w 44"/>
                <a:gd name="T19" fmla="*/ 17 h 23"/>
                <a:gd name="T20" fmla="*/ 0 w 44"/>
                <a:gd name="T21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23">
                  <a:moveTo>
                    <a:pt x="0" y="13"/>
                  </a:moveTo>
                  <a:lnTo>
                    <a:pt x="2" y="8"/>
                  </a:lnTo>
                  <a:lnTo>
                    <a:pt x="19" y="4"/>
                  </a:lnTo>
                  <a:lnTo>
                    <a:pt x="32" y="3"/>
                  </a:lnTo>
                  <a:lnTo>
                    <a:pt x="37" y="0"/>
                  </a:lnTo>
                  <a:lnTo>
                    <a:pt x="44" y="3"/>
                  </a:lnTo>
                  <a:lnTo>
                    <a:pt x="37" y="9"/>
                  </a:lnTo>
                  <a:lnTo>
                    <a:pt x="17" y="18"/>
                  </a:lnTo>
                  <a:lnTo>
                    <a:pt x="1" y="23"/>
                  </a:lnTo>
                  <a:lnTo>
                    <a:pt x="1" y="17"/>
                  </a:lnTo>
                  <a:lnTo>
                    <a:pt x="0" y="1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3" name="Freeform 196">
              <a:extLst>
                <a:ext uri="{FF2B5EF4-FFF2-40B4-BE49-F238E27FC236}">
                  <a16:creationId xmlns:a16="http://schemas.microsoft.com/office/drawing/2014/main" id="{E24CA5FC-F54F-D882-E571-4A9A91E8A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214" y="3549650"/>
              <a:ext cx="31750" cy="30163"/>
            </a:xfrm>
            <a:custGeom>
              <a:avLst/>
              <a:gdLst>
                <a:gd name="T0" fmla="*/ 6 w 20"/>
                <a:gd name="T1" fmla="*/ 3 h 19"/>
                <a:gd name="T2" fmla="*/ 16 w 20"/>
                <a:gd name="T3" fmla="*/ 0 h 19"/>
                <a:gd name="T4" fmla="*/ 20 w 20"/>
                <a:gd name="T5" fmla="*/ 1 h 19"/>
                <a:gd name="T6" fmla="*/ 19 w 20"/>
                <a:gd name="T7" fmla="*/ 16 h 19"/>
                <a:gd name="T8" fmla="*/ 3 w 20"/>
                <a:gd name="T9" fmla="*/ 19 h 19"/>
                <a:gd name="T10" fmla="*/ 0 w 20"/>
                <a:gd name="T11" fmla="*/ 17 h 19"/>
                <a:gd name="T12" fmla="*/ 6 w 20"/>
                <a:gd name="T13" fmla="*/ 11 h 19"/>
                <a:gd name="T14" fmla="*/ 6 w 20"/>
                <a:gd name="T15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9">
                  <a:moveTo>
                    <a:pt x="6" y="3"/>
                  </a:moveTo>
                  <a:lnTo>
                    <a:pt x="16" y="0"/>
                  </a:lnTo>
                  <a:lnTo>
                    <a:pt x="20" y="1"/>
                  </a:lnTo>
                  <a:lnTo>
                    <a:pt x="19" y="16"/>
                  </a:lnTo>
                  <a:lnTo>
                    <a:pt x="3" y="19"/>
                  </a:lnTo>
                  <a:lnTo>
                    <a:pt x="0" y="17"/>
                  </a:lnTo>
                  <a:lnTo>
                    <a:pt x="6" y="11"/>
                  </a:lnTo>
                  <a:lnTo>
                    <a:pt x="6" y="3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4" name="Freeform 197">
              <a:extLst>
                <a:ext uri="{FF2B5EF4-FFF2-40B4-BE49-F238E27FC236}">
                  <a16:creationId xmlns:a16="http://schemas.microsoft.com/office/drawing/2014/main" id="{472D0C2B-51E3-B2AF-821F-97E060865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814" y="2678112"/>
              <a:ext cx="111125" cy="231775"/>
            </a:xfrm>
            <a:custGeom>
              <a:avLst/>
              <a:gdLst>
                <a:gd name="T0" fmla="*/ 36 w 70"/>
                <a:gd name="T1" fmla="*/ 146 h 146"/>
                <a:gd name="T2" fmla="*/ 28 w 70"/>
                <a:gd name="T3" fmla="*/ 109 h 146"/>
                <a:gd name="T4" fmla="*/ 17 w 70"/>
                <a:gd name="T5" fmla="*/ 100 h 146"/>
                <a:gd name="T6" fmla="*/ 17 w 70"/>
                <a:gd name="T7" fmla="*/ 95 h 146"/>
                <a:gd name="T8" fmla="*/ 2 w 70"/>
                <a:gd name="T9" fmla="*/ 83 h 146"/>
                <a:gd name="T10" fmla="*/ 0 w 70"/>
                <a:gd name="T11" fmla="*/ 67 h 146"/>
                <a:gd name="T12" fmla="*/ 10 w 70"/>
                <a:gd name="T13" fmla="*/ 56 h 146"/>
                <a:gd name="T14" fmla="*/ 14 w 70"/>
                <a:gd name="T15" fmla="*/ 39 h 146"/>
                <a:gd name="T16" fmla="*/ 11 w 70"/>
                <a:gd name="T17" fmla="*/ 19 h 146"/>
                <a:gd name="T18" fmla="*/ 14 w 70"/>
                <a:gd name="T19" fmla="*/ 8 h 146"/>
                <a:gd name="T20" fmla="*/ 32 w 70"/>
                <a:gd name="T21" fmla="*/ 0 h 146"/>
                <a:gd name="T22" fmla="*/ 44 w 70"/>
                <a:gd name="T23" fmla="*/ 3 h 146"/>
                <a:gd name="T24" fmla="*/ 44 w 70"/>
                <a:gd name="T25" fmla="*/ 13 h 146"/>
                <a:gd name="T26" fmla="*/ 59 w 70"/>
                <a:gd name="T27" fmla="*/ 6 h 146"/>
                <a:gd name="T28" fmla="*/ 60 w 70"/>
                <a:gd name="T29" fmla="*/ 9 h 146"/>
                <a:gd name="T30" fmla="*/ 52 w 70"/>
                <a:gd name="T31" fmla="*/ 19 h 146"/>
                <a:gd name="T32" fmla="*/ 52 w 70"/>
                <a:gd name="T33" fmla="*/ 29 h 146"/>
                <a:gd name="T34" fmla="*/ 58 w 70"/>
                <a:gd name="T35" fmla="*/ 34 h 146"/>
                <a:gd name="T36" fmla="*/ 56 w 70"/>
                <a:gd name="T37" fmla="*/ 52 h 146"/>
                <a:gd name="T38" fmla="*/ 45 w 70"/>
                <a:gd name="T39" fmla="*/ 63 h 146"/>
                <a:gd name="T40" fmla="*/ 49 w 70"/>
                <a:gd name="T41" fmla="*/ 74 h 146"/>
                <a:gd name="T42" fmla="*/ 58 w 70"/>
                <a:gd name="T43" fmla="*/ 74 h 146"/>
                <a:gd name="T44" fmla="*/ 63 w 70"/>
                <a:gd name="T45" fmla="*/ 84 h 146"/>
                <a:gd name="T46" fmla="*/ 70 w 70"/>
                <a:gd name="T47" fmla="*/ 87 h 146"/>
                <a:gd name="T48" fmla="*/ 69 w 70"/>
                <a:gd name="T49" fmla="*/ 103 h 146"/>
                <a:gd name="T50" fmla="*/ 61 w 70"/>
                <a:gd name="T51" fmla="*/ 109 h 146"/>
                <a:gd name="T52" fmla="*/ 56 w 70"/>
                <a:gd name="T53" fmla="*/ 116 h 146"/>
                <a:gd name="T54" fmla="*/ 44 w 70"/>
                <a:gd name="T55" fmla="*/ 124 h 146"/>
                <a:gd name="T56" fmla="*/ 46 w 70"/>
                <a:gd name="T57" fmla="*/ 132 h 146"/>
                <a:gd name="T58" fmla="*/ 45 w 70"/>
                <a:gd name="T59" fmla="*/ 141 h 146"/>
                <a:gd name="T60" fmla="*/ 36 w 70"/>
                <a:gd name="T61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0" h="146">
                  <a:moveTo>
                    <a:pt x="36" y="146"/>
                  </a:moveTo>
                  <a:lnTo>
                    <a:pt x="28" y="109"/>
                  </a:lnTo>
                  <a:lnTo>
                    <a:pt x="17" y="100"/>
                  </a:lnTo>
                  <a:lnTo>
                    <a:pt x="17" y="95"/>
                  </a:lnTo>
                  <a:lnTo>
                    <a:pt x="2" y="83"/>
                  </a:lnTo>
                  <a:lnTo>
                    <a:pt x="0" y="67"/>
                  </a:lnTo>
                  <a:lnTo>
                    <a:pt x="10" y="56"/>
                  </a:lnTo>
                  <a:lnTo>
                    <a:pt x="14" y="39"/>
                  </a:lnTo>
                  <a:lnTo>
                    <a:pt x="11" y="19"/>
                  </a:lnTo>
                  <a:lnTo>
                    <a:pt x="14" y="8"/>
                  </a:lnTo>
                  <a:lnTo>
                    <a:pt x="32" y="0"/>
                  </a:lnTo>
                  <a:lnTo>
                    <a:pt x="44" y="3"/>
                  </a:lnTo>
                  <a:lnTo>
                    <a:pt x="44" y="13"/>
                  </a:lnTo>
                  <a:lnTo>
                    <a:pt x="59" y="6"/>
                  </a:lnTo>
                  <a:lnTo>
                    <a:pt x="60" y="9"/>
                  </a:lnTo>
                  <a:lnTo>
                    <a:pt x="52" y="19"/>
                  </a:lnTo>
                  <a:lnTo>
                    <a:pt x="52" y="29"/>
                  </a:lnTo>
                  <a:lnTo>
                    <a:pt x="58" y="34"/>
                  </a:lnTo>
                  <a:lnTo>
                    <a:pt x="56" y="52"/>
                  </a:lnTo>
                  <a:lnTo>
                    <a:pt x="45" y="63"/>
                  </a:lnTo>
                  <a:lnTo>
                    <a:pt x="49" y="74"/>
                  </a:lnTo>
                  <a:lnTo>
                    <a:pt x="58" y="74"/>
                  </a:lnTo>
                  <a:lnTo>
                    <a:pt x="63" y="84"/>
                  </a:lnTo>
                  <a:lnTo>
                    <a:pt x="70" y="87"/>
                  </a:lnTo>
                  <a:lnTo>
                    <a:pt x="69" y="103"/>
                  </a:lnTo>
                  <a:lnTo>
                    <a:pt x="61" y="109"/>
                  </a:lnTo>
                  <a:lnTo>
                    <a:pt x="56" y="116"/>
                  </a:lnTo>
                  <a:lnTo>
                    <a:pt x="44" y="124"/>
                  </a:lnTo>
                  <a:lnTo>
                    <a:pt x="46" y="132"/>
                  </a:lnTo>
                  <a:lnTo>
                    <a:pt x="45" y="141"/>
                  </a:lnTo>
                  <a:lnTo>
                    <a:pt x="36" y="14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5" name="Freeform 198">
              <a:extLst>
                <a:ext uri="{FF2B5EF4-FFF2-40B4-BE49-F238E27FC236}">
                  <a16:creationId xmlns:a16="http://schemas.microsoft.com/office/drawing/2014/main" id="{46173741-5A28-F8F9-D9DF-A0AF70618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702" y="2524125"/>
              <a:ext cx="514350" cy="204788"/>
            </a:xfrm>
            <a:custGeom>
              <a:avLst/>
              <a:gdLst>
                <a:gd name="T0" fmla="*/ 177 w 324"/>
                <a:gd name="T1" fmla="*/ 15 h 129"/>
                <a:gd name="T2" fmla="*/ 202 w 324"/>
                <a:gd name="T3" fmla="*/ 23 h 129"/>
                <a:gd name="T4" fmla="*/ 222 w 324"/>
                <a:gd name="T5" fmla="*/ 20 h 129"/>
                <a:gd name="T6" fmla="*/ 236 w 324"/>
                <a:gd name="T7" fmla="*/ 22 h 129"/>
                <a:gd name="T8" fmla="*/ 254 w 324"/>
                <a:gd name="T9" fmla="*/ 11 h 129"/>
                <a:gd name="T10" fmla="*/ 272 w 324"/>
                <a:gd name="T11" fmla="*/ 10 h 129"/>
                <a:gd name="T12" fmla="*/ 290 w 324"/>
                <a:gd name="T13" fmla="*/ 20 h 129"/>
                <a:gd name="T14" fmla="*/ 294 w 324"/>
                <a:gd name="T15" fmla="*/ 27 h 129"/>
                <a:gd name="T16" fmla="*/ 294 w 324"/>
                <a:gd name="T17" fmla="*/ 37 h 129"/>
                <a:gd name="T18" fmla="*/ 308 w 324"/>
                <a:gd name="T19" fmla="*/ 42 h 129"/>
                <a:gd name="T20" fmla="*/ 316 w 324"/>
                <a:gd name="T21" fmla="*/ 48 h 129"/>
                <a:gd name="T22" fmla="*/ 305 w 324"/>
                <a:gd name="T23" fmla="*/ 54 h 129"/>
                <a:gd name="T24" fmla="*/ 314 w 324"/>
                <a:gd name="T25" fmla="*/ 78 h 129"/>
                <a:gd name="T26" fmla="*/ 312 w 324"/>
                <a:gd name="T27" fmla="*/ 84 h 129"/>
                <a:gd name="T28" fmla="*/ 324 w 324"/>
                <a:gd name="T29" fmla="*/ 101 h 129"/>
                <a:gd name="T30" fmla="*/ 316 w 324"/>
                <a:gd name="T31" fmla="*/ 104 h 129"/>
                <a:gd name="T32" fmla="*/ 310 w 324"/>
                <a:gd name="T33" fmla="*/ 99 h 129"/>
                <a:gd name="T34" fmla="*/ 289 w 324"/>
                <a:gd name="T35" fmla="*/ 96 h 129"/>
                <a:gd name="T36" fmla="*/ 282 w 324"/>
                <a:gd name="T37" fmla="*/ 100 h 129"/>
                <a:gd name="T38" fmla="*/ 263 w 324"/>
                <a:gd name="T39" fmla="*/ 103 h 129"/>
                <a:gd name="T40" fmla="*/ 254 w 324"/>
                <a:gd name="T41" fmla="*/ 103 h 129"/>
                <a:gd name="T42" fmla="*/ 235 w 324"/>
                <a:gd name="T43" fmla="*/ 110 h 129"/>
                <a:gd name="T44" fmla="*/ 221 w 324"/>
                <a:gd name="T45" fmla="*/ 110 h 129"/>
                <a:gd name="T46" fmla="*/ 212 w 324"/>
                <a:gd name="T47" fmla="*/ 106 h 129"/>
                <a:gd name="T48" fmla="*/ 193 w 324"/>
                <a:gd name="T49" fmla="*/ 112 h 129"/>
                <a:gd name="T50" fmla="*/ 187 w 324"/>
                <a:gd name="T51" fmla="*/ 108 h 129"/>
                <a:gd name="T52" fmla="*/ 188 w 324"/>
                <a:gd name="T53" fmla="*/ 120 h 129"/>
                <a:gd name="T54" fmla="*/ 184 w 324"/>
                <a:gd name="T55" fmla="*/ 124 h 129"/>
                <a:gd name="T56" fmla="*/ 180 w 324"/>
                <a:gd name="T57" fmla="*/ 129 h 129"/>
                <a:gd name="T58" fmla="*/ 172 w 324"/>
                <a:gd name="T59" fmla="*/ 119 h 129"/>
                <a:gd name="T60" fmla="*/ 178 w 324"/>
                <a:gd name="T61" fmla="*/ 112 h 129"/>
                <a:gd name="T62" fmla="*/ 167 w 324"/>
                <a:gd name="T63" fmla="*/ 113 h 129"/>
                <a:gd name="T64" fmla="*/ 153 w 324"/>
                <a:gd name="T65" fmla="*/ 109 h 129"/>
                <a:gd name="T66" fmla="*/ 142 w 324"/>
                <a:gd name="T67" fmla="*/ 120 h 129"/>
                <a:gd name="T68" fmla="*/ 116 w 324"/>
                <a:gd name="T69" fmla="*/ 123 h 129"/>
                <a:gd name="T70" fmla="*/ 101 w 324"/>
                <a:gd name="T71" fmla="*/ 112 h 129"/>
                <a:gd name="T72" fmla="*/ 82 w 324"/>
                <a:gd name="T73" fmla="*/ 111 h 129"/>
                <a:gd name="T74" fmla="*/ 80 w 324"/>
                <a:gd name="T75" fmla="*/ 120 h 129"/>
                <a:gd name="T76" fmla="*/ 68 w 324"/>
                <a:gd name="T77" fmla="*/ 122 h 129"/>
                <a:gd name="T78" fmla="*/ 50 w 324"/>
                <a:gd name="T79" fmla="*/ 111 h 129"/>
                <a:gd name="T80" fmla="*/ 31 w 324"/>
                <a:gd name="T81" fmla="*/ 111 h 129"/>
                <a:gd name="T82" fmla="*/ 19 w 324"/>
                <a:gd name="T83" fmla="*/ 91 h 129"/>
                <a:gd name="T84" fmla="*/ 6 w 324"/>
                <a:gd name="T85" fmla="*/ 79 h 129"/>
                <a:gd name="T86" fmla="*/ 12 w 324"/>
                <a:gd name="T87" fmla="*/ 63 h 129"/>
                <a:gd name="T88" fmla="*/ 0 w 324"/>
                <a:gd name="T89" fmla="*/ 53 h 129"/>
                <a:gd name="T90" fmla="*/ 17 w 324"/>
                <a:gd name="T91" fmla="*/ 34 h 129"/>
                <a:gd name="T92" fmla="*/ 43 w 324"/>
                <a:gd name="T93" fmla="*/ 33 h 129"/>
                <a:gd name="T94" fmla="*/ 48 w 324"/>
                <a:gd name="T95" fmla="*/ 17 h 129"/>
                <a:gd name="T96" fmla="*/ 81 w 324"/>
                <a:gd name="T97" fmla="*/ 20 h 129"/>
                <a:gd name="T98" fmla="*/ 99 w 324"/>
                <a:gd name="T99" fmla="*/ 7 h 129"/>
                <a:gd name="T100" fmla="*/ 118 w 324"/>
                <a:gd name="T101" fmla="*/ 1 h 129"/>
                <a:gd name="T102" fmla="*/ 145 w 324"/>
                <a:gd name="T103" fmla="*/ 0 h 129"/>
                <a:gd name="T104" fmla="*/ 177 w 324"/>
                <a:gd name="T105" fmla="*/ 1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24" h="129">
                  <a:moveTo>
                    <a:pt x="177" y="15"/>
                  </a:moveTo>
                  <a:lnTo>
                    <a:pt x="202" y="23"/>
                  </a:lnTo>
                  <a:lnTo>
                    <a:pt x="222" y="20"/>
                  </a:lnTo>
                  <a:lnTo>
                    <a:pt x="236" y="22"/>
                  </a:lnTo>
                  <a:lnTo>
                    <a:pt x="254" y="11"/>
                  </a:lnTo>
                  <a:lnTo>
                    <a:pt x="272" y="10"/>
                  </a:lnTo>
                  <a:lnTo>
                    <a:pt x="290" y="20"/>
                  </a:lnTo>
                  <a:lnTo>
                    <a:pt x="294" y="27"/>
                  </a:lnTo>
                  <a:lnTo>
                    <a:pt x="294" y="37"/>
                  </a:lnTo>
                  <a:lnTo>
                    <a:pt x="308" y="42"/>
                  </a:lnTo>
                  <a:lnTo>
                    <a:pt x="316" y="48"/>
                  </a:lnTo>
                  <a:lnTo>
                    <a:pt x="305" y="54"/>
                  </a:lnTo>
                  <a:lnTo>
                    <a:pt x="314" y="78"/>
                  </a:lnTo>
                  <a:lnTo>
                    <a:pt x="312" y="84"/>
                  </a:lnTo>
                  <a:lnTo>
                    <a:pt x="324" y="101"/>
                  </a:lnTo>
                  <a:lnTo>
                    <a:pt x="316" y="104"/>
                  </a:lnTo>
                  <a:lnTo>
                    <a:pt x="310" y="99"/>
                  </a:lnTo>
                  <a:lnTo>
                    <a:pt x="289" y="96"/>
                  </a:lnTo>
                  <a:lnTo>
                    <a:pt x="282" y="100"/>
                  </a:lnTo>
                  <a:lnTo>
                    <a:pt x="263" y="103"/>
                  </a:lnTo>
                  <a:lnTo>
                    <a:pt x="254" y="103"/>
                  </a:lnTo>
                  <a:lnTo>
                    <a:pt x="235" y="110"/>
                  </a:lnTo>
                  <a:lnTo>
                    <a:pt x="221" y="110"/>
                  </a:lnTo>
                  <a:lnTo>
                    <a:pt x="212" y="106"/>
                  </a:lnTo>
                  <a:lnTo>
                    <a:pt x="193" y="112"/>
                  </a:lnTo>
                  <a:lnTo>
                    <a:pt x="187" y="108"/>
                  </a:lnTo>
                  <a:lnTo>
                    <a:pt x="188" y="120"/>
                  </a:lnTo>
                  <a:lnTo>
                    <a:pt x="184" y="124"/>
                  </a:lnTo>
                  <a:lnTo>
                    <a:pt x="180" y="129"/>
                  </a:lnTo>
                  <a:lnTo>
                    <a:pt x="172" y="119"/>
                  </a:lnTo>
                  <a:lnTo>
                    <a:pt x="178" y="112"/>
                  </a:lnTo>
                  <a:lnTo>
                    <a:pt x="167" y="113"/>
                  </a:lnTo>
                  <a:lnTo>
                    <a:pt x="153" y="109"/>
                  </a:lnTo>
                  <a:lnTo>
                    <a:pt x="142" y="120"/>
                  </a:lnTo>
                  <a:lnTo>
                    <a:pt x="116" y="123"/>
                  </a:lnTo>
                  <a:lnTo>
                    <a:pt x="101" y="112"/>
                  </a:lnTo>
                  <a:lnTo>
                    <a:pt x="82" y="111"/>
                  </a:lnTo>
                  <a:lnTo>
                    <a:pt x="80" y="120"/>
                  </a:lnTo>
                  <a:lnTo>
                    <a:pt x="68" y="122"/>
                  </a:lnTo>
                  <a:lnTo>
                    <a:pt x="50" y="111"/>
                  </a:lnTo>
                  <a:lnTo>
                    <a:pt x="31" y="111"/>
                  </a:lnTo>
                  <a:lnTo>
                    <a:pt x="19" y="91"/>
                  </a:lnTo>
                  <a:lnTo>
                    <a:pt x="6" y="79"/>
                  </a:lnTo>
                  <a:lnTo>
                    <a:pt x="12" y="63"/>
                  </a:lnTo>
                  <a:lnTo>
                    <a:pt x="0" y="53"/>
                  </a:lnTo>
                  <a:lnTo>
                    <a:pt x="17" y="34"/>
                  </a:lnTo>
                  <a:lnTo>
                    <a:pt x="43" y="33"/>
                  </a:lnTo>
                  <a:lnTo>
                    <a:pt x="48" y="17"/>
                  </a:lnTo>
                  <a:lnTo>
                    <a:pt x="81" y="20"/>
                  </a:lnTo>
                  <a:lnTo>
                    <a:pt x="99" y="7"/>
                  </a:lnTo>
                  <a:lnTo>
                    <a:pt x="118" y="1"/>
                  </a:lnTo>
                  <a:lnTo>
                    <a:pt x="145" y="0"/>
                  </a:lnTo>
                  <a:lnTo>
                    <a:pt x="177" y="1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6" name="Freeform 199">
              <a:extLst>
                <a:ext uri="{FF2B5EF4-FFF2-40B4-BE49-F238E27FC236}">
                  <a16:creationId xmlns:a16="http://schemas.microsoft.com/office/drawing/2014/main" id="{A3FE36B5-B216-3368-E5CC-E0B588E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9177" y="2520950"/>
              <a:ext cx="79375" cy="65088"/>
            </a:xfrm>
            <a:custGeom>
              <a:avLst/>
              <a:gdLst>
                <a:gd name="T0" fmla="*/ 21 w 50"/>
                <a:gd name="T1" fmla="*/ 30 h 41"/>
                <a:gd name="T2" fmla="*/ 8 w 50"/>
                <a:gd name="T3" fmla="*/ 41 h 41"/>
                <a:gd name="T4" fmla="*/ 2 w 50"/>
                <a:gd name="T5" fmla="*/ 32 h 41"/>
                <a:gd name="T6" fmla="*/ 2 w 50"/>
                <a:gd name="T7" fmla="*/ 27 h 41"/>
                <a:gd name="T8" fmla="*/ 5 w 50"/>
                <a:gd name="T9" fmla="*/ 25 h 41"/>
                <a:gd name="T10" fmla="*/ 9 w 50"/>
                <a:gd name="T11" fmla="*/ 12 h 41"/>
                <a:gd name="T12" fmla="*/ 0 w 50"/>
                <a:gd name="T13" fmla="*/ 7 h 41"/>
                <a:gd name="T14" fmla="*/ 17 w 50"/>
                <a:gd name="T15" fmla="*/ 0 h 41"/>
                <a:gd name="T16" fmla="*/ 32 w 50"/>
                <a:gd name="T17" fmla="*/ 3 h 41"/>
                <a:gd name="T18" fmla="*/ 35 w 50"/>
                <a:gd name="T19" fmla="*/ 11 h 41"/>
                <a:gd name="T20" fmla="*/ 50 w 50"/>
                <a:gd name="T21" fmla="*/ 18 h 41"/>
                <a:gd name="T22" fmla="*/ 47 w 50"/>
                <a:gd name="T23" fmla="*/ 23 h 41"/>
                <a:gd name="T24" fmla="*/ 28 w 50"/>
                <a:gd name="T25" fmla="*/ 24 h 41"/>
                <a:gd name="T26" fmla="*/ 21 w 50"/>
                <a:gd name="T27" fmla="*/ 3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" h="41">
                  <a:moveTo>
                    <a:pt x="21" y="30"/>
                  </a:moveTo>
                  <a:lnTo>
                    <a:pt x="8" y="41"/>
                  </a:lnTo>
                  <a:lnTo>
                    <a:pt x="2" y="32"/>
                  </a:lnTo>
                  <a:lnTo>
                    <a:pt x="2" y="27"/>
                  </a:lnTo>
                  <a:lnTo>
                    <a:pt x="5" y="25"/>
                  </a:lnTo>
                  <a:lnTo>
                    <a:pt x="9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2" y="3"/>
                  </a:lnTo>
                  <a:lnTo>
                    <a:pt x="35" y="11"/>
                  </a:lnTo>
                  <a:lnTo>
                    <a:pt x="50" y="18"/>
                  </a:lnTo>
                  <a:lnTo>
                    <a:pt x="47" y="23"/>
                  </a:lnTo>
                  <a:lnTo>
                    <a:pt x="28" y="24"/>
                  </a:lnTo>
                  <a:lnTo>
                    <a:pt x="21" y="3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7" name="Freeform 200">
              <a:extLst>
                <a:ext uri="{FF2B5EF4-FFF2-40B4-BE49-F238E27FC236}">
                  <a16:creationId xmlns:a16="http://schemas.microsoft.com/office/drawing/2014/main" id="{60D14643-B9F0-62B0-BF62-2EEAE2680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1739" y="3074987"/>
              <a:ext cx="39688" cy="109538"/>
            </a:xfrm>
            <a:custGeom>
              <a:avLst/>
              <a:gdLst>
                <a:gd name="T0" fmla="*/ 25 w 25"/>
                <a:gd name="T1" fmla="*/ 19 h 69"/>
                <a:gd name="T2" fmla="*/ 22 w 25"/>
                <a:gd name="T3" fmla="*/ 52 h 69"/>
                <a:gd name="T4" fmla="*/ 19 w 25"/>
                <a:gd name="T5" fmla="*/ 69 h 69"/>
                <a:gd name="T6" fmla="*/ 5 w 25"/>
                <a:gd name="T7" fmla="*/ 51 h 69"/>
                <a:gd name="T8" fmla="*/ 0 w 25"/>
                <a:gd name="T9" fmla="*/ 36 h 69"/>
                <a:gd name="T10" fmla="*/ 5 w 25"/>
                <a:gd name="T11" fmla="*/ 16 h 69"/>
                <a:gd name="T12" fmla="*/ 15 w 25"/>
                <a:gd name="T13" fmla="*/ 0 h 69"/>
                <a:gd name="T14" fmla="*/ 25 w 25"/>
                <a:gd name="T15" fmla="*/ 6 h 69"/>
                <a:gd name="T16" fmla="*/ 25 w 25"/>
                <a:gd name="T17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69">
                  <a:moveTo>
                    <a:pt x="25" y="19"/>
                  </a:moveTo>
                  <a:lnTo>
                    <a:pt x="22" y="52"/>
                  </a:lnTo>
                  <a:lnTo>
                    <a:pt x="19" y="69"/>
                  </a:lnTo>
                  <a:lnTo>
                    <a:pt x="5" y="51"/>
                  </a:lnTo>
                  <a:lnTo>
                    <a:pt x="0" y="36"/>
                  </a:lnTo>
                  <a:lnTo>
                    <a:pt x="5" y="16"/>
                  </a:lnTo>
                  <a:lnTo>
                    <a:pt x="15" y="0"/>
                  </a:lnTo>
                  <a:lnTo>
                    <a:pt x="25" y="6"/>
                  </a:lnTo>
                  <a:lnTo>
                    <a:pt x="25" y="1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8" name="Freeform 201">
              <a:extLst>
                <a:ext uri="{FF2B5EF4-FFF2-40B4-BE49-F238E27FC236}">
                  <a16:creationId xmlns:a16="http://schemas.microsoft.com/office/drawing/2014/main" id="{3B67292D-C1CC-1B59-1408-12745C971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9514" y="3940175"/>
              <a:ext cx="315913" cy="355600"/>
            </a:xfrm>
            <a:custGeom>
              <a:avLst/>
              <a:gdLst>
                <a:gd name="T0" fmla="*/ 84 w 199"/>
                <a:gd name="T1" fmla="*/ 0 h 224"/>
                <a:gd name="T2" fmla="*/ 87 w 199"/>
                <a:gd name="T3" fmla="*/ 2 h 224"/>
                <a:gd name="T4" fmla="*/ 154 w 199"/>
                <a:gd name="T5" fmla="*/ 45 h 224"/>
                <a:gd name="T6" fmla="*/ 155 w 199"/>
                <a:gd name="T7" fmla="*/ 57 h 224"/>
                <a:gd name="T8" fmla="*/ 181 w 199"/>
                <a:gd name="T9" fmla="*/ 78 h 224"/>
                <a:gd name="T10" fmla="*/ 172 w 199"/>
                <a:gd name="T11" fmla="*/ 103 h 224"/>
                <a:gd name="T12" fmla="*/ 173 w 199"/>
                <a:gd name="T13" fmla="*/ 115 h 224"/>
                <a:gd name="T14" fmla="*/ 184 w 199"/>
                <a:gd name="T15" fmla="*/ 123 h 224"/>
                <a:gd name="T16" fmla="*/ 185 w 199"/>
                <a:gd name="T17" fmla="*/ 128 h 224"/>
                <a:gd name="T18" fmla="*/ 180 w 199"/>
                <a:gd name="T19" fmla="*/ 141 h 224"/>
                <a:gd name="T20" fmla="*/ 181 w 199"/>
                <a:gd name="T21" fmla="*/ 147 h 224"/>
                <a:gd name="T22" fmla="*/ 179 w 199"/>
                <a:gd name="T23" fmla="*/ 157 h 224"/>
                <a:gd name="T24" fmla="*/ 185 w 199"/>
                <a:gd name="T25" fmla="*/ 170 h 224"/>
                <a:gd name="T26" fmla="*/ 192 w 199"/>
                <a:gd name="T27" fmla="*/ 190 h 224"/>
                <a:gd name="T28" fmla="*/ 199 w 199"/>
                <a:gd name="T29" fmla="*/ 195 h 224"/>
                <a:gd name="T30" fmla="*/ 184 w 199"/>
                <a:gd name="T31" fmla="*/ 207 h 224"/>
                <a:gd name="T32" fmla="*/ 164 w 199"/>
                <a:gd name="T33" fmla="*/ 215 h 224"/>
                <a:gd name="T34" fmla="*/ 153 w 199"/>
                <a:gd name="T35" fmla="*/ 215 h 224"/>
                <a:gd name="T36" fmla="*/ 146 w 199"/>
                <a:gd name="T37" fmla="*/ 221 h 224"/>
                <a:gd name="T38" fmla="*/ 133 w 199"/>
                <a:gd name="T39" fmla="*/ 221 h 224"/>
                <a:gd name="T40" fmla="*/ 128 w 199"/>
                <a:gd name="T41" fmla="*/ 224 h 224"/>
                <a:gd name="T42" fmla="*/ 107 w 199"/>
                <a:gd name="T43" fmla="*/ 218 h 224"/>
                <a:gd name="T44" fmla="*/ 93 w 199"/>
                <a:gd name="T45" fmla="*/ 220 h 224"/>
                <a:gd name="T46" fmla="*/ 89 w 199"/>
                <a:gd name="T47" fmla="*/ 192 h 224"/>
                <a:gd name="T48" fmla="*/ 82 w 199"/>
                <a:gd name="T49" fmla="*/ 182 h 224"/>
                <a:gd name="T50" fmla="*/ 79 w 199"/>
                <a:gd name="T51" fmla="*/ 176 h 224"/>
                <a:gd name="T52" fmla="*/ 61 w 199"/>
                <a:gd name="T53" fmla="*/ 172 h 224"/>
                <a:gd name="T54" fmla="*/ 51 w 199"/>
                <a:gd name="T55" fmla="*/ 166 h 224"/>
                <a:gd name="T56" fmla="*/ 39 w 199"/>
                <a:gd name="T57" fmla="*/ 163 h 224"/>
                <a:gd name="T58" fmla="*/ 32 w 199"/>
                <a:gd name="T59" fmla="*/ 159 h 224"/>
                <a:gd name="T60" fmla="*/ 25 w 199"/>
                <a:gd name="T61" fmla="*/ 154 h 224"/>
                <a:gd name="T62" fmla="*/ 15 w 199"/>
                <a:gd name="T63" fmla="*/ 127 h 224"/>
                <a:gd name="T64" fmla="*/ 5 w 199"/>
                <a:gd name="T65" fmla="*/ 116 h 224"/>
                <a:gd name="T66" fmla="*/ 1 w 199"/>
                <a:gd name="T67" fmla="*/ 104 h 224"/>
                <a:gd name="T68" fmla="*/ 3 w 199"/>
                <a:gd name="T69" fmla="*/ 93 h 224"/>
                <a:gd name="T70" fmla="*/ 0 w 199"/>
                <a:gd name="T71" fmla="*/ 74 h 224"/>
                <a:gd name="T72" fmla="*/ 7 w 199"/>
                <a:gd name="T73" fmla="*/ 73 h 224"/>
                <a:gd name="T74" fmla="*/ 14 w 199"/>
                <a:gd name="T75" fmla="*/ 65 h 224"/>
                <a:gd name="T76" fmla="*/ 22 w 199"/>
                <a:gd name="T77" fmla="*/ 54 h 224"/>
                <a:gd name="T78" fmla="*/ 26 w 199"/>
                <a:gd name="T79" fmla="*/ 50 h 224"/>
                <a:gd name="T80" fmla="*/ 26 w 199"/>
                <a:gd name="T81" fmla="*/ 43 h 224"/>
                <a:gd name="T82" fmla="*/ 22 w 199"/>
                <a:gd name="T83" fmla="*/ 39 h 224"/>
                <a:gd name="T84" fmla="*/ 21 w 199"/>
                <a:gd name="T85" fmla="*/ 31 h 224"/>
                <a:gd name="T86" fmla="*/ 26 w 199"/>
                <a:gd name="T87" fmla="*/ 28 h 224"/>
                <a:gd name="T88" fmla="*/ 28 w 199"/>
                <a:gd name="T89" fmla="*/ 16 h 224"/>
                <a:gd name="T90" fmla="*/ 20 w 199"/>
                <a:gd name="T91" fmla="*/ 4 h 224"/>
                <a:gd name="T92" fmla="*/ 27 w 199"/>
                <a:gd name="T93" fmla="*/ 2 h 224"/>
                <a:gd name="T94" fmla="*/ 47 w 199"/>
                <a:gd name="T95" fmla="*/ 2 h 224"/>
                <a:gd name="T96" fmla="*/ 84 w 199"/>
                <a:gd name="T97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9" h="224">
                  <a:moveTo>
                    <a:pt x="84" y="0"/>
                  </a:moveTo>
                  <a:lnTo>
                    <a:pt x="87" y="2"/>
                  </a:lnTo>
                  <a:lnTo>
                    <a:pt x="154" y="45"/>
                  </a:lnTo>
                  <a:lnTo>
                    <a:pt x="155" y="57"/>
                  </a:lnTo>
                  <a:lnTo>
                    <a:pt x="181" y="78"/>
                  </a:lnTo>
                  <a:lnTo>
                    <a:pt x="172" y="103"/>
                  </a:lnTo>
                  <a:lnTo>
                    <a:pt x="173" y="115"/>
                  </a:lnTo>
                  <a:lnTo>
                    <a:pt x="184" y="123"/>
                  </a:lnTo>
                  <a:lnTo>
                    <a:pt x="185" y="128"/>
                  </a:lnTo>
                  <a:lnTo>
                    <a:pt x="180" y="141"/>
                  </a:lnTo>
                  <a:lnTo>
                    <a:pt x="181" y="147"/>
                  </a:lnTo>
                  <a:lnTo>
                    <a:pt x="179" y="157"/>
                  </a:lnTo>
                  <a:lnTo>
                    <a:pt x="185" y="170"/>
                  </a:lnTo>
                  <a:lnTo>
                    <a:pt x="192" y="190"/>
                  </a:lnTo>
                  <a:lnTo>
                    <a:pt x="199" y="195"/>
                  </a:lnTo>
                  <a:lnTo>
                    <a:pt x="184" y="207"/>
                  </a:lnTo>
                  <a:lnTo>
                    <a:pt x="164" y="215"/>
                  </a:lnTo>
                  <a:lnTo>
                    <a:pt x="153" y="215"/>
                  </a:lnTo>
                  <a:lnTo>
                    <a:pt x="146" y="221"/>
                  </a:lnTo>
                  <a:lnTo>
                    <a:pt x="133" y="221"/>
                  </a:lnTo>
                  <a:lnTo>
                    <a:pt x="128" y="224"/>
                  </a:lnTo>
                  <a:lnTo>
                    <a:pt x="107" y="218"/>
                  </a:lnTo>
                  <a:lnTo>
                    <a:pt x="93" y="220"/>
                  </a:lnTo>
                  <a:lnTo>
                    <a:pt x="89" y="192"/>
                  </a:lnTo>
                  <a:lnTo>
                    <a:pt x="82" y="182"/>
                  </a:lnTo>
                  <a:lnTo>
                    <a:pt x="79" y="176"/>
                  </a:lnTo>
                  <a:lnTo>
                    <a:pt x="61" y="172"/>
                  </a:lnTo>
                  <a:lnTo>
                    <a:pt x="51" y="166"/>
                  </a:lnTo>
                  <a:lnTo>
                    <a:pt x="39" y="163"/>
                  </a:lnTo>
                  <a:lnTo>
                    <a:pt x="32" y="159"/>
                  </a:lnTo>
                  <a:lnTo>
                    <a:pt x="25" y="154"/>
                  </a:lnTo>
                  <a:lnTo>
                    <a:pt x="15" y="127"/>
                  </a:lnTo>
                  <a:lnTo>
                    <a:pt x="5" y="116"/>
                  </a:lnTo>
                  <a:lnTo>
                    <a:pt x="1" y="104"/>
                  </a:lnTo>
                  <a:lnTo>
                    <a:pt x="3" y="93"/>
                  </a:lnTo>
                  <a:lnTo>
                    <a:pt x="0" y="74"/>
                  </a:lnTo>
                  <a:lnTo>
                    <a:pt x="7" y="73"/>
                  </a:lnTo>
                  <a:lnTo>
                    <a:pt x="14" y="65"/>
                  </a:lnTo>
                  <a:lnTo>
                    <a:pt x="22" y="54"/>
                  </a:lnTo>
                  <a:lnTo>
                    <a:pt x="26" y="50"/>
                  </a:lnTo>
                  <a:lnTo>
                    <a:pt x="26" y="43"/>
                  </a:lnTo>
                  <a:lnTo>
                    <a:pt x="22" y="39"/>
                  </a:lnTo>
                  <a:lnTo>
                    <a:pt x="21" y="31"/>
                  </a:lnTo>
                  <a:lnTo>
                    <a:pt x="26" y="28"/>
                  </a:lnTo>
                  <a:lnTo>
                    <a:pt x="28" y="16"/>
                  </a:lnTo>
                  <a:lnTo>
                    <a:pt x="20" y="4"/>
                  </a:lnTo>
                  <a:lnTo>
                    <a:pt x="27" y="2"/>
                  </a:lnTo>
                  <a:lnTo>
                    <a:pt x="47" y="2"/>
                  </a:lnTo>
                  <a:lnTo>
                    <a:pt x="84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19" name="Freeform 202">
              <a:extLst>
                <a:ext uri="{FF2B5EF4-FFF2-40B4-BE49-F238E27FC236}">
                  <a16:creationId xmlns:a16="http://schemas.microsoft.com/office/drawing/2014/main" id="{C893A578-C1DC-0D5A-B42D-23B08B2D0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452" y="3768725"/>
              <a:ext cx="158750" cy="187325"/>
            </a:xfrm>
            <a:custGeom>
              <a:avLst/>
              <a:gdLst>
                <a:gd name="T0" fmla="*/ 42 w 100"/>
                <a:gd name="T1" fmla="*/ 110 h 118"/>
                <a:gd name="T2" fmla="*/ 22 w 100"/>
                <a:gd name="T3" fmla="*/ 110 h 118"/>
                <a:gd name="T4" fmla="*/ 15 w 100"/>
                <a:gd name="T5" fmla="*/ 112 h 118"/>
                <a:gd name="T6" fmla="*/ 4 w 100"/>
                <a:gd name="T7" fmla="*/ 118 h 118"/>
                <a:gd name="T8" fmla="*/ 0 w 100"/>
                <a:gd name="T9" fmla="*/ 116 h 118"/>
                <a:gd name="T10" fmla="*/ 0 w 100"/>
                <a:gd name="T11" fmla="*/ 101 h 118"/>
                <a:gd name="T12" fmla="*/ 4 w 100"/>
                <a:gd name="T13" fmla="*/ 93 h 118"/>
                <a:gd name="T14" fmla="*/ 5 w 100"/>
                <a:gd name="T15" fmla="*/ 76 h 118"/>
                <a:gd name="T16" fmla="*/ 9 w 100"/>
                <a:gd name="T17" fmla="*/ 66 h 118"/>
                <a:gd name="T18" fmla="*/ 16 w 100"/>
                <a:gd name="T19" fmla="*/ 56 h 118"/>
                <a:gd name="T20" fmla="*/ 23 w 100"/>
                <a:gd name="T21" fmla="*/ 50 h 118"/>
                <a:gd name="T22" fmla="*/ 29 w 100"/>
                <a:gd name="T23" fmla="*/ 43 h 118"/>
                <a:gd name="T24" fmla="*/ 22 w 100"/>
                <a:gd name="T25" fmla="*/ 40 h 118"/>
                <a:gd name="T26" fmla="*/ 23 w 100"/>
                <a:gd name="T27" fmla="*/ 16 h 118"/>
                <a:gd name="T28" fmla="*/ 30 w 100"/>
                <a:gd name="T29" fmla="*/ 10 h 118"/>
                <a:gd name="T30" fmla="*/ 42 w 100"/>
                <a:gd name="T31" fmla="*/ 14 h 118"/>
                <a:gd name="T32" fmla="*/ 57 w 100"/>
                <a:gd name="T33" fmla="*/ 10 h 118"/>
                <a:gd name="T34" fmla="*/ 69 w 100"/>
                <a:gd name="T35" fmla="*/ 10 h 118"/>
                <a:gd name="T36" fmla="*/ 81 w 100"/>
                <a:gd name="T37" fmla="*/ 0 h 118"/>
                <a:gd name="T38" fmla="*/ 90 w 100"/>
                <a:gd name="T39" fmla="*/ 15 h 118"/>
                <a:gd name="T40" fmla="*/ 92 w 100"/>
                <a:gd name="T41" fmla="*/ 25 h 118"/>
                <a:gd name="T42" fmla="*/ 100 w 100"/>
                <a:gd name="T43" fmla="*/ 49 h 118"/>
                <a:gd name="T44" fmla="*/ 93 w 100"/>
                <a:gd name="T45" fmla="*/ 64 h 118"/>
                <a:gd name="T46" fmla="*/ 84 w 100"/>
                <a:gd name="T47" fmla="*/ 78 h 118"/>
                <a:gd name="T48" fmla="*/ 79 w 100"/>
                <a:gd name="T49" fmla="*/ 86 h 118"/>
                <a:gd name="T50" fmla="*/ 79 w 100"/>
                <a:gd name="T51" fmla="*/ 108 h 118"/>
                <a:gd name="T52" fmla="*/ 42 w 100"/>
                <a:gd name="T53" fmla="*/ 11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" h="118">
                  <a:moveTo>
                    <a:pt x="42" y="110"/>
                  </a:moveTo>
                  <a:lnTo>
                    <a:pt x="22" y="110"/>
                  </a:lnTo>
                  <a:lnTo>
                    <a:pt x="15" y="112"/>
                  </a:lnTo>
                  <a:lnTo>
                    <a:pt x="4" y="118"/>
                  </a:lnTo>
                  <a:lnTo>
                    <a:pt x="0" y="116"/>
                  </a:lnTo>
                  <a:lnTo>
                    <a:pt x="0" y="101"/>
                  </a:lnTo>
                  <a:lnTo>
                    <a:pt x="4" y="93"/>
                  </a:lnTo>
                  <a:lnTo>
                    <a:pt x="5" y="76"/>
                  </a:lnTo>
                  <a:lnTo>
                    <a:pt x="9" y="66"/>
                  </a:lnTo>
                  <a:lnTo>
                    <a:pt x="16" y="56"/>
                  </a:lnTo>
                  <a:lnTo>
                    <a:pt x="23" y="50"/>
                  </a:lnTo>
                  <a:lnTo>
                    <a:pt x="29" y="43"/>
                  </a:lnTo>
                  <a:lnTo>
                    <a:pt x="22" y="40"/>
                  </a:lnTo>
                  <a:lnTo>
                    <a:pt x="23" y="16"/>
                  </a:lnTo>
                  <a:lnTo>
                    <a:pt x="30" y="10"/>
                  </a:lnTo>
                  <a:lnTo>
                    <a:pt x="42" y="14"/>
                  </a:lnTo>
                  <a:lnTo>
                    <a:pt x="57" y="10"/>
                  </a:lnTo>
                  <a:lnTo>
                    <a:pt x="69" y="10"/>
                  </a:lnTo>
                  <a:lnTo>
                    <a:pt x="81" y="0"/>
                  </a:lnTo>
                  <a:lnTo>
                    <a:pt x="90" y="15"/>
                  </a:lnTo>
                  <a:lnTo>
                    <a:pt x="92" y="25"/>
                  </a:lnTo>
                  <a:lnTo>
                    <a:pt x="100" y="49"/>
                  </a:lnTo>
                  <a:lnTo>
                    <a:pt x="93" y="64"/>
                  </a:lnTo>
                  <a:lnTo>
                    <a:pt x="84" y="78"/>
                  </a:lnTo>
                  <a:lnTo>
                    <a:pt x="79" y="86"/>
                  </a:lnTo>
                  <a:lnTo>
                    <a:pt x="79" y="108"/>
                  </a:lnTo>
                  <a:lnTo>
                    <a:pt x="42" y="11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0" name="Freeform 203">
              <a:extLst>
                <a:ext uri="{FF2B5EF4-FFF2-40B4-BE49-F238E27FC236}">
                  <a16:creationId xmlns:a16="http://schemas.microsoft.com/office/drawing/2014/main" id="{DE3BD91D-E5A9-4266-0DB9-032927E7E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0589" y="2192337"/>
              <a:ext cx="457200" cy="257175"/>
            </a:xfrm>
            <a:custGeom>
              <a:avLst/>
              <a:gdLst>
                <a:gd name="T0" fmla="*/ 149 w 288"/>
                <a:gd name="T1" fmla="*/ 6 h 162"/>
                <a:gd name="T2" fmla="*/ 157 w 288"/>
                <a:gd name="T3" fmla="*/ 2 h 162"/>
                <a:gd name="T4" fmla="*/ 186 w 288"/>
                <a:gd name="T5" fmla="*/ 11 h 162"/>
                <a:gd name="T6" fmla="*/ 185 w 288"/>
                <a:gd name="T7" fmla="*/ 22 h 162"/>
                <a:gd name="T8" fmla="*/ 205 w 288"/>
                <a:gd name="T9" fmla="*/ 31 h 162"/>
                <a:gd name="T10" fmla="*/ 227 w 288"/>
                <a:gd name="T11" fmla="*/ 42 h 162"/>
                <a:gd name="T12" fmla="*/ 251 w 288"/>
                <a:gd name="T13" fmla="*/ 49 h 162"/>
                <a:gd name="T14" fmla="*/ 285 w 288"/>
                <a:gd name="T15" fmla="*/ 55 h 162"/>
                <a:gd name="T16" fmla="*/ 282 w 288"/>
                <a:gd name="T17" fmla="*/ 72 h 162"/>
                <a:gd name="T18" fmla="*/ 287 w 288"/>
                <a:gd name="T19" fmla="*/ 89 h 162"/>
                <a:gd name="T20" fmla="*/ 264 w 288"/>
                <a:gd name="T21" fmla="*/ 97 h 162"/>
                <a:gd name="T22" fmla="*/ 253 w 288"/>
                <a:gd name="T23" fmla="*/ 107 h 162"/>
                <a:gd name="T24" fmla="*/ 228 w 288"/>
                <a:gd name="T25" fmla="*/ 115 h 162"/>
                <a:gd name="T26" fmla="*/ 218 w 288"/>
                <a:gd name="T27" fmla="*/ 135 h 162"/>
                <a:gd name="T28" fmla="*/ 244 w 288"/>
                <a:gd name="T29" fmla="*/ 139 h 162"/>
                <a:gd name="T30" fmla="*/ 224 w 288"/>
                <a:gd name="T31" fmla="*/ 150 h 162"/>
                <a:gd name="T32" fmla="*/ 194 w 288"/>
                <a:gd name="T33" fmla="*/ 158 h 162"/>
                <a:gd name="T34" fmla="*/ 177 w 288"/>
                <a:gd name="T35" fmla="*/ 142 h 162"/>
                <a:gd name="T36" fmla="*/ 194 w 288"/>
                <a:gd name="T37" fmla="*/ 131 h 162"/>
                <a:gd name="T38" fmla="*/ 162 w 288"/>
                <a:gd name="T39" fmla="*/ 121 h 162"/>
                <a:gd name="T40" fmla="*/ 145 w 288"/>
                <a:gd name="T41" fmla="*/ 116 h 162"/>
                <a:gd name="T42" fmla="*/ 130 w 288"/>
                <a:gd name="T43" fmla="*/ 143 h 162"/>
                <a:gd name="T44" fmla="*/ 115 w 288"/>
                <a:gd name="T45" fmla="*/ 142 h 162"/>
                <a:gd name="T46" fmla="*/ 111 w 288"/>
                <a:gd name="T47" fmla="*/ 137 h 162"/>
                <a:gd name="T48" fmla="*/ 117 w 288"/>
                <a:gd name="T49" fmla="*/ 123 h 162"/>
                <a:gd name="T50" fmla="*/ 118 w 288"/>
                <a:gd name="T51" fmla="*/ 118 h 162"/>
                <a:gd name="T52" fmla="*/ 130 w 288"/>
                <a:gd name="T53" fmla="*/ 121 h 162"/>
                <a:gd name="T54" fmla="*/ 131 w 288"/>
                <a:gd name="T55" fmla="*/ 118 h 162"/>
                <a:gd name="T56" fmla="*/ 125 w 288"/>
                <a:gd name="T57" fmla="*/ 109 h 162"/>
                <a:gd name="T58" fmla="*/ 115 w 288"/>
                <a:gd name="T59" fmla="*/ 98 h 162"/>
                <a:gd name="T60" fmla="*/ 107 w 288"/>
                <a:gd name="T61" fmla="*/ 85 h 162"/>
                <a:gd name="T62" fmla="*/ 87 w 288"/>
                <a:gd name="T63" fmla="*/ 78 h 162"/>
                <a:gd name="T64" fmla="*/ 74 w 288"/>
                <a:gd name="T65" fmla="*/ 83 h 162"/>
                <a:gd name="T66" fmla="*/ 63 w 288"/>
                <a:gd name="T67" fmla="*/ 88 h 162"/>
                <a:gd name="T68" fmla="*/ 46 w 288"/>
                <a:gd name="T69" fmla="*/ 93 h 162"/>
                <a:gd name="T70" fmla="*/ 28 w 288"/>
                <a:gd name="T71" fmla="*/ 88 h 162"/>
                <a:gd name="T72" fmla="*/ 11 w 288"/>
                <a:gd name="T73" fmla="*/ 90 h 162"/>
                <a:gd name="T74" fmla="*/ 0 w 288"/>
                <a:gd name="T75" fmla="*/ 79 h 162"/>
                <a:gd name="T76" fmla="*/ 6 w 288"/>
                <a:gd name="T77" fmla="*/ 66 h 162"/>
                <a:gd name="T78" fmla="*/ 4 w 288"/>
                <a:gd name="T79" fmla="*/ 58 h 162"/>
                <a:gd name="T80" fmla="*/ 24 w 288"/>
                <a:gd name="T81" fmla="*/ 39 h 162"/>
                <a:gd name="T82" fmla="*/ 15 w 288"/>
                <a:gd name="T83" fmla="*/ 15 h 162"/>
                <a:gd name="T84" fmla="*/ 30 w 288"/>
                <a:gd name="T85" fmla="*/ 9 h 162"/>
                <a:gd name="T86" fmla="*/ 58 w 288"/>
                <a:gd name="T87" fmla="*/ 10 h 162"/>
                <a:gd name="T88" fmla="*/ 89 w 288"/>
                <a:gd name="T89" fmla="*/ 15 h 162"/>
                <a:gd name="T90" fmla="*/ 101 w 288"/>
                <a:gd name="T91" fmla="*/ 15 h 162"/>
                <a:gd name="T92" fmla="*/ 120 w 288"/>
                <a:gd name="T93" fmla="*/ 19 h 162"/>
                <a:gd name="T94" fmla="*/ 126 w 288"/>
                <a:gd name="T95" fmla="*/ 10 h 162"/>
                <a:gd name="T96" fmla="*/ 143 w 288"/>
                <a:gd name="T97" fmla="*/ 5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8" h="162">
                  <a:moveTo>
                    <a:pt x="143" y="5"/>
                  </a:moveTo>
                  <a:lnTo>
                    <a:pt x="149" y="6"/>
                  </a:lnTo>
                  <a:lnTo>
                    <a:pt x="152" y="1"/>
                  </a:lnTo>
                  <a:lnTo>
                    <a:pt x="157" y="2"/>
                  </a:lnTo>
                  <a:lnTo>
                    <a:pt x="173" y="0"/>
                  </a:lnTo>
                  <a:lnTo>
                    <a:pt x="186" y="11"/>
                  </a:lnTo>
                  <a:lnTo>
                    <a:pt x="182" y="15"/>
                  </a:lnTo>
                  <a:lnTo>
                    <a:pt x="185" y="22"/>
                  </a:lnTo>
                  <a:lnTo>
                    <a:pt x="198" y="23"/>
                  </a:lnTo>
                  <a:lnTo>
                    <a:pt x="205" y="31"/>
                  </a:lnTo>
                  <a:lnTo>
                    <a:pt x="206" y="35"/>
                  </a:lnTo>
                  <a:lnTo>
                    <a:pt x="227" y="42"/>
                  </a:lnTo>
                  <a:lnTo>
                    <a:pt x="239" y="39"/>
                  </a:lnTo>
                  <a:lnTo>
                    <a:pt x="251" y="49"/>
                  </a:lnTo>
                  <a:lnTo>
                    <a:pt x="260" y="49"/>
                  </a:lnTo>
                  <a:lnTo>
                    <a:pt x="285" y="55"/>
                  </a:lnTo>
                  <a:lnTo>
                    <a:pt x="286" y="61"/>
                  </a:lnTo>
                  <a:lnTo>
                    <a:pt x="282" y="72"/>
                  </a:lnTo>
                  <a:lnTo>
                    <a:pt x="288" y="83"/>
                  </a:lnTo>
                  <a:lnTo>
                    <a:pt x="287" y="89"/>
                  </a:lnTo>
                  <a:lnTo>
                    <a:pt x="271" y="91"/>
                  </a:lnTo>
                  <a:lnTo>
                    <a:pt x="264" y="97"/>
                  </a:lnTo>
                  <a:lnTo>
                    <a:pt x="265" y="106"/>
                  </a:lnTo>
                  <a:lnTo>
                    <a:pt x="253" y="107"/>
                  </a:lnTo>
                  <a:lnTo>
                    <a:pt x="243" y="114"/>
                  </a:lnTo>
                  <a:lnTo>
                    <a:pt x="228" y="115"/>
                  </a:lnTo>
                  <a:lnTo>
                    <a:pt x="215" y="123"/>
                  </a:lnTo>
                  <a:lnTo>
                    <a:pt x="218" y="135"/>
                  </a:lnTo>
                  <a:lnTo>
                    <a:pt x="227" y="140"/>
                  </a:lnTo>
                  <a:lnTo>
                    <a:pt x="244" y="139"/>
                  </a:lnTo>
                  <a:lnTo>
                    <a:pt x="242" y="146"/>
                  </a:lnTo>
                  <a:lnTo>
                    <a:pt x="224" y="150"/>
                  </a:lnTo>
                  <a:lnTo>
                    <a:pt x="204" y="162"/>
                  </a:lnTo>
                  <a:lnTo>
                    <a:pt x="194" y="158"/>
                  </a:lnTo>
                  <a:lnTo>
                    <a:pt x="196" y="148"/>
                  </a:lnTo>
                  <a:lnTo>
                    <a:pt x="177" y="142"/>
                  </a:lnTo>
                  <a:lnTo>
                    <a:pt x="179" y="138"/>
                  </a:lnTo>
                  <a:lnTo>
                    <a:pt x="194" y="131"/>
                  </a:lnTo>
                  <a:lnTo>
                    <a:pt x="189" y="127"/>
                  </a:lnTo>
                  <a:lnTo>
                    <a:pt x="162" y="121"/>
                  </a:lnTo>
                  <a:lnTo>
                    <a:pt x="160" y="114"/>
                  </a:lnTo>
                  <a:lnTo>
                    <a:pt x="145" y="116"/>
                  </a:lnTo>
                  <a:lnTo>
                    <a:pt x="141" y="128"/>
                  </a:lnTo>
                  <a:lnTo>
                    <a:pt x="130" y="143"/>
                  </a:lnTo>
                  <a:lnTo>
                    <a:pt x="123" y="139"/>
                  </a:lnTo>
                  <a:lnTo>
                    <a:pt x="115" y="142"/>
                  </a:lnTo>
                  <a:lnTo>
                    <a:pt x="107" y="139"/>
                  </a:lnTo>
                  <a:lnTo>
                    <a:pt x="111" y="137"/>
                  </a:lnTo>
                  <a:lnTo>
                    <a:pt x="113" y="130"/>
                  </a:lnTo>
                  <a:lnTo>
                    <a:pt x="117" y="123"/>
                  </a:lnTo>
                  <a:lnTo>
                    <a:pt x="115" y="119"/>
                  </a:lnTo>
                  <a:lnTo>
                    <a:pt x="118" y="118"/>
                  </a:lnTo>
                  <a:lnTo>
                    <a:pt x="120" y="120"/>
                  </a:lnTo>
                  <a:lnTo>
                    <a:pt x="130" y="121"/>
                  </a:lnTo>
                  <a:lnTo>
                    <a:pt x="134" y="120"/>
                  </a:lnTo>
                  <a:lnTo>
                    <a:pt x="131" y="118"/>
                  </a:lnTo>
                  <a:lnTo>
                    <a:pt x="131" y="115"/>
                  </a:lnTo>
                  <a:lnTo>
                    <a:pt x="125" y="109"/>
                  </a:lnTo>
                  <a:lnTo>
                    <a:pt x="121" y="101"/>
                  </a:lnTo>
                  <a:lnTo>
                    <a:pt x="115" y="98"/>
                  </a:lnTo>
                  <a:lnTo>
                    <a:pt x="115" y="90"/>
                  </a:lnTo>
                  <a:lnTo>
                    <a:pt x="107" y="85"/>
                  </a:lnTo>
                  <a:lnTo>
                    <a:pt x="100" y="84"/>
                  </a:lnTo>
                  <a:lnTo>
                    <a:pt x="87" y="78"/>
                  </a:lnTo>
                  <a:lnTo>
                    <a:pt x="77" y="80"/>
                  </a:lnTo>
                  <a:lnTo>
                    <a:pt x="74" y="83"/>
                  </a:lnTo>
                  <a:lnTo>
                    <a:pt x="67" y="83"/>
                  </a:lnTo>
                  <a:lnTo>
                    <a:pt x="63" y="88"/>
                  </a:lnTo>
                  <a:lnTo>
                    <a:pt x="52" y="90"/>
                  </a:lnTo>
                  <a:lnTo>
                    <a:pt x="46" y="93"/>
                  </a:lnTo>
                  <a:lnTo>
                    <a:pt x="38" y="88"/>
                  </a:lnTo>
                  <a:lnTo>
                    <a:pt x="28" y="88"/>
                  </a:lnTo>
                  <a:lnTo>
                    <a:pt x="18" y="86"/>
                  </a:lnTo>
                  <a:lnTo>
                    <a:pt x="11" y="90"/>
                  </a:lnTo>
                  <a:lnTo>
                    <a:pt x="9" y="84"/>
                  </a:lnTo>
                  <a:lnTo>
                    <a:pt x="0" y="79"/>
                  </a:lnTo>
                  <a:lnTo>
                    <a:pt x="2" y="71"/>
                  </a:lnTo>
                  <a:lnTo>
                    <a:pt x="6" y="66"/>
                  </a:lnTo>
                  <a:lnTo>
                    <a:pt x="9" y="67"/>
                  </a:lnTo>
                  <a:lnTo>
                    <a:pt x="4" y="58"/>
                  </a:lnTo>
                  <a:lnTo>
                    <a:pt x="17" y="41"/>
                  </a:lnTo>
                  <a:lnTo>
                    <a:pt x="24" y="39"/>
                  </a:lnTo>
                  <a:lnTo>
                    <a:pt x="25" y="33"/>
                  </a:lnTo>
                  <a:lnTo>
                    <a:pt x="15" y="15"/>
                  </a:lnTo>
                  <a:lnTo>
                    <a:pt x="22" y="14"/>
                  </a:lnTo>
                  <a:lnTo>
                    <a:pt x="30" y="9"/>
                  </a:lnTo>
                  <a:lnTo>
                    <a:pt x="42" y="8"/>
                  </a:lnTo>
                  <a:lnTo>
                    <a:pt x="58" y="10"/>
                  </a:lnTo>
                  <a:lnTo>
                    <a:pt x="77" y="15"/>
                  </a:lnTo>
                  <a:lnTo>
                    <a:pt x="89" y="15"/>
                  </a:lnTo>
                  <a:lnTo>
                    <a:pt x="95" y="18"/>
                  </a:lnTo>
                  <a:lnTo>
                    <a:pt x="101" y="15"/>
                  </a:lnTo>
                  <a:lnTo>
                    <a:pt x="106" y="19"/>
                  </a:lnTo>
                  <a:lnTo>
                    <a:pt x="120" y="19"/>
                  </a:lnTo>
                  <a:lnTo>
                    <a:pt x="126" y="20"/>
                  </a:lnTo>
                  <a:lnTo>
                    <a:pt x="126" y="10"/>
                  </a:lnTo>
                  <a:lnTo>
                    <a:pt x="130" y="6"/>
                  </a:lnTo>
                  <a:lnTo>
                    <a:pt x="143" y="5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421" name="Freeform 204">
              <a:extLst>
                <a:ext uri="{FF2B5EF4-FFF2-40B4-BE49-F238E27FC236}">
                  <a16:creationId xmlns:a16="http://schemas.microsoft.com/office/drawing/2014/main" id="{62085CAC-6365-DD78-D57D-8B6500746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364" y="4902200"/>
              <a:ext cx="142875" cy="158750"/>
            </a:xfrm>
            <a:custGeom>
              <a:avLst/>
              <a:gdLst>
                <a:gd name="T0" fmla="*/ 3 w 90"/>
                <a:gd name="T1" fmla="*/ 2 h 100"/>
                <a:gd name="T2" fmla="*/ 14 w 90"/>
                <a:gd name="T3" fmla="*/ 0 h 100"/>
                <a:gd name="T4" fmla="*/ 35 w 90"/>
                <a:gd name="T5" fmla="*/ 16 h 100"/>
                <a:gd name="T6" fmla="*/ 41 w 90"/>
                <a:gd name="T7" fmla="*/ 15 h 100"/>
                <a:gd name="T8" fmla="*/ 61 w 90"/>
                <a:gd name="T9" fmla="*/ 29 h 100"/>
                <a:gd name="T10" fmla="*/ 77 w 90"/>
                <a:gd name="T11" fmla="*/ 40 h 100"/>
                <a:gd name="T12" fmla="*/ 89 w 90"/>
                <a:gd name="T13" fmla="*/ 54 h 100"/>
                <a:gd name="T14" fmla="*/ 83 w 90"/>
                <a:gd name="T15" fmla="*/ 64 h 100"/>
                <a:gd name="T16" fmla="*/ 90 w 90"/>
                <a:gd name="T17" fmla="*/ 76 h 100"/>
                <a:gd name="T18" fmla="*/ 84 w 90"/>
                <a:gd name="T19" fmla="*/ 89 h 100"/>
                <a:gd name="T20" fmla="*/ 67 w 90"/>
                <a:gd name="T21" fmla="*/ 100 h 100"/>
                <a:gd name="T22" fmla="*/ 53 w 90"/>
                <a:gd name="T23" fmla="*/ 96 h 100"/>
                <a:gd name="T24" fmla="*/ 44 w 90"/>
                <a:gd name="T25" fmla="*/ 98 h 100"/>
                <a:gd name="T26" fmla="*/ 27 w 90"/>
                <a:gd name="T27" fmla="*/ 89 h 100"/>
                <a:gd name="T28" fmla="*/ 15 w 90"/>
                <a:gd name="T29" fmla="*/ 90 h 100"/>
                <a:gd name="T30" fmla="*/ 2 w 90"/>
                <a:gd name="T31" fmla="*/ 79 h 100"/>
                <a:gd name="T32" fmla="*/ 1 w 90"/>
                <a:gd name="T33" fmla="*/ 65 h 100"/>
                <a:gd name="T34" fmla="*/ 4 w 90"/>
                <a:gd name="T35" fmla="*/ 61 h 100"/>
                <a:gd name="T36" fmla="*/ 0 w 90"/>
                <a:gd name="T37" fmla="*/ 40 h 100"/>
                <a:gd name="T38" fmla="*/ 2 w 90"/>
                <a:gd name="T39" fmla="*/ 19 h 100"/>
                <a:gd name="T40" fmla="*/ 3 w 90"/>
                <a:gd name="T41" fmla="*/ 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0">
                  <a:moveTo>
                    <a:pt x="3" y="2"/>
                  </a:moveTo>
                  <a:lnTo>
                    <a:pt x="14" y="0"/>
                  </a:lnTo>
                  <a:lnTo>
                    <a:pt x="35" y="16"/>
                  </a:lnTo>
                  <a:lnTo>
                    <a:pt x="41" y="15"/>
                  </a:lnTo>
                  <a:lnTo>
                    <a:pt x="61" y="29"/>
                  </a:lnTo>
                  <a:lnTo>
                    <a:pt x="77" y="40"/>
                  </a:lnTo>
                  <a:lnTo>
                    <a:pt x="89" y="54"/>
                  </a:lnTo>
                  <a:lnTo>
                    <a:pt x="83" y="64"/>
                  </a:lnTo>
                  <a:lnTo>
                    <a:pt x="90" y="76"/>
                  </a:lnTo>
                  <a:lnTo>
                    <a:pt x="84" y="89"/>
                  </a:lnTo>
                  <a:lnTo>
                    <a:pt x="67" y="100"/>
                  </a:lnTo>
                  <a:lnTo>
                    <a:pt x="53" y="96"/>
                  </a:lnTo>
                  <a:lnTo>
                    <a:pt x="44" y="98"/>
                  </a:lnTo>
                  <a:lnTo>
                    <a:pt x="27" y="89"/>
                  </a:lnTo>
                  <a:lnTo>
                    <a:pt x="15" y="90"/>
                  </a:lnTo>
                  <a:lnTo>
                    <a:pt x="2" y="79"/>
                  </a:lnTo>
                  <a:lnTo>
                    <a:pt x="1" y="65"/>
                  </a:lnTo>
                  <a:lnTo>
                    <a:pt x="4" y="61"/>
                  </a:lnTo>
                  <a:lnTo>
                    <a:pt x="0" y="40"/>
                  </a:lnTo>
                  <a:lnTo>
                    <a:pt x="2" y="19"/>
                  </a:lnTo>
                  <a:lnTo>
                    <a:pt x="3" y="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2" name="Freeform 205">
              <a:extLst>
                <a:ext uri="{FF2B5EF4-FFF2-40B4-BE49-F238E27FC236}">
                  <a16:creationId xmlns:a16="http://schemas.microsoft.com/office/drawing/2014/main" id="{58F5E17D-8981-E181-6D62-24E3CBC06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039" y="2014537"/>
              <a:ext cx="76200" cy="39688"/>
            </a:xfrm>
            <a:custGeom>
              <a:avLst/>
              <a:gdLst>
                <a:gd name="T0" fmla="*/ 25 w 48"/>
                <a:gd name="T1" fmla="*/ 17 h 25"/>
                <a:gd name="T2" fmla="*/ 3 w 48"/>
                <a:gd name="T3" fmla="*/ 25 h 25"/>
                <a:gd name="T4" fmla="*/ 0 w 48"/>
                <a:gd name="T5" fmla="*/ 19 h 25"/>
                <a:gd name="T6" fmla="*/ 7 w 48"/>
                <a:gd name="T7" fmla="*/ 10 h 25"/>
                <a:gd name="T8" fmla="*/ 28 w 48"/>
                <a:gd name="T9" fmla="*/ 3 h 25"/>
                <a:gd name="T10" fmla="*/ 40 w 48"/>
                <a:gd name="T11" fmla="*/ 0 h 25"/>
                <a:gd name="T12" fmla="*/ 48 w 48"/>
                <a:gd name="T13" fmla="*/ 2 h 25"/>
                <a:gd name="T14" fmla="*/ 48 w 48"/>
                <a:gd name="T15" fmla="*/ 8 h 25"/>
                <a:gd name="T16" fmla="*/ 25 w 48"/>
                <a:gd name="T17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25">
                  <a:moveTo>
                    <a:pt x="25" y="17"/>
                  </a:moveTo>
                  <a:lnTo>
                    <a:pt x="3" y="25"/>
                  </a:lnTo>
                  <a:lnTo>
                    <a:pt x="0" y="19"/>
                  </a:lnTo>
                  <a:lnTo>
                    <a:pt x="7" y="10"/>
                  </a:lnTo>
                  <a:lnTo>
                    <a:pt x="28" y="3"/>
                  </a:lnTo>
                  <a:lnTo>
                    <a:pt x="40" y="0"/>
                  </a:lnTo>
                  <a:lnTo>
                    <a:pt x="48" y="2"/>
                  </a:lnTo>
                  <a:lnTo>
                    <a:pt x="48" y="8"/>
                  </a:lnTo>
                  <a:lnTo>
                    <a:pt x="25" y="1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3" name="Freeform 207">
              <a:extLst>
                <a:ext uri="{FF2B5EF4-FFF2-40B4-BE49-F238E27FC236}">
                  <a16:creationId xmlns:a16="http://schemas.microsoft.com/office/drawing/2014/main" id="{8FA670BE-F47D-0640-DBB2-846F4DF45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364" y="1941512"/>
              <a:ext cx="44450" cy="19050"/>
            </a:xfrm>
            <a:custGeom>
              <a:avLst/>
              <a:gdLst>
                <a:gd name="T0" fmla="*/ 21 w 28"/>
                <a:gd name="T1" fmla="*/ 9 h 12"/>
                <a:gd name="T2" fmla="*/ 8 w 28"/>
                <a:gd name="T3" fmla="*/ 12 h 12"/>
                <a:gd name="T4" fmla="*/ 3 w 28"/>
                <a:gd name="T5" fmla="*/ 8 h 12"/>
                <a:gd name="T6" fmla="*/ 0 w 28"/>
                <a:gd name="T7" fmla="*/ 3 h 12"/>
                <a:gd name="T8" fmla="*/ 19 w 28"/>
                <a:gd name="T9" fmla="*/ 0 h 12"/>
                <a:gd name="T10" fmla="*/ 28 w 28"/>
                <a:gd name="T11" fmla="*/ 1 h 12"/>
                <a:gd name="T12" fmla="*/ 21 w 28"/>
                <a:gd name="T13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1" y="9"/>
                  </a:moveTo>
                  <a:lnTo>
                    <a:pt x="8" y="12"/>
                  </a:lnTo>
                  <a:lnTo>
                    <a:pt x="3" y="8"/>
                  </a:lnTo>
                  <a:lnTo>
                    <a:pt x="0" y="3"/>
                  </a:lnTo>
                  <a:lnTo>
                    <a:pt x="19" y="0"/>
                  </a:lnTo>
                  <a:lnTo>
                    <a:pt x="28" y="1"/>
                  </a:lnTo>
                  <a:lnTo>
                    <a:pt x="21" y="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4" name="Freeform 208">
              <a:extLst>
                <a:ext uri="{FF2B5EF4-FFF2-40B4-BE49-F238E27FC236}">
                  <a16:creationId xmlns:a16="http://schemas.microsoft.com/office/drawing/2014/main" id="{5968D86F-24FF-58A3-2D2B-148B13572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352" y="1838325"/>
              <a:ext cx="65088" cy="23813"/>
            </a:xfrm>
            <a:custGeom>
              <a:avLst/>
              <a:gdLst>
                <a:gd name="T0" fmla="*/ 10 w 41"/>
                <a:gd name="T1" fmla="*/ 0 h 15"/>
                <a:gd name="T2" fmla="*/ 14 w 41"/>
                <a:gd name="T3" fmla="*/ 4 h 15"/>
                <a:gd name="T4" fmla="*/ 26 w 41"/>
                <a:gd name="T5" fmla="*/ 2 h 15"/>
                <a:gd name="T6" fmla="*/ 30 w 41"/>
                <a:gd name="T7" fmla="*/ 7 h 15"/>
                <a:gd name="T8" fmla="*/ 41 w 41"/>
                <a:gd name="T9" fmla="*/ 9 h 15"/>
                <a:gd name="T10" fmla="*/ 37 w 41"/>
                <a:gd name="T11" fmla="*/ 11 h 15"/>
                <a:gd name="T12" fmla="*/ 21 w 41"/>
                <a:gd name="T13" fmla="*/ 15 h 15"/>
                <a:gd name="T14" fmla="*/ 16 w 41"/>
                <a:gd name="T15" fmla="*/ 11 h 15"/>
                <a:gd name="T16" fmla="*/ 15 w 41"/>
                <a:gd name="T17" fmla="*/ 8 h 15"/>
                <a:gd name="T18" fmla="*/ 1 w 41"/>
                <a:gd name="T19" fmla="*/ 9 h 15"/>
                <a:gd name="T20" fmla="*/ 0 w 41"/>
                <a:gd name="T21" fmla="*/ 7 h 15"/>
                <a:gd name="T22" fmla="*/ 10 w 41"/>
                <a:gd name="T2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15">
                  <a:moveTo>
                    <a:pt x="10" y="0"/>
                  </a:moveTo>
                  <a:lnTo>
                    <a:pt x="14" y="4"/>
                  </a:lnTo>
                  <a:lnTo>
                    <a:pt x="26" y="2"/>
                  </a:lnTo>
                  <a:lnTo>
                    <a:pt x="30" y="7"/>
                  </a:lnTo>
                  <a:lnTo>
                    <a:pt x="41" y="9"/>
                  </a:lnTo>
                  <a:lnTo>
                    <a:pt x="37" y="11"/>
                  </a:lnTo>
                  <a:lnTo>
                    <a:pt x="21" y="15"/>
                  </a:lnTo>
                  <a:lnTo>
                    <a:pt x="16" y="11"/>
                  </a:lnTo>
                  <a:lnTo>
                    <a:pt x="15" y="8"/>
                  </a:lnTo>
                  <a:lnTo>
                    <a:pt x="1" y="9"/>
                  </a:lnTo>
                  <a:lnTo>
                    <a:pt x="0" y="7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5" name="Freeform 209">
              <a:extLst>
                <a:ext uri="{FF2B5EF4-FFF2-40B4-BE49-F238E27FC236}">
                  <a16:creationId xmlns:a16="http://schemas.microsoft.com/office/drawing/2014/main" id="{86ADC0D2-3EB3-D441-B0FF-59A68A0B8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664" y="1624012"/>
              <a:ext cx="1082675" cy="503238"/>
            </a:xfrm>
            <a:custGeom>
              <a:avLst/>
              <a:gdLst>
                <a:gd name="T0" fmla="*/ 542 w 682"/>
                <a:gd name="T1" fmla="*/ 8 h 317"/>
                <a:gd name="T2" fmla="*/ 572 w 682"/>
                <a:gd name="T3" fmla="*/ 16 h 317"/>
                <a:gd name="T4" fmla="*/ 630 w 682"/>
                <a:gd name="T5" fmla="*/ 21 h 317"/>
                <a:gd name="T6" fmla="*/ 671 w 682"/>
                <a:gd name="T7" fmla="*/ 26 h 317"/>
                <a:gd name="T8" fmla="*/ 598 w 682"/>
                <a:gd name="T9" fmla="*/ 94 h 317"/>
                <a:gd name="T10" fmla="*/ 501 w 682"/>
                <a:gd name="T11" fmla="*/ 207 h 317"/>
                <a:gd name="T12" fmla="*/ 529 w 682"/>
                <a:gd name="T13" fmla="*/ 217 h 317"/>
                <a:gd name="T14" fmla="*/ 550 w 682"/>
                <a:gd name="T15" fmla="*/ 229 h 317"/>
                <a:gd name="T16" fmla="*/ 547 w 682"/>
                <a:gd name="T17" fmla="*/ 274 h 317"/>
                <a:gd name="T18" fmla="*/ 536 w 682"/>
                <a:gd name="T19" fmla="*/ 309 h 317"/>
                <a:gd name="T20" fmla="*/ 536 w 682"/>
                <a:gd name="T21" fmla="*/ 278 h 317"/>
                <a:gd name="T22" fmla="*/ 526 w 682"/>
                <a:gd name="T23" fmla="*/ 242 h 317"/>
                <a:gd name="T24" fmla="*/ 480 w 682"/>
                <a:gd name="T25" fmla="*/ 216 h 317"/>
                <a:gd name="T26" fmla="*/ 429 w 682"/>
                <a:gd name="T27" fmla="*/ 207 h 317"/>
                <a:gd name="T28" fmla="*/ 380 w 682"/>
                <a:gd name="T29" fmla="*/ 194 h 317"/>
                <a:gd name="T30" fmla="*/ 338 w 682"/>
                <a:gd name="T31" fmla="*/ 213 h 317"/>
                <a:gd name="T32" fmla="*/ 307 w 682"/>
                <a:gd name="T33" fmla="*/ 212 h 317"/>
                <a:gd name="T34" fmla="*/ 358 w 682"/>
                <a:gd name="T35" fmla="*/ 183 h 317"/>
                <a:gd name="T36" fmla="*/ 267 w 682"/>
                <a:gd name="T37" fmla="*/ 220 h 317"/>
                <a:gd name="T38" fmla="*/ 213 w 682"/>
                <a:gd name="T39" fmla="*/ 251 h 317"/>
                <a:gd name="T40" fmla="*/ 145 w 682"/>
                <a:gd name="T41" fmla="*/ 276 h 317"/>
                <a:gd name="T42" fmla="*/ 95 w 682"/>
                <a:gd name="T43" fmla="*/ 292 h 317"/>
                <a:gd name="T44" fmla="*/ 32 w 682"/>
                <a:gd name="T45" fmla="*/ 311 h 317"/>
                <a:gd name="T46" fmla="*/ 28 w 682"/>
                <a:gd name="T47" fmla="*/ 304 h 317"/>
                <a:gd name="T48" fmla="*/ 98 w 682"/>
                <a:gd name="T49" fmla="*/ 285 h 317"/>
                <a:gd name="T50" fmla="*/ 155 w 682"/>
                <a:gd name="T51" fmla="*/ 261 h 317"/>
                <a:gd name="T52" fmla="*/ 213 w 682"/>
                <a:gd name="T53" fmla="*/ 228 h 317"/>
                <a:gd name="T54" fmla="*/ 172 w 682"/>
                <a:gd name="T55" fmla="*/ 238 h 317"/>
                <a:gd name="T56" fmla="*/ 167 w 682"/>
                <a:gd name="T57" fmla="*/ 225 h 317"/>
                <a:gd name="T58" fmla="*/ 146 w 682"/>
                <a:gd name="T59" fmla="*/ 221 h 317"/>
                <a:gd name="T60" fmla="*/ 132 w 682"/>
                <a:gd name="T61" fmla="*/ 211 h 317"/>
                <a:gd name="T62" fmla="*/ 139 w 682"/>
                <a:gd name="T63" fmla="*/ 186 h 317"/>
                <a:gd name="T64" fmla="*/ 183 w 682"/>
                <a:gd name="T65" fmla="*/ 157 h 317"/>
                <a:gd name="T66" fmla="*/ 220 w 682"/>
                <a:gd name="T67" fmla="*/ 149 h 317"/>
                <a:gd name="T68" fmla="*/ 270 w 682"/>
                <a:gd name="T69" fmla="*/ 136 h 317"/>
                <a:gd name="T70" fmla="*/ 295 w 682"/>
                <a:gd name="T71" fmla="*/ 117 h 317"/>
                <a:gd name="T72" fmla="*/ 256 w 682"/>
                <a:gd name="T73" fmla="*/ 125 h 317"/>
                <a:gd name="T74" fmla="*/ 213 w 682"/>
                <a:gd name="T75" fmla="*/ 119 h 317"/>
                <a:gd name="T76" fmla="*/ 246 w 682"/>
                <a:gd name="T77" fmla="*/ 93 h 317"/>
                <a:gd name="T78" fmla="*/ 286 w 682"/>
                <a:gd name="T79" fmla="*/ 93 h 317"/>
                <a:gd name="T80" fmla="*/ 313 w 682"/>
                <a:gd name="T81" fmla="*/ 74 h 317"/>
                <a:gd name="T82" fmla="*/ 305 w 682"/>
                <a:gd name="T83" fmla="*/ 52 h 317"/>
                <a:gd name="T84" fmla="*/ 380 w 682"/>
                <a:gd name="T85" fmla="*/ 34 h 317"/>
                <a:gd name="T86" fmla="*/ 439 w 682"/>
                <a:gd name="T87" fmla="*/ 16 h 317"/>
                <a:gd name="T88" fmla="*/ 519 w 682"/>
                <a:gd name="T8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82" h="317">
                  <a:moveTo>
                    <a:pt x="533" y="4"/>
                  </a:moveTo>
                  <a:lnTo>
                    <a:pt x="531" y="12"/>
                  </a:lnTo>
                  <a:lnTo>
                    <a:pt x="542" y="8"/>
                  </a:lnTo>
                  <a:lnTo>
                    <a:pt x="562" y="9"/>
                  </a:lnTo>
                  <a:lnTo>
                    <a:pt x="556" y="13"/>
                  </a:lnTo>
                  <a:lnTo>
                    <a:pt x="572" y="16"/>
                  </a:lnTo>
                  <a:lnTo>
                    <a:pt x="587" y="14"/>
                  </a:lnTo>
                  <a:lnTo>
                    <a:pt x="607" y="20"/>
                  </a:lnTo>
                  <a:lnTo>
                    <a:pt x="630" y="21"/>
                  </a:lnTo>
                  <a:lnTo>
                    <a:pt x="637" y="23"/>
                  </a:lnTo>
                  <a:lnTo>
                    <a:pt x="658" y="21"/>
                  </a:lnTo>
                  <a:lnTo>
                    <a:pt x="671" y="26"/>
                  </a:lnTo>
                  <a:lnTo>
                    <a:pt x="682" y="28"/>
                  </a:lnTo>
                  <a:lnTo>
                    <a:pt x="682" y="28"/>
                  </a:lnTo>
                  <a:lnTo>
                    <a:pt x="598" y="94"/>
                  </a:lnTo>
                  <a:lnTo>
                    <a:pt x="478" y="201"/>
                  </a:lnTo>
                  <a:lnTo>
                    <a:pt x="492" y="202"/>
                  </a:lnTo>
                  <a:lnTo>
                    <a:pt x="501" y="207"/>
                  </a:lnTo>
                  <a:lnTo>
                    <a:pt x="503" y="215"/>
                  </a:lnTo>
                  <a:lnTo>
                    <a:pt x="503" y="228"/>
                  </a:lnTo>
                  <a:lnTo>
                    <a:pt x="529" y="217"/>
                  </a:lnTo>
                  <a:lnTo>
                    <a:pt x="549" y="211"/>
                  </a:lnTo>
                  <a:lnTo>
                    <a:pt x="548" y="221"/>
                  </a:lnTo>
                  <a:lnTo>
                    <a:pt x="550" y="229"/>
                  </a:lnTo>
                  <a:lnTo>
                    <a:pt x="555" y="238"/>
                  </a:lnTo>
                  <a:lnTo>
                    <a:pt x="552" y="252"/>
                  </a:lnTo>
                  <a:lnTo>
                    <a:pt x="547" y="274"/>
                  </a:lnTo>
                  <a:lnTo>
                    <a:pt x="562" y="287"/>
                  </a:lnTo>
                  <a:lnTo>
                    <a:pt x="552" y="299"/>
                  </a:lnTo>
                  <a:lnTo>
                    <a:pt x="536" y="309"/>
                  </a:lnTo>
                  <a:lnTo>
                    <a:pt x="533" y="301"/>
                  </a:lnTo>
                  <a:lnTo>
                    <a:pt x="525" y="295"/>
                  </a:lnTo>
                  <a:lnTo>
                    <a:pt x="536" y="278"/>
                  </a:lnTo>
                  <a:lnTo>
                    <a:pt x="530" y="262"/>
                  </a:lnTo>
                  <a:lnTo>
                    <a:pt x="539" y="244"/>
                  </a:lnTo>
                  <a:lnTo>
                    <a:pt x="526" y="242"/>
                  </a:lnTo>
                  <a:lnTo>
                    <a:pt x="503" y="242"/>
                  </a:lnTo>
                  <a:lnTo>
                    <a:pt x="491" y="236"/>
                  </a:lnTo>
                  <a:lnTo>
                    <a:pt x="480" y="216"/>
                  </a:lnTo>
                  <a:lnTo>
                    <a:pt x="470" y="212"/>
                  </a:lnTo>
                  <a:lnTo>
                    <a:pt x="451" y="205"/>
                  </a:lnTo>
                  <a:lnTo>
                    <a:pt x="429" y="207"/>
                  </a:lnTo>
                  <a:lnTo>
                    <a:pt x="409" y="198"/>
                  </a:lnTo>
                  <a:lnTo>
                    <a:pt x="401" y="190"/>
                  </a:lnTo>
                  <a:lnTo>
                    <a:pt x="380" y="194"/>
                  </a:lnTo>
                  <a:lnTo>
                    <a:pt x="369" y="207"/>
                  </a:lnTo>
                  <a:lnTo>
                    <a:pt x="359" y="209"/>
                  </a:lnTo>
                  <a:lnTo>
                    <a:pt x="338" y="213"/>
                  </a:lnTo>
                  <a:lnTo>
                    <a:pt x="318" y="219"/>
                  </a:lnTo>
                  <a:lnTo>
                    <a:pt x="297" y="223"/>
                  </a:lnTo>
                  <a:lnTo>
                    <a:pt x="307" y="212"/>
                  </a:lnTo>
                  <a:lnTo>
                    <a:pt x="335" y="193"/>
                  </a:lnTo>
                  <a:lnTo>
                    <a:pt x="357" y="187"/>
                  </a:lnTo>
                  <a:lnTo>
                    <a:pt x="358" y="183"/>
                  </a:lnTo>
                  <a:lnTo>
                    <a:pt x="328" y="193"/>
                  </a:lnTo>
                  <a:lnTo>
                    <a:pt x="303" y="206"/>
                  </a:lnTo>
                  <a:lnTo>
                    <a:pt x="267" y="220"/>
                  </a:lnTo>
                  <a:lnTo>
                    <a:pt x="267" y="229"/>
                  </a:lnTo>
                  <a:lnTo>
                    <a:pt x="238" y="243"/>
                  </a:lnTo>
                  <a:lnTo>
                    <a:pt x="213" y="251"/>
                  </a:lnTo>
                  <a:lnTo>
                    <a:pt x="192" y="257"/>
                  </a:lnTo>
                  <a:lnTo>
                    <a:pt x="179" y="266"/>
                  </a:lnTo>
                  <a:lnTo>
                    <a:pt x="145" y="276"/>
                  </a:lnTo>
                  <a:lnTo>
                    <a:pt x="130" y="285"/>
                  </a:lnTo>
                  <a:lnTo>
                    <a:pt x="104" y="294"/>
                  </a:lnTo>
                  <a:lnTo>
                    <a:pt x="95" y="292"/>
                  </a:lnTo>
                  <a:lnTo>
                    <a:pt x="75" y="298"/>
                  </a:lnTo>
                  <a:lnTo>
                    <a:pt x="52" y="304"/>
                  </a:lnTo>
                  <a:lnTo>
                    <a:pt x="32" y="311"/>
                  </a:lnTo>
                  <a:lnTo>
                    <a:pt x="0" y="317"/>
                  </a:lnTo>
                  <a:lnTo>
                    <a:pt x="1" y="313"/>
                  </a:lnTo>
                  <a:lnTo>
                    <a:pt x="28" y="304"/>
                  </a:lnTo>
                  <a:lnTo>
                    <a:pt x="49" y="298"/>
                  </a:lnTo>
                  <a:lnTo>
                    <a:pt x="77" y="287"/>
                  </a:lnTo>
                  <a:lnTo>
                    <a:pt x="98" y="285"/>
                  </a:lnTo>
                  <a:lnTo>
                    <a:pt x="114" y="277"/>
                  </a:lnTo>
                  <a:lnTo>
                    <a:pt x="148" y="265"/>
                  </a:lnTo>
                  <a:lnTo>
                    <a:pt x="155" y="261"/>
                  </a:lnTo>
                  <a:lnTo>
                    <a:pt x="174" y="254"/>
                  </a:lnTo>
                  <a:lnTo>
                    <a:pt x="192" y="239"/>
                  </a:lnTo>
                  <a:lnTo>
                    <a:pt x="213" y="228"/>
                  </a:lnTo>
                  <a:lnTo>
                    <a:pt x="189" y="234"/>
                  </a:lnTo>
                  <a:lnTo>
                    <a:pt x="188" y="231"/>
                  </a:lnTo>
                  <a:lnTo>
                    <a:pt x="172" y="238"/>
                  </a:lnTo>
                  <a:lnTo>
                    <a:pt x="173" y="228"/>
                  </a:lnTo>
                  <a:lnTo>
                    <a:pt x="161" y="235"/>
                  </a:lnTo>
                  <a:lnTo>
                    <a:pt x="167" y="225"/>
                  </a:lnTo>
                  <a:lnTo>
                    <a:pt x="143" y="233"/>
                  </a:lnTo>
                  <a:lnTo>
                    <a:pt x="134" y="233"/>
                  </a:lnTo>
                  <a:lnTo>
                    <a:pt x="146" y="221"/>
                  </a:lnTo>
                  <a:lnTo>
                    <a:pt x="157" y="214"/>
                  </a:lnTo>
                  <a:lnTo>
                    <a:pt x="156" y="207"/>
                  </a:lnTo>
                  <a:lnTo>
                    <a:pt x="132" y="211"/>
                  </a:lnTo>
                  <a:lnTo>
                    <a:pt x="131" y="202"/>
                  </a:lnTo>
                  <a:lnTo>
                    <a:pt x="126" y="197"/>
                  </a:lnTo>
                  <a:lnTo>
                    <a:pt x="139" y="186"/>
                  </a:lnTo>
                  <a:lnTo>
                    <a:pt x="138" y="178"/>
                  </a:lnTo>
                  <a:lnTo>
                    <a:pt x="158" y="167"/>
                  </a:lnTo>
                  <a:lnTo>
                    <a:pt x="183" y="157"/>
                  </a:lnTo>
                  <a:lnTo>
                    <a:pt x="201" y="147"/>
                  </a:lnTo>
                  <a:lnTo>
                    <a:pt x="214" y="146"/>
                  </a:lnTo>
                  <a:lnTo>
                    <a:pt x="220" y="149"/>
                  </a:lnTo>
                  <a:lnTo>
                    <a:pt x="243" y="140"/>
                  </a:lnTo>
                  <a:lnTo>
                    <a:pt x="252" y="142"/>
                  </a:lnTo>
                  <a:lnTo>
                    <a:pt x="270" y="136"/>
                  </a:lnTo>
                  <a:lnTo>
                    <a:pt x="279" y="127"/>
                  </a:lnTo>
                  <a:lnTo>
                    <a:pt x="275" y="124"/>
                  </a:lnTo>
                  <a:lnTo>
                    <a:pt x="295" y="117"/>
                  </a:lnTo>
                  <a:lnTo>
                    <a:pt x="286" y="117"/>
                  </a:lnTo>
                  <a:lnTo>
                    <a:pt x="266" y="121"/>
                  </a:lnTo>
                  <a:lnTo>
                    <a:pt x="256" y="125"/>
                  </a:lnTo>
                  <a:lnTo>
                    <a:pt x="251" y="121"/>
                  </a:lnTo>
                  <a:lnTo>
                    <a:pt x="228" y="123"/>
                  </a:lnTo>
                  <a:lnTo>
                    <a:pt x="213" y="119"/>
                  </a:lnTo>
                  <a:lnTo>
                    <a:pt x="218" y="111"/>
                  </a:lnTo>
                  <a:lnTo>
                    <a:pt x="215" y="101"/>
                  </a:lnTo>
                  <a:lnTo>
                    <a:pt x="246" y="93"/>
                  </a:lnTo>
                  <a:lnTo>
                    <a:pt x="289" y="84"/>
                  </a:lnTo>
                  <a:lnTo>
                    <a:pt x="300" y="84"/>
                  </a:lnTo>
                  <a:lnTo>
                    <a:pt x="286" y="93"/>
                  </a:lnTo>
                  <a:lnTo>
                    <a:pt x="316" y="92"/>
                  </a:lnTo>
                  <a:lnTo>
                    <a:pt x="320" y="81"/>
                  </a:lnTo>
                  <a:lnTo>
                    <a:pt x="313" y="74"/>
                  </a:lnTo>
                  <a:lnTo>
                    <a:pt x="317" y="65"/>
                  </a:lnTo>
                  <a:lnTo>
                    <a:pt x="315" y="58"/>
                  </a:lnTo>
                  <a:lnTo>
                    <a:pt x="305" y="52"/>
                  </a:lnTo>
                  <a:lnTo>
                    <a:pt x="327" y="43"/>
                  </a:lnTo>
                  <a:lnTo>
                    <a:pt x="351" y="42"/>
                  </a:lnTo>
                  <a:lnTo>
                    <a:pt x="380" y="34"/>
                  </a:lnTo>
                  <a:lnTo>
                    <a:pt x="397" y="26"/>
                  </a:lnTo>
                  <a:lnTo>
                    <a:pt x="423" y="18"/>
                  </a:lnTo>
                  <a:lnTo>
                    <a:pt x="439" y="16"/>
                  </a:lnTo>
                  <a:lnTo>
                    <a:pt x="475" y="8"/>
                  </a:lnTo>
                  <a:lnTo>
                    <a:pt x="485" y="9"/>
                  </a:lnTo>
                  <a:lnTo>
                    <a:pt x="519" y="0"/>
                  </a:lnTo>
                  <a:lnTo>
                    <a:pt x="533" y="4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6" name="Freeform 210">
              <a:extLst>
                <a:ext uri="{FF2B5EF4-FFF2-40B4-BE49-F238E27FC236}">
                  <a16:creationId xmlns:a16="http://schemas.microsoft.com/office/drawing/2014/main" id="{6E827803-A840-48BB-09B4-3D1E19776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752" y="2286000"/>
              <a:ext cx="1589088" cy="795338"/>
            </a:xfrm>
            <a:custGeom>
              <a:avLst/>
              <a:gdLst>
                <a:gd name="T0" fmla="*/ 595 w 1001"/>
                <a:gd name="T1" fmla="*/ 16 h 501"/>
                <a:gd name="T2" fmla="*/ 655 w 1001"/>
                <a:gd name="T3" fmla="*/ 28 h 501"/>
                <a:gd name="T4" fmla="*/ 701 w 1001"/>
                <a:gd name="T5" fmla="*/ 38 h 501"/>
                <a:gd name="T6" fmla="*/ 724 w 1001"/>
                <a:gd name="T7" fmla="*/ 58 h 501"/>
                <a:gd name="T8" fmla="*/ 729 w 1001"/>
                <a:gd name="T9" fmla="*/ 64 h 501"/>
                <a:gd name="T10" fmla="*/ 733 w 1001"/>
                <a:gd name="T11" fmla="*/ 73 h 501"/>
                <a:gd name="T12" fmla="*/ 730 w 1001"/>
                <a:gd name="T13" fmla="*/ 131 h 501"/>
                <a:gd name="T14" fmla="*/ 712 w 1001"/>
                <a:gd name="T15" fmla="*/ 155 h 501"/>
                <a:gd name="T16" fmla="*/ 762 w 1001"/>
                <a:gd name="T17" fmla="*/ 144 h 501"/>
                <a:gd name="T18" fmla="*/ 788 w 1001"/>
                <a:gd name="T19" fmla="*/ 121 h 501"/>
                <a:gd name="T20" fmla="*/ 836 w 1001"/>
                <a:gd name="T21" fmla="*/ 110 h 501"/>
                <a:gd name="T22" fmla="*/ 896 w 1001"/>
                <a:gd name="T23" fmla="*/ 90 h 501"/>
                <a:gd name="T24" fmla="*/ 943 w 1001"/>
                <a:gd name="T25" fmla="*/ 80 h 501"/>
                <a:gd name="T26" fmla="*/ 984 w 1001"/>
                <a:gd name="T27" fmla="*/ 45 h 501"/>
                <a:gd name="T28" fmla="*/ 999 w 1001"/>
                <a:gd name="T29" fmla="*/ 87 h 501"/>
                <a:gd name="T30" fmla="*/ 940 w 1001"/>
                <a:gd name="T31" fmla="*/ 117 h 501"/>
                <a:gd name="T32" fmla="*/ 922 w 1001"/>
                <a:gd name="T33" fmla="*/ 155 h 501"/>
                <a:gd name="T34" fmla="*/ 930 w 1001"/>
                <a:gd name="T35" fmla="*/ 159 h 501"/>
                <a:gd name="T36" fmla="*/ 888 w 1001"/>
                <a:gd name="T37" fmla="*/ 166 h 501"/>
                <a:gd name="T38" fmla="*/ 892 w 1001"/>
                <a:gd name="T39" fmla="*/ 173 h 501"/>
                <a:gd name="T40" fmla="*/ 850 w 1001"/>
                <a:gd name="T41" fmla="*/ 183 h 501"/>
                <a:gd name="T42" fmla="*/ 830 w 1001"/>
                <a:gd name="T43" fmla="*/ 209 h 501"/>
                <a:gd name="T44" fmla="*/ 826 w 1001"/>
                <a:gd name="T45" fmla="*/ 217 h 501"/>
                <a:gd name="T46" fmla="*/ 801 w 1001"/>
                <a:gd name="T47" fmla="*/ 249 h 501"/>
                <a:gd name="T48" fmla="*/ 801 w 1001"/>
                <a:gd name="T49" fmla="*/ 219 h 501"/>
                <a:gd name="T50" fmla="*/ 796 w 1001"/>
                <a:gd name="T51" fmla="*/ 255 h 501"/>
                <a:gd name="T52" fmla="*/ 782 w 1001"/>
                <a:gd name="T53" fmla="*/ 300 h 501"/>
                <a:gd name="T54" fmla="*/ 729 w 1001"/>
                <a:gd name="T55" fmla="*/ 327 h 501"/>
                <a:gd name="T56" fmla="*/ 679 w 1001"/>
                <a:gd name="T57" fmla="*/ 369 h 501"/>
                <a:gd name="T58" fmla="*/ 680 w 1001"/>
                <a:gd name="T59" fmla="*/ 431 h 501"/>
                <a:gd name="T60" fmla="*/ 676 w 1001"/>
                <a:gd name="T61" fmla="*/ 486 h 501"/>
                <a:gd name="T62" fmla="*/ 654 w 1001"/>
                <a:gd name="T63" fmla="*/ 490 h 501"/>
                <a:gd name="T64" fmla="*/ 636 w 1001"/>
                <a:gd name="T65" fmla="*/ 443 h 501"/>
                <a:gd name="T66" fmla="*/ 624 w 1001"/>
                <a:gd name="T67" fmla="*/ 397 h 501"/>
                <a:gd name="T68" fmla="*/ 585 w 1001"/>
                <a:gd name="T69" fmla="*/ 391 h 501"/>
                <a:gd name="T70" fmla="*/ 528 w 1001"/>
                <a:gd name="T71" fmla="*/ 396 h 501"/>
                <a:gd name="T72" fmla="*/ 526 w 1001"/>
                <a:gd name="T73" fmla="*/ 417 h 501"/>
                <a:gd name="T74" fmla="*/ 489 w 1001"/>
                <a:gd name="T75" fmla="*/ 406 h 501"/>
                <a:gd name="T76" fmla="*/ 434 w 1001"/>
                <a:gd name="T77" fmla="*/ 410 h 501"/>
                <a:gd name="T78" fmla="*/ 376 w 1001"/>
                <a:gd name="T79" fmla="*/ 454 h 501"/>
                <a:gd name="T80" fmla="*/ 366 w 1001"/>
                <a:gd name="T81" fmla="*/ 486 h 501"/>
                <a:gd name="T82" fmla="*/ 339 w 1001"/>
                <a:gd name="T83" fmla="*/ 450 h 501"/>
                <a:gd name="T84" fmla="*/ 313 w 1001"/>
                <a:gd name="T85" fmla="*/ 404 h 501"/>
                <a:gd name="T86" fmla="*/ 262 w 1001"/>
                <a:gd name="T87" fmla="*/ 408 h 501"/>
                <a:gd name="T88" fmla="*/ 244 w 1001"/>
                <a:gd name="T89" fmla="*/ 370 h 501"/>
                <a:gd name="T90" fmla="*/ 193 w 1001"/>
                <a:gd name="T91" fmla="*/ 371 h 501"/>
                <a:gd name="T92" fmla="*/ 102 w 1001"/>
                <a:gd name="T93" fmla="*/ 343 h 501"/>
                <a:gd name="T94" fmla="*/ 53 w 1001"/>
                <a:gd name="T95" fmla="*/ 324 h 501"/>
                <a:gd name="T96" fmla="*/ 33 w 1001"/>
                <a:gd name="T97" fmla="*/ 309 h 501"/>
                <a:gd name="T98" fmla="*/ 8 w 1001"/>
                <a:gd name="T99" fmla="*/ 272 h 501"/>
                <a:gd name="T100" fmla="*/ 0 w 1001"/>
                <a:gd name="T101" fmla="*/ 214 h 501"/>
                <a:gd name="T102" fmla="*/ 23 w 1001"/>
                <a:gd name="T103" fmla="*/ 151 h 501"/>
                <a:gd name="T104" fmla="*/ 69 w 1001"/>
                <a:gd name="T105" fmla="*/ 79 h 501"/>
                <a:gd name="T106" fmla="*/ 94 w 1001"/>
                <a:gd name="T107" fmla="*/ 21 h 501"/>
                <a:gd name="T108" fmla="*/ 124 w 1001"/>
                <a:gd name="T109" fmla="*/ 25 h 501"/>
                <a:gd name="T110" fmla="*/ 239 w 1001"/>
                <a:gd name="T111" fmla="*/ 8 h 501"/>
                <a:gd name="T112" fmla="*/ 432 w 1001"/>
                <a:gd name="T113" fmla="*/ 8 h 501"/>
                <a:gd name="T114" fmla="*/ 579 w 1001"/>
                <a:gd name="T115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01" h="501">
                  <a:moveTo>
                    <a:pt x="584" y="0"/>
                  </a:moveTo>
                  <a:lnTo>
                    <a:pt x="582" y="11"/>
                  </a:lnTo>
                  <a:lnTo>
                    <a:pt x="585" y="15"/>
                  </a:lnTo>
                  <a:lnTo>
                    <a:pt x="595" y="16"/>
                  </a:lnTo>
                  <a:lnTo>
                    <a:pt x="610" y="19"/>
                  </a:lnTo>
                  <a:lnTo>
                    <a:pt x="623" y="26"/>
                  </a:lnTo>
                  <a:lnTo>
                    <a:pt x="637" y="23"/>
                  </a:lnTo>
                  <a:lnTo>
                    <a:pt x="655" y="28"/>
                  </a:lnTo>
                  <a:lnTo>
                    <a:pt x="660" y="28"/>
                  </a:lnTo>
                  <a:lnTo>
                    <a:pt x="677" y="22"/>
                  </a:lnTo>
                  <a:lnTo>
                    <a:pt x="689" y="30"/>
                  </a:lnTo>
                  <a:lnTo>
                    <a:pt x="701" y="38"/>
                  </a:lnTo>
                  <a:lnTo>
                    <a:pt x="711" y="44"/>
                  </a:lnTo>
                  <a:lnTo>
                    <a:pt x="721" y="51"/>
                  </a:lnTo>
                  <a:lnTo>
                    <a:pt x="721" y="56"/>
                  </a:lnTo>
                  <a:lnTo>
                    <a:pt x="724" y="58"/>
                  </a:lnTo>
                  <a:lnTo>
                    <a:pt x="722" y="60"/>
                  </a:lnTo>
                  <a:lnTo>
                    <a:pt x="726" y="61"/>
                  </a:lnTo>
                  <a:lnTo>
                    <a:pt x="730" y="59"/>
                  </a:lnTo>
                  <a:lnTo>
                    <a:pt x="729" y="64"/>
                  </a:lnTo>
                  <a:lnTo>
                    <a:pt x="731" y="67"/>
                  </a:lnTo>
                  <a:lnTo>
                    <a:pt x="735" y="67"/>
                  </a:lnTo>
                  <a:lnTo>
                    <a:pt x="737" y="69"/>
                  </a:lnTo>
                  <a:lnTo>
                    <a:pt x="733" y="73"/>
                  </a:lnTo>
                  <a:lnTo>
                    <a:pt x="747" y="83"/>
                  </a:lnTo>
                  <a:lnTo>
                    <a:pt x="743" y="101"/>
                  </a:lnTo>
                  <a:lnTo>
                    <a:pt x="739" y="119"/>
                  </a:lnTo>
                  <a:lnTo>
                    <a:pt x="730" y="131"/>
                  </a:lnTo>
                  <a:lnTo>
                    <a:pt x="718" y="142"/>
                  </a:lnTo>
                  <a:lnTo>
                    <a:pt x="712" y="150"/>
                  </a:lnTo>
                  <a:lnTo>
                    <a:pt x="711" y="152"/>
                  </a:lnTo>
                  <a:lnTo>
                    <a:pt x="712" y="155"/>
                  </a:lnTo>
                  <a:lnTo>
                    <a:pt x="716" y="158"/>
                  </a:lnTo>
                  <a:lnTo>
                    <a:pt x="720" y="158"/>
                  </a:lnTo>
                  <a:lnTo>
                    <a:pt x="744" y="147"/>
                  </a:lnTo>
                  <a:lnTo>
                    <a:pt x="762" y="144"/>
                  </a:lnTo>
                  <a:lnTo>
                    <a:pt x="788" y="133"/>
                  </a:lnTo>
                  <a:lnTo>
                    <a:pt x="789" y="132"/>
                  </a:lnTo>
                  <a:lnTo>
                    <a:pt x="789" y="125"/>
                  </a:lnTo>
                  <a:lnTo>
                    <a:pt x="788" y="121"/>
                  </a:lnTo>
                  <a:lnTo>
                    <a:pt x="797" y="118"/>
                  </a:lnTo>
                  <a:lnTo>
                    <a:pt x="813" y="118"/>
                  </a:lnTo>
                  <a:lnTo>
                    <a:pt x="828" y="118"/>
                  </a:lnTo>
                  <a:lnTo>
                    <a:pt x="836" y="110"/>
                  </a:lnTo>
                  <a:lnTo>
                    <a:pt x="839" y="108"/>
                  </a:lnTo>
                  <a:lnTo>
                    <a:pt x="862" y="93"/>
                  </a:lnTo>
                  <a:lnTo>
                    <a:pt x="870" y="90"/>
                  </a:lnTo>
                  <a:lnTo>
                    <a:pt x="896" y="90"/>
                  </a:lnTo>
                  <a:lnTo>
                    <a:pt x="926" y="90"/>
                  </a:lnTo>
                  <a:lnTo>
                    <a:pt x="929" y="84"/>
                  </a:lnTo>
                  <a:lnTo>
                    <a:pt x="935" y="83"/>
                  </a:lnTo>
                  <a:lnTo>
                    <a:pt x="943" y="80"/>
                  </a:lnTo>
                  <a:lnTo>
                    <a:pt x="952" y="71"/>
                  </a:lnTo>
                  <a:lnTo>
                    <a:pt x="962" y="55"/>
                  </a:lnTo>
                  <a:lnTo>
                    <a:pt x="980" y="40"/>
                  </a:lnTo>
                  <a:lnTo>
                    <a:pt x="984" y="45"/>
                  </a:lnTo>
                  <a:lnTo>
                    <a:pt x="996" y="42"/>
                  </a:lnTo>
                  <a:lnTo>
                    <a:pt x="1001" y="48"/>
                  </a:lnTo>
                  <a:lnTo>
                    <a:pt x="992" y="75"/>
                  </a:lnTo>
                  <a:lnTo>
                    <a:pt x="999" y="87"/>
                  </a:lnTo>
                  <a:lnTo>
                    <a:pt x="999" y="94"/>
                  </a:lnTo>
                  <a:lnTo>
                    <a:pt x="979" y="103"/>
                  </a:lnTo>
                  <a:lnTo>
                    <a:pt x="959" y="111"/>
                  </a:lnTo>
                  <a:lnTo>
                    <a:pt x="940" y="117"/>
                  </a:lnTo>
                  <a:lnTo>
                    <a:pt x="927" y="129"/>
                  </a:lnTo>
                  <a:lnTo>
                    <a:pt x="923" y="133"/>
                  </a:lnTo>
                  <a:lnTo>
                    <a:pt x="920" y="144"/>
                  </a:lnTo>
                  <a:lnTo>
                    <a:pt x="922" y="155"/>
                  </a:lnTo>
                  <a:lnTo>
                    <a:pt x="929" y="156"/>
                  </a:lnTo>
                  <a:lnTo>
                    <a:pt x="929" y="148"/>
                  </a:lnTo>
                  <a:lnTo>
                    <a:pt x="933" y="153"/>
                  </a:lnTo>
                  <a:lnTo>
                    <a:pt x="930" y="159"/>
                  </a:lnTo>
                  <a:lnTo>
                    <a:pt x="917" y="162"/>
                  </a:lnTo>
                  <a:lnTo>
                    <a:pt x="909" y="162"/>
                  </a:lnTo>
                  <a:lnTo>
                    <a:pt x="896" y="165"/>
                  </a:lnTo>
                  <a:lnTo>
                    <a:pt x="888" y="166"/>
                  </a:lnTo>
                  <a:lnTo>
                    <a:pt x="878" y="167"/>
                  </a:lnTo>
                  <a:lnTo>
                    <a:pt x="862" y="173"/>
                  </a:lnTo>
                  <a:lnTo>
                    <a:pt x="888" y="169"/>
                  </a:lnTo>
                  <a:lnTo>
                    <a:pt x="892" y="173"/>
                  </a:lnTo>
                  <a:lnTo>
                    <a:pt x="867" y="179"/>
                  </a:lnTo>
                  <a:lnTo>
                    <a:pt x="856" y="179"/>
                  </a:lnTo>
                  <a:lnTo>
                    <a:pt x="857" y="177"/>
                  </a:lnTo>
                  <a:lnTo>
                    <a:pt x="850" y="183"/>
                  </a:lnTo>
                  <a:lnTo>
                    <a:pt x="855" y="183"/>
                  </a:lnTo>
                  <a:lnTo>
                    <a:pt x="847" y="198"/>
                  </a:lnTo>
                  <a:lnTo>
                    <a:pt x="830" y="214"/>
                  </a:lnTo>
                  <a:lnTo>
                    <a:pt x="830" y="209"/>
                  </a:lnTo>
                  <a:lnTo>
                    <a:pt x="827" y="208"/>
                  </a:lnTo>
                  <a:lnTo>
                    <a:pt x="823" y="203"/>
                  </a:lnTo>
                  <a:lnTo>
                    <a:pt x="823" y="214"/>
                  </a:lnTo>
                  <a:lnTo>
                    <a:pt x="826" y="217"/>
                  </a:lnTo>
                  <a:lnTo>
                    <a:pt x="824" y="225"/>
                  </a:lnTo>
                  <a:lnTo>
                    <a:pt x="817" y="233"/>
                  </a:lnTo>
                  <a:lnTo>
                    <a:pt x="802" y="250"/>
                  </a:lnTo>
                  <a:lnTo>
                    <a:pt x="801" y="249"/>
                  </a:lnTo>
                  <a:lnTo>
                    <a:pt x="810" y="235"/>
                  </a:lnTo>
                  <a:lnTo>
                    <a:pt x="804" y="227"/>
                  </a:lnTo>
                  <a:lnTo>
                    <a:pt x="807" y="210"/>
                  </a:lnTo>
                  <a:lnTo>
                    <a:pt x="801" y="219"/>
                  </a:lnTo>
                  <a:lnTo>
                    <a:pt x="801" y="232"/>
                  </a:lnTo>
                  <a:lnTo>
                    <a:pt x="791" y="229"/>
                  </a:lnTo>
                  <a:lnTo>
                    <a:pt x="800" y="235"/>
                  </a:lnTo>
                  <a:lnTo>
                    <a:pt x="796" y="255"/>
                  </a:lnTo>
                  <a:lnTo>
                    <a:pt x="800" y="256"/>
                  </a:lnTo>
                  <a:lnTo>
                    <a:pt x="800" y="264"/>
                  </a:lnTo>
                  <a:lnTo>
                    <a:pt x="797" y="284"/>
                  </a:lnTo>
                  <a:lnTo>
                    <a:pt x="782" y="300"/>
                  </a:lnTo>
                  <a:lnTo>
                    <a:pt x="763" y="306"/>
                  </a:lnTo>
                  <a:lnTo>
                    <a:pt x="748" y="318"/>
                  </a:lnTo>
                  <a:lnTo>
                    <a:pt x="739" y="319"/>
                  </a:lnTo>
                  <a:lnTo>
                    <a:pt x="729" y="327"/>
                  </a:lnTo>
                  <a:lnTo>
                    <a:pt x="725" y="334"/>
                  </a:lnTo>
                  <a:lnTo>
                    <a:pt x="702" y="347"/>
                  </a:lnTo>
                  <a:lnTo>
                    <a:pt x="690" y="357"/>
                  </a:lnTo>
                  <a:lnTo>
                    <a:pt x="679" y="369"/>
                  </a:lnTo>
                  <a:lnTo>
                    <a:pt x="673" y="384"/>
                  </a:lnTo>
                  <a:lnTo>
                    <a:pt x="673" y="398"/>
                  </a:lnTo>
                  <a:lnTo>
                    <a:pt x="675" y="416"/>
                  </a:lnTo>
                  <a:lnTo>
                    <a:pt x="680" y="431"/>
                  </a:lnTo>
                  <a:lnTo>
                    <a:pt x="678" y="440"/>
                  </a:lnTo>
                  <a:lnTo>
                    <a:pt x="682" y="464"/>
                  </a:lnTo>
                  <a:lnTo>
                    <a:pt x="679" y="478"/>
                  </a:lnTo>
                  <a:lnTo>
                    <a:pt x="676" y="486"/>
                  </a:lnTo>
                  <a:lnTo>
                    <a:pt x="670" y="499"/>
                  </a:lnTo>
                  <a:lnTo>
                    <a:pt x="664" y="501"/>
                  </a:lnTo>
                  <a:lnTo>
                    <a:pt x="656" y="499"/>
                  </a:lnTo>
                  <a:lnTo>
                    <a:pt x="654" y="490"/>
                  </a:lnTo>
                  <a:lnTo>
                    <a:pt x="648" y="485"/>
                  </a:lnTo>
                  <a:lnTo>
                    <a:pt x="642" y="467"/>
                  </a:lnTo>
                  <a:lnTo>
                    <a:pt x="637" y="451"/>
                  </a:lnTo>
                  <a:lnTo>
                    <a:pt x="636" y="443"/>
                  </a:lnTo>
                  <a:lnTo>
                    <a:pt x="643" y="429"/>
                  </a:lnTo>
                  <a:lnTo>
                    <a:pt x="640" y="418"/>
                  </a:lnTo>
                  <a:lnTo>
                    <a:pt x="630" y="401"/>
                  </a:lnTo>
                  <a:lnTo>
                    <a:pt x="624" y="397"/>
                  </a:lnTo>
                  <a:lnTo>
                    <a:pt x="604" y="407"/>
                  </a:lnTo>
                  <a:lnTo>
                    <a:pt x="601" y="406"/>
                  </a:lnTo>
                  <a:lnTo>
                    <a:pt x="595" y="396"/>
                  </a:lnTo>
                  <a:lnTo>
                    <a:pt x="585" y="391"/>
                  </a:lnTo>
                  <a:lnTo>
                    <a:pt x="564" y="394"/>
                  </a:lnTo>
                  <a:lnTo>
                    <a:pt x="549" y="391"/>
                  </a:lnTo>
                  <a:lnTo>
                    <a:pt x="536" y="393"/>
                  </a:lnTo>
                  <a:lnTo>
                    <a:pt x="528" y="396"/>
                  </a:lnTo>
                  <a:lnTo>
                    <a:pt x="529" y="401"/>
                  </a:lnTo>
                  <a:lnTo>
                    <a:pt x="527" y="410"/>
                  </a:lnTo>
                  <a:lnTo>
                    <a:pt x="530" y="414"/>
                  </a:lnTo>
                  <a:lnTo>
                    <a:pt x="526" y="417"/>
                  </a:lnTo>
                  <a:lnTo>
                    <a:pt x="520" y="414"/>
                  </a:lnTo>
                  <a:lnTo>
                    <a:pt x="512" y="417"/>
                  </a:lnTo>
                  <a:lnTo>
                    <a:pt x="500" y="417"/>
                  </a:lnTo>
                  <a:lnTo>
                    <a:pt x="489" y="406"/>
                  </a:lnTo>
                  <a:lnTo>
                    <a:pt x="473" y="408"/>
                  </a:lnTo>
                  <a:lnTo>
                    <a:pt x="462" y="404"/>
                  </a:lnTo>
                  <a:lnTo>
                    <a:pt x="450" y="405"/>
                  </a:lnTo>
                  <a:lnTo>
                    <a:pt x="434" y="410"/>
                  </a:lnTo>
                  <a:lnTo>
                    <a:pt x="415" y="426"/>
                  </a:lnTo>
                  <a:lnTo>
                    <a:pt x="395" y="434"/>
                  </a:lnTo>
                  <a:lnTo>
                    <a:pt x="383" y="444"/>
                  </a:lnTo>
                  <a:lnTo>
                    <a:pt x="376" y="454"/>
                  </a:lnTo>
                  <a:lnTo>
                    <a:pt x="373" y="468"/>
                  </a:lnTo>
                  <a:lnTo>
                    <a:pt x="372" y="478"/>
                  </a:lnTo>
                  <a:lnTo>
                    <a:pt x="374" y="485"/>
                  </a:lnTo>
                  <a:lnTo>
                    <a:pt x="366" y="486"/>
                  </a:lnTo>
                  <a:lnTo>
                    <a:pt x="355" y="481"/>
                  </a:lnTo>
                  <a:lnTo>
                    <a:pt x="342" y="475"/>
                  </a:lnTo>
                  <a:lnTo>
                    <a:pt x="340" y="465"/>
                  </a:lnTo>
                  <a:lnTo>
                    <a:pt x="339" y="450"/>
                  </a:lnTo>
                  <a:lnTo>
                    <a:pt x="332" y="438"/>
                  </a:lnTo>
                  <a:lnTo>
                    <a:pt x="328" y="426"/>
                  </a:lnTo>
                  <a:lnTo>
                    <a:pt x="323" y="412"/>
                  </a:lnTo>
                  <a:lnTo>
                    <a:pt x="313" y="404"/>
                  </a:lnTo>
                  <a:lnTo>
                    <a:pt x="299" y="404"/>
                  </a:lnTo>
                  <a:lnTo>
                    <a:pt x="283" y="421"/>
                  </a:lnTo>
                  <a:lnTo>
                    <a:pt x="270" y="414"/>
                  </a:lnTo>
                  <a:lnTo>
                    <a:pt x="262" y="408"/>
                  </a:lnTo>
                  <a:lnTo>
                    <a:pt x="261" y="397"/>
                  </a:lnTo>
                  <a:lnTo>
                    <a:pt x="259" y="386"/>
                  </a:lnTo>
                  <a:lnTo>
                    <a:pt x="251" y="377"/>
                  </a:lnTo>
                  <a:lnTo>
                    <a:pt x="244" y="370"/>
                  </a:lnTo>
                  <a:lnTo>
                    <a:pt x="240" y="363"/>
                  </a:lnTo>
                  <a:lnTo>
                    <a:pt x="209" y="363"/>
                  </a:lnTo>
                  <a:lnTo>
                    <a:pt x="207" y="371"/>
                  </a:lnTo>
                  <a:lnTo>
                    <a:pt x="193" y="371"/>
                  </a:lnTo>
                  <a:lnTo>
                    <a:pt x="158" y="372"/>
                  </a:lnTo>
                  <a:lnTo>
                    <a:pt x="123" y="357"/>
                  </a:lnTo>
                  <a:lnTo>
                    <a:pt x="100" y="347"/>
                  </a:lnTo>
                  <a:lnTo>
                    <a:pt x="102" y="343"/>
                  </a:lnTo>
                  <a:lnTo>
                    <a:pt x="80" y="345"/>
                  </a:lnTo>
                  <a:lnTo>
                    <a:pt x="59" y="347"/>
                  </a:lnTo>
                  <a:lnTo>
                    <a:pt x="60" y="336"/>
                  </a:lnTo>
                  <a:lnTo>
                    <a:pt x="53" y="324"/>
                  </a:lnTo>
                  <a:lnTo>
                    <a:pt x="46" y="322"/>
                  </a:lnTo>
                  <a:lnTo>
                    <a:pt x="46" y="316"/>
                  </a:lnTo>
                  <a:lnTo>
                    <a:pt x="37" y="315"/>
                  </a:lnTo>
                  <a:lnTo>
                    <a:pt x="33" y="309"/>
                  </a:lnTo>
                  <a:lnTo>
                    <a:pt x="18" y="307"/>
                  </a:lnTo>
                  <a:lnTo>
                    <a:pt x="14" y="304"/>
                  </a:lnTo>
                  <a:lnTo>
                    <a:pt x="17" y="292"/>
                  </a:lnTo>
                  <a:lnTo>
                    <a:pt x="8" y="272"/>
                  </a:lnTo>
                  <a:lnTo>
                    <a:pt x="7" y="243"/>
                  </a:lnTo>
                  <a:lnTo>
                    <a:pt x="9" y="238"/>
                  </a:lnTo>
                  <a:lnTo>
                    <a:pt x="5" y="231"/>
                  </a:lnTo>
                  <a:lnTo>
                    <a:pt x="0" y="214"/>
                  </a:lnTo>
                  <a:lnTo>
                    <a:pt x="5" y="197"/>
                  </a:lnTo>
                  <a:lnTo>
                    <a:pt x="2" y="186"/>
                  </a:lnTo>
                  <a:lnTo>
                    <a:pt x="14" y="169"/>
                  </a:lnTo>
                  <a:lnTo>
                    <a:pt x="23" y="151"/>
                  </a:lnTo>
                  <a:lnTo>
                    <a:pt x="26" y="135"/>
                  </a:lnTo>
                  <a:lnTo>
                    <a:pt x="43" y="116"/>
                  </a:lnTo>
                  <a:lnTo>
                    <a:pt x="56" y="98"/>
                  </a:lnTo>
                  <a:lnTo>
                    <a:pt x="69" y="79"/>
                  </a:lnTo>
                  <a:lnTo>
                    <a:pt x="82" y="52"/>
                  </a:lnTo>
                  <a:lnTo>
                    <a:pt x="88" y="34"/>
                  </a:lnTo>
                  <a:lnTo>
                    <a:pt x="89" y="25"/>
                  </a:lnTo>
                  <a:lnTo>
                    <a:pt x="94" y="21"/>
                  </a:lnTo>
                  <a:lnTo>
                    <a:pt x="113" y="28"/>
                  </a:lnTo>
                  <a:lnTo>
                    <a:pt x="109" y="47"/>
                  </a:lnTo>
                  <a:lnTo>
                    <a:pt x="117" y="41"/>
                  </a:lnTo>
                  <a:lnTo>
                    <a:pt x="124" y="25"/>
                  </a:lnTo>
                  <a:lnTo>
                    <a:pt x="130" y="8"/>
                  </a:lnTo>
                  <a:lnTo>
                    <a:pt x="175" y="8"/>
                  </a:lnTo>
                  <a:lnTo>
                    <a:pt x="223" y="8"/>
                  </a:lnTo>
                  <a:lnTo>
                    <a:pt x="239" y="8"/>
                  </a:lnTo>
                  <a:lnTo>
                    <a:pt x="288" y="8"/>
                  </a:lnTo>
                  <a:lnTo>
                    <a:pt x="335" y="8"/>
                  </a:lnTo>
                  <a:lnTo>
                    <a:pt x="384" y="8"/>
                  </a:lnTo>
                  <a:lnTo>
                    <a:pt x="432" y="8"/>
                  </a:lnTo>
                  <a:lnTo>
                    <a:pt x="487" y="8"/>
                  </a:lnTo>
                  <a:lnTo>
                    <a:pt x="541" y="8"/>
                  </a:lnTo>
                  <a:lnTo>
                    <a:pt x="575" y="8"/>
                  </a:lnTo>
                  <a:lnTo>
                    <a:pt x="579" y="0"/>
                  </a:lnTo>
                  <a:lnTo>
                    <a:pt x="584" y="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7" name="Freeform 211">
              <a:extLst>
                <a:ext uri="{FF2B5EF4-FFF2-40B4-BE49-F238E27FC236}">
                  <a16:creationId xmlns:a16="http://schemas.microsoft.com/office/drawing/2014/main" id="{CDFB2FB7-FA7A-7FA3-59DF-E9AF2D0C8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527" y="2409825"/>
              <a:ext cx="492125" cy="274638"/>
            </a:xfrm>
            <a:custGeom>
              <a:avLst/>
              <a:gdLst>
                <a:gd name="T0" fmla="*/ 218 w 310"/>
                <a:gd name="T1" fmla="*/ 169 h 173"/>
                <a:gd name="T2" fmla="*/ 215 w 310"/>
                <a:gd name="T3" fmla="*/ 156 h 173"/>
                <a:gd name="T4" fmla="*/ 190 w 310"/>
                <a:gd name="T5" fmla="*/ 147 h 173"/>
                <a:gd name="T6" fmla="*/ 170 w 310"/>
                <a:gd name="T7" fmla="*/ 137 h 173"/>
                <a:gd name="T8" fmla="*/ 157 w 310"/>
                <a:gd name="T9" fmla="*/ 127 h 173"/>
                <a:gd name="T10" fmla="*/ 134 w 310"/>
                <a:gd name="T11" fmla="*/ 113 h 173"/>
                <a:gd name="T12" fmla="*/ 120 w 310"/>
                <a:gd name="T13" fmla="*/ 92 h 173"/>
                <a:gd name="T14" fmla="*/ 114 w 310"/>
                <a:gd name="T15" fmla="*/ 88 h 173"/>
                <a:gd name="T16" fmla="*/ 96 w 310"/>
                <a:gd name="T17" fmla="*/ 89 h 173"/>
                <a:gd name="T18" fmla="*/ 88 w 310"/>
                <a:gd name="T19" fmla="*/ 85 h 173"/>
                <a:gd name="T20" fmla="*/ 82 w 310"/>
                <a:gd name="T21" fmla="*/ 69 h 173"/>
                <a:gd name="T22" fmla="*/ 57 w 310"/>
                <a:gd name="T23" fmla="*/ 58 h 173"/>
                <a:gd name="T24" fmla="*/ 46 w 310"/>
                <a:gd name="T25" fmla="*/ 70 h 173"/>
                <a:gd name="T26" fmla="*/ 33 w 310"/>
                <a:gd name="T27" fmla="*/ 77 h 173"/>
                <a:gd name="T28" fmla="*/ 39 w 310"/>
                <a:gd name="T29" fmla="*/ 87 h 173"/>
                <a:gd name="T30" fmla="*/ 20 w 310"/>
                <a:gd name="T31" fmla="*/ 87 h 173"/>
                <a:gd name="T32" fmla="*/ 0 w 310"/>
                <a:gd name="T33" fmla="*/ 12 h 173"/>
                <a:gd name="T34" fmla="*/ 39 w 310"/>
                <a:gd name="T35" fmla="*/ 0 h 173"/>
                <a:gd name="T36" fmla="*/ 43 w 310"/>
                <a:gd name="T37" fmla="*/ 2 h 173"/>
                <a:gd name="T38" fmla="*/ 73 w 310"/>
                <a:gd name="T39" fmla="*/ 16 h 173"/>
                <a:gd name="T40" fmla="*/ 88 w 310"/>
                <a:gd name="T41" fmla="*/ 24 h 173"/>
                <a:gd name="T42" fmla="*/ 109 w 310"/>
                <a:gd name="T43" fmla="*/ 42 h 173"/>
                <a:gd name="T44" fmla="*/ 128 w 310"/>
                <a:gd name="T45" fmla="*/ 39 h 173"/>
                <a:gd name="T46" fmla="*/ 156 w 310"/>
                <a:gd name="T47" fmla="*/ 38 h 173"/>
                <a:gd name="T48" fmla="*/ 180 w 310"/>
                <a:gd name="T49" fmla="*/ 53 h 173"/>
                <a:gd name="T50" fmla="*/ 185 w 310"/>
                <a:gd name="T51" fmla="*/ 73 h 173"/>
                <a:gd name="T52" fmla="*/ 193 w 310"/>
                <a:gd name="T53" fmla="*/ 74 h 173"/>
                <a:gd name="T54" fmla="*/ 201 w 310"/>
                <a:gd name="T55" fmla="*/ 90 h 173"/>
                <a:gd name="T56" fmla="*/ 223 w 310"/>
                <a:gd name="T57" fmla="*/ 91 h 173"/>
                <a:gd name="T58" fmla="*/ 230 w 310"/>
                <a:gd name="T59" fmla="*/ 101 h 173"/>
                <a:gd name="T60" fmla="*/ 236 w 310"/>
                <a:gd name="T61" fmla="*/ 101 h 173"/>
                <a:gd name="T62" fmla="*/ 240 w 310"/>
                <a:gd name="T63" fmla="*/ 86 h 173"/>
                <a:gd name="T64" fmla="*/ 257 w 310"/>
                <a:gd name="T65" fmla="*/ 72 h 173"/>
                <a:gd name="T66" fmla="*/ 266 w 310"/>
                <a:gd name="T67" fmla="*/ 68 h 173"/>
                <a:gd name="T68" fmla="*/ 271 w 310"/>
                <a:gd name="T69" fmla="*/ 70 h 173"/>
                <a:gd name="T70" fmla="*/ 261 w 310"/>
                <a:gd name="T71" fmla="*/ 83 h 173"/>
                <a:gd name="T72" fmla="*/ 276 w 310"/>
                <a:gd name="T73" fmla="*/ 91 h 173"/>
                <a:gd name="T74" fmla="*/ 286 w 310"/>
                <a:gd name="T75" fmla="*/ 86 h 173"/>
                <a:gd name="T76" fmla="*/ 310 w 310"/>
                <a:gd name="T77" fmla="*/ 96 h 173"/>
                <a:gd name="T78" fmla="*/ 292 w 310"/>
                <a:gd name="T79" fmla="*/ 111 h 173"/>
                <a:gd name="T80" fmla="*/ 279 w 310"/>
                <a:gd name="T81" fmla="*/ 109 h 173"/>
                <a:gd name="T82" fmla="*/ 272 w 310"/>
                <a:gd name="T83" fmla="*/ 110 h 173"/>
                <a:gd name="T84" fmla="*/ 268 w 310"/>
                <a:gd name="T85" fmla="*/ 104 h 173"/>
                <a:gd name="T86" fmla="*/ 269 w 310"/>
                <a:gd name="T87" fmla="*/ 94 h 173"/>
                <a:gd name="T88" fmla="*/ 248 w 310"/>
                <a:gd name="T89" fmla="*/ 99 h 173"/>
                <a:gd name="T90" fmla="*/ 246 w 310"/>
                <a:gd name="T91" fmla="*/ 113 h 173"/>
                <a:gd name="T92" fmla="*/ 241 w 310"/>
                <a:gd name="T93" fmla="*/ 124 h 173"/>
                <a:gd name="T94" fmla="*/ 227 w 310"/>
                <a:gd name="T95" fmla="*/ 123 h 173"/>
                <a:gd name="T96" fmla="*/ 225 w 310"/>
                <a:gd name="T97" fmla="*/ 132 h 173"/>
                <a:gd name="T98" fmla="*/ 238 w 310"/>
                <a:gd name="T99" fmla="*/ 137 h 173"/>
                <a:gd name="T100" fmla="*/ 246 w 310"/>
                <a:gd name="T101" fmla="*/ 152 h 173"/>
                <a:gd name="T102" fmla="*/ 241 w 310"/>
                <a:gd name="T103" fmla="*/ 173 h 173"/>
                <a:gd name="T104" fmla="*/ 228 w 310"/>
                <a:gd name="T105" fmla="*/ 169 h 173"/>
                <a:gd name="T106" fmla="*/ 218 w 310"/>
                <a:gd name="T107" fmla="*/ 169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10" h="173">
                  <a:moveTo>
                    <a:pt x="218" y="169"/>
                  </a:moveTo>
                  <a:lnTo>
                    <a:pt x="215" y="156"/>
                  </a:lnTo>
                  <a:lnTo>
                    <a:pt x="190" y="147"/>
                  </a:lnTo>
                  <a:lnTo>
                    <a:pt x="170" y="137"/>
                  </a:lnTo>
                  <a:lnTo>
                    <a:pt x="157" y="127"/>
                  </a:lnTo>
                  <a:lnTo>
                    <a:pt x="134" y="113"/>
                  </a:lnTo>
                  <a:lnTo>
                    <a:pt x="120" y="92"/>
                  </a:lnTo>
                  <a:lnTo>
                    <a:pt x="114" y="88"/>
                  </a:lnTo>
                  <a:lnTo>
                    <a:pt x="96" y="89"/>
                  </a:lnTo>
                  <a:lnTo>
                    <a:pt x="88" y="85"/>
                  </a:lnTo>
                  <a:lnTo>
                    <a:pt x="82" y="69"/>
                  </a:lnTo>
                  <a:lnTo>
                    <a:pt x="57" y="58"/>
                  </a:lnTo>
                  <a:lnTo>
                    <a:pt x="46" y="70"/>
                  </a:lnTo>
                  <a:lnTo>
                    <a:pt x="33" y="77"/>
                  </a:lnTo>
                  <a:lnTo>
                    <a:pt x="39" y="87"/>
                  </a:lnTo>
                  <a:lnTo>
                    <a:pt x="20" y="87"/>
                  </a:lnTo>
                  <a:lnTo>
                    <a:pt x="0" y="12"/>
                  </a:lnTo>
                  <a:lnTo>
                    <a:pt x="39" y="0"/>
                  </a:lnTo>
                  <a:lnTo>
                    <a:pt x="43" y="2"/>
                  </a:lnTo>
                  <a:lnTo>
                    <a:pt x="73" y="16"/>
                  </a:lnTo>
                  <a:lnTo>
                    <a:pt x="88" y="24"/>
                  </a:lnTo>
                  <a:lnTo>
                    <a:pt x="109" y="42"/>
                  </a:lnTo>
                  <a:lnTo>
                    <a:pt x="128" y="39"/>
                  </a:lnTo>
                  <a:lnTo>
                    <a:pt x="156" y="38"/>
                  </a:lnTo>
                  <a:lnTo>
                    <a:pt x="180" y="53"/>
                  </a:lnTo>
                  <a:lnTo>
                    <a:pt x="185" y="73"/>
                  </a:lnTo>
                  <a:lnTo>
                    <a:pt x="193" y="74"/>
                  </a:lnTo>
                  <a:lnTo>
                    <a:pt x="201" y="90"/>
                  </a:lnTo>
                  <a:lnTo>
                    <a:pt x="223" y="91"/>
                  </a:lnTo>
                  <a:lnTo>
                    <a:pt x="230" y="101"/>
                  </a:lnTo>
                  <a:lnTo>
                    <a:pt x="236" y="101"/>
                  </a:lnTo>
                  <a:lnTo>
                    <a:pt x="240" y="86"/>
                  </a:lnTo>
                  <a:lnTo>
                    <a:pt x="257" y="72"/>
                  </a:lnTo>
                  <a:lnTo>
                    <a:pt x="266" y="68"/>
                  </a:lnTo>
                  <a:lnTo>
                    <a:pt x="271" y="70"/>
                  </a:lnTo>
                  <a:lnTo>
                    <a:pt x="261" y="83"/>
                  </a:lnTo>
                  <a:lnTo>
                    <a:pt x="276" y="91"/>
                  </a:lnTo>
                  <a:lnTo>
                    <a:pt x="286" y="86"/>
                  </a:lnTo>
                  <a:lnTo>
                    <a:pt x="310" y="96"/>
                  </a:lnTo>
                  <a:lnTo>
                    <a:pt x="292" y="111"/>
                  </a:lnTo>
                  <a:lnTo>
                    <a:pt x="279" y="109"/>
                  </a:lnTo>
                  <a:lnTo>
                    <a:pt x="272" y="110"/>
                  </a:lnTo>
                  <a:lnTo>
                    <a:pt x="268" y="104"/>
                  </a:lnTo>
                  <a:lnTo>
                    <a:pt x="269" y="94"/>
                  </a:lnTo>
                  <a:lnTo>
                    <a:pt x="248" y="99"/>
                  </a:lnTo>
                  <a:lnTo>
                    <a:pt x="246" y="113"/>
                  </a:lnTo>
                  <a:lnTo>
                    <a:pt x="241" y="124"/>
                  </a:lnTo>
                  <a:lnTo>
                    <a:pt x="227" y="123"/>
                  </a:lnTo>
                  <a:lnTo>
                    <a:pt x="225" y="132"/>
                  </a:lnTo>
                  <a:lnTo>
                    <a:pt x="238" y="137"/>
                  </a:lnTo>
                  <a:lnTo>
                    <a:pt x="246" y="152"/>
                  </a:lnTo>
                  <a:lnTo>
                    <a:pt x="241" y="173"/>
                  </a:lnTo>
                  <a:lnTo>
                    <a:pt x="228" y="169"/>
                  </a:lnTo>
                  <a:lnTo>
                    <a:pt x="218" y="16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8" name="Freeform 212">
              <a:extLst>
                <a:ext uri="{FF2B5EF4-FFF2-40B4-BE49-F238E27FC236}">
                  <a16:creationId xmlns:a16="http://schemas.microsoft.com/office/drawing/2014/main" id="{33D8DE95-ED4B-2754-CED6-F6CD1A149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427" y="3508375"/>
              <a:ext cx="393700" cy="376238"/>
            </a:xfrm>
            <a:custGeom>
              <a:avLst/>
              <a:gdLst>
                <a:gd name="T0" fmla="*/ 39 w 248"/>
                <a:gd name="T1" fmla="*/ 13 h 237"/>
                <a:gd name="T2" fmla="*/ 33 w 248"/>
                <a:gd name="T3" fmla="*/ 24 h 237"/>
                <a:gd name="T4" fmla="*/ 23 w 248"/>
                <a:gd name="T5" fmla="*/ 47 h 237"/>
                <a:gd name="T6" fmla="*/ 38 w 248"/>
                <a:gd name="T7" fmla="*/ 62 h 237"/>
                <a:gd name="T8" fmla="*/ 37 w 248"/>
                <a:gd name="T9" fmla="*/ 40 h 237"/>
                <a:gd name="T10" fmla="*/ 61 w 248"/>
                <a:gd name="T11" fmla="*/ 16 h 237"/>
                <a:gd name="T12" fmla="*/ 65 w 248"/>
                <a:gd name="T13" fmla="*/ 0 h 237"/>
                <a:gd name="T14" fmla="*/ 84 w 248"/>
                <a:gd name="T15" fmla="*/ 15 h 237"/>
                <a:gd name="T16" fmla="*/ 95 w 248"/>
                <a:gd name="T17" fmla="*/ 33 h 237"/>
                <a:gd name="T18" fmla="*/ 131 w 248"/>
                <a:gd name="T19" fmla="*/ 31 h 237"/>
                <a:gd name="T20" fmla="*/ 155 w 248"/>
                <a:gd name="T21" fmla="*/ 43 h 237"/>
                <a:gd name="T22" fmla="*/ 166 w 248"/>
                <a:gd name="T23" fmla="*/ 31 h 237"/>
                <a:gd name="T24" fmla="*/ 211 w 248"/>
                <a:gd name="T25" fmla="*/ 30 h 237"/>
                <a:gd name="T26" fmla="*/ 201 w 248"/>
                <a:gd name="T27" fmla="*/ 46 h 237"/>
                <a:gd name="T28" fmla="*/ 229 w 248"/>
                <a:gd name="T29" fmla="*/ 58 h 237"/>
                <a:gd name="T30" fmla="*/ 241 w 248"/>
                <a:gd name="T31" fmla="*/ 74 h 237"/>
                <a:gd name="T32" fmla="*/ 233 w 248"/>
                <a:gd name="T33" fmla="*/ 91 h 237"/>
                <a:gd name="T34" fmla="*/ 237 w 248"/>
                <a:gd name="T35" fmla="*/ 106 h 237"/>
                <a:gd name="T36" fmla="*/ 221 w 248"/>
                <a:gd name="T37" fmla="*/ 113 h 237"/>
                <a:gd name="T38" fmla="*/ 216 w 248"/>
                <a:gd name="T39" fmla="*/ 129 h 237"/>
                <a:gd name="T40" fmla="*/ 230 w 248"/>
                <a:gd name="T41" fmla="*/ 150 h 237"/>
                <a:gd name="T42" fmla="*/ 202 w 248"/>
                <a:gd name="T43" fmla="*/ 166 h 237"/>
                <a:gd name="T44" fmla="*/ 184 w 248"/>
                <a:gd name="T45" fmla="*/ 174 h 237"/>
                <a:gd name="T46" fmla="*/ 156 w 248"/>
                <a:gd name="T47" fmla="*/ 166 h 237"/>
                <a:gd name="T48" fmla="*/ 160 w 248"/>
                <a:gd name="T49" fmla="*/ 173 h 237"/>
                <a:gd name="T50" fmla="*/ 162 w 248"/>
                <a:gd name="T51" fmla="*/ 201 h 237"/>
                <a:gd name="T52" fmla="*/ 178 w 248"/>
                <a:gd name="T53" fmla="*/ 207 h 237"/>
                <a:gd name="T54" fmla="*/ 163 w 248"/>
                <a:gd name="T55" fmla="*/ 221 h 237"/>
                <a:gd name="T56" fmla="*/ 142 w 248"/>
                <a:gd name="T57" fmla="*/ 230 h 237"/>
                <a:gd name="T58" fmla="*/ 124 w 248"/>
                <a:gd name="T59" fmla="*/ 237 h 237"/>
                <a:gd name="T60" fmla="*/ 108 w 248"/>
                <a:gd name="T61" fmla="*/ 206 h 237"/>
                <a:gd name="T62" fmla="*/ 97 w 248"/>
                <a:gd name="T63" fmla="*/ 194 h 237"/>
                <a:gd name="T64" fmla="*/ 106 w 248"/>
                <a:gd name="T65" fmla="*/ 179 h 237"/>
                <a:gd name="T66" fmla="*/ 97 w 248"/>
                <a:gd name="T67" fmla="*/ 159 h 237"/>
                <a:gd name="T68" fmla="*/ 103 w 248"/>
                <a:gd name="T69" fmla="*/ 137 h 237"/>
                <a:gd name="T70" fmla="*/ 101 w 248"/>
                <a:gd name="T71" fmla="*/ 122 h 237"/>
                <a:gd name="T72" fmla="*/ 77 w 248"/>
                <a:gd name="T73" fmla="*/ 123 h 237"/>
                <a:gd name="T74" fmla="*/ 57 w 248"/>
                <a:gd name="T75" fmla="*/ 108 h 237"/>
                <a:gd name="T76" fmla="*/ 23 w 248"/>
                <a:gd name="T77" fmla="*/ 107 h 237"/>
                <a:gd name="T78" fmla="*/ 14 w 248"/>
                <a:gd name="T79" fmla="*/ 98 h 237"/>
                <a:gd name="T80" fmla="*/ 16 w 248"/>
                <a:gd name="T81" fmla="*/ 86 h 237"/>
                <a:gd name="T82" fmla="*/ 11 w 248"/>
                <a:gd name="T83" fmla="*/ 73 h 237"/>
                <a:gd name="T84" fmla="*/ 0 w 248"/>
                <a:gd name="T85" fmla="*/ 62 h 237"/>
                <a:gd name="T86" fmla="*/ 9 w 248"/>
                <a:gd name="T87" fmla="*/ 35 h 237"/>
                <a:gd name="T88" fmla="*/ 22 w 248"/>
                <a:gd name="T89" fmla="*/ 22 h 237"/>
                <a:gd name="T90" fmla="*/ 40 w 248"/>
                <a:gd name="T91" fmla="*/ 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8" h="237">
                  <a:moveTo>
                    <a:pt x="40" y="8"/>
                  </a:moveTo>
                  <a:lnTo>
                    <a:pt x="39" y="13"/>
                  </a:lnTo>
                  <a:lnTo>
                    <a:pt x="28" y="15"/>
                  </a:lnTo>
                  <a:lnTo>
                    <a:pt x="33" y="24"/>
                  </a:lnTo>
                  <a:lnTo>
                    <a:pt x="32" y="35"/>
                  </a:lnTo>
                  <a:lnTo>
                    <a:pt x="23" y="47"/>
                  </a:lnTo>
                  <a:lnTo>
                    <a:pt x="29" y="64"/>
                  </a:lnTo>
                  <a:lnTo>
                    <a:pt x="38" y="62"/>
                  </a:lnTo>
                  <a:lnTo>
                    <a:pt x="42" y="48"/>
                  </a:lnTo>
                  <a:lnTo>
                    <a:pt x="37" y="40"/>
                  </a:lnTo>
                  <a:lnTo>
                    <a:pt x="37" y="24"/>
                  </a:lnTo>
                  <a:lnTo>
                    <a:pt x="61" y="16"/>
                  </a:lnTo>
                  <a:lnTo>
                    <a:pt x="59" y="6"/>
                  </a:lnTo>
                  <a:lnTo>
                    <a:pt x="65" y="0"/>
                  </a:lnTo>
                  <a:lnTo>
                    <a:pt x="71" y="14"/>
                  </a:lnTo>
                  <a:lnTo>
                    <a:pt x="84" y="15"/>
                  </a:lnTo>
                  <a:lnTo>
                    <a:pt x="95" y="26"/>
                  </a:lnTo>
                  <a:lnTo>
                    <a:pt x="95" y="33"/>
                  </a:lnTo>
                  <a:lnTo>
                    <a:pt x="112" y="33"/>
                  </a:lnTo>
                  <a:lnTo>
                    <a:pt x="131" y="31"/>
                  </a:lnTo>
                  <a:lnTo>
                    <a:pt x="141" y="41"/>
                  </a:lnTo>
                  <a:lnTo>
                    <a:pt x="155" y="43"/>
                  </a:lnTo>
                  <a:lnTo>
                    <a:pt x="166" y="37"/>
                  </a:lnTo>
                  <a:lnTo>
                    <a:pt x="166" y="31"/>
                  </a:lnTo>
                  <a:lnTo>
                    <a:pt x="189" y="30"/>
                  </a:lnTo>
                  <a:lnTo>
                    <a:pt x="211" y="30"/>
                  </a:lnTo>
                  <a:lnTo>
                    <a:pt x="195" y="36"/>
                  </a:lnTo>
                  <a:lnTo>
                    <a:pt x="201" y="46"/>
                  </a:lnTo>
                  <a:lnTo>
                    <a:pt x="215" y="47"/>
                  </a:lnTo>
                  <a:lnTo>
                    <a:pt x="229" y="58"/>
                  </a:lnTo>
                  <a:lnTo>
                    <a:pt x="231" y="74"/>
                  </a:lnTo>
                  <a:lnTo>
                    <a:pt x="241" y="74"/>
                  </a:lnTo>
                  <a:lnTo>
                    <a:pt x="248" y="79"/>
                  </a:lnTo>
                  <a:lnTo>
                    <a:pt x="233" y="91"/>
                  </a:lnTo>
                  <a:lnTo>
                    <a:pt x="231" y="98"/>
                  </a:lnTo>
                  <a:lnTo>
                    <a:pt x="237" y="106"/>
                  </a:lnTo>
                  <a:lnTo>
                    <a:pt x="232" y="110"/>
                  </a:lnTo>
                  <a:lnTo>
                    <a:pt x="221" y="113"/>
                  </a:lnTo>
                  <a:lnTo>
                    <a:pt x="221" y="123"/>
                  </a:lnTo>
                  <a:lnTo>
                    <a:pt x="216" y="129"/>
                  </a:lnTo>
                  <a:lnTo>
                    <a:pt x="228" y="144"/>
                  </a:lnTo>
                  <a:lnTo>
                    <a:pt x="230" y="150"/>
                  </a:lnTo>
                  <a:lnTo>
                    <a:pt x="223" y="158"/>
                  </a:lnTo>
                  <a:lnTo>
                    <a:pt x="202" y="166"/>
                  </a:lnTo>
                  <a:lnTo>
                    <a:pt x="189" y="169"/>
                  </a:lnTo>
                  <a:lnTo>
                    <a:pt x="184" y="174"/>
                  </a:lnTo>
                  <a:lnTo>
                    <a:pt x="169" y="169"/>
                  </a:lnTo>
                  <a:lnTo>
                    <a:pt x="156" y="166"/>
                  </a:lnTo>
                  <a:lnTo>
                    <a:pt x="152" y="168"/>
                  </a:lnTo>
                  <a:lnTo>
                    <a:pt x="160" y="173"/>
                  </a:lnTo>
                  <a:lnTo>
                    <a:pt x="159" y="187"/>
                  </a:lnTo>
                  <a:lnTo>
                    <a:pt x="162" y="201"/>
                  </a:lnTo>
                  <a:lnTo>
                    <a:pt x="177" y="202"/>
                  </a:lnTo>
                  <a:lnTo>
                    <a:pt x="178" y="207"/>
                  </a:lnTo>
                  <a:lnTo>
                    <a:pt x="165" y="213"/>
                  </a:lnTo>
                  <a:lnTo>
                    <a:pt x="163" y="221"/>
                  </a:lnTo>
                  <a:lnTo>
                    <a:pt x="155" y="225"/>
                  </a:lnTo>
                  <a:lnTo>
                    <a:pt x="142" y="230"/>
                  </a:lnTo>
                  <a:lnTo>
                    <a:pt x="138" y="236"/>
                  </a:lnTo>
                  <a:lnTo>
                    <a:pt x="124" y="237"/>
                  </a:lnTo>
                  <a:lnTo>
                    <a:pt x="114" y="226"/>
                  </a:lnTo>
                  <a:lnTo>
                    <a:pt x="108" y="206"/>
                  </a:lnTo>
                  <a:lnTo>
                    <a:pt x="103" y="198"/>
                  </a:lnTo>
                  <a:lnTo>
                    <a:pt x="97" y="194"/>
                  </a:lnTo>
                  <a:lnTo>
                    <a:pt x="106" y="183"/>
                  </a:lnTo>
                  <a:lnTo>
                    <a:pt x="106" y="179"/>
                  </a:lnTo>
                  <a:lnTo>
                    <a:pt x="101" y="173"/>
                  </a:lnTo>
                  <a:lnTo>
                    <a:pt x="97" y="159"/>
                  </a:lnTo>
                  <a:lnTo>
                    <a:pt x="99" y="144"/>
                  </a:lnTo>
                  <a:lnTo>
                    <a:pt x="103" y="137"/>
                  </a:lnTo>
                  <a:lnTo>
                    <a:pt x="107" y="126"/>
                  </a:lnTo>
                  <a:lnTo>
                    <a:pt x="101" y="122"/>
                  </a:lnTo>
                  <a:lnTo>
                    <a:pt x="90" y="125"/>
                  </a:lnTo>
                  <a:lnTo>
                    <a:pt x="77" y="123"/>
                  </a:lnTo>
                  <a:lnTo>
                    <a:pt x="69" y="126"/>
                  </a:lnTo>
                  <a:lnTo>
                    <a:pt x="57" y="108"/>
                  </a:lnTo>
                  <a:lnTo>
                    <a:pt x="47" y="105"/>
                  </a:lnTo>
                  <a:lnTo>
                    <a:pt x="23" y="107"/>
                  </a:lnTo>
                  <a:lnTo>
                    <a:pt x="19" y="100"/>
                  </a:lnTo>
                  <a:lnTo>
                    <a:pt x="14" y="98"/>
                  </a:lnTo>
                  <a:lnTo>
                    <a:pt x="14" y="94"/>
                  </a:lnTo>
                  <a:lnTo>
                    <a:pt x="16" y="86"/>
                  </a:lnTo>
                  <a:lnTo>
                    <a:pt x="15" y="78"/>
                  </a:lnTo>
                  <a:lnTo>
                    <a:pt x="11" y="73"/>
                  </a:lnTo>
                  <a:lnTo>
                    <a:pt x="9" y="64"/>
                  </a:lnTo>
                  <a:lnTo>
                    <a:pt x="0" y="62"/>
                  </a:lnTo>
                  <a:lnTo>
                    <a:pt x="6" y="50"/>
                  </a:lnTo>
                  <a:lnTo>
                    <a:pt x="9" y="35"/>
                  </a:lnTo>
                  <a:lnTo>
                    <a:pt x="15" y="28"/>
                  </a:lnTo>
                  <a:lnTo>
                    <a:pt x="22" y="22"/>
                  </a:lnTo>
                  <a:lnTo>
                    <a:pt x="28" y="11"/>
                  </a:lnTo>
                  <a:lnTo>
                    <a:pt x="40" y="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29" name="Freeform 213">
              <a:extLst>
                <a:ext uri="{FF2B5EF4-FFF2-40B4-BE49-F238E27FC236}">
                  <a16:creationId xmlns:a16="http://schemas.microsoft.com/office/drawing/2014/main" id="{19AD07C9-4FD4-3FB2-338C-1C6157EC8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502" y="3138487"/>
              <a:ext cx="252413" cy="487363"/>
            </a:xfrm>
            <a:custGeom>
              <a:avLst/>
              <a:gdLst>
                <a:gd name="T0" fmla="*/ 109 w 159"/>
                <a:gd name="T1" fmla="*/ 38 h 307"/>
                <a:gd name="T2" fmla="*/ 88 w 159"/>
                <a:gd name="T3" fmla="*/ 55 h 307"/>
                <a:gd name="T4" fmla="*/ 77 w 159"/>
                <a:gd name="T5" fmla="*/ 75 h 307"/>
                <a:gd name="T6" fmla="*/ 75 w 159"/>
                <a:gd name="T7" fmla="*/ 90 h 307"/>
                <a:gd name="T8" fmla="*/ 92 w 159"/>
                <a:gd name="T9" fmla="*/ 111 h 307"/>
                <a:gd name="T10" fmla="*/ 113 w 159"/>
                <a:gd name="T11" fmla="*/ 139 h 307"/>
                <a:gd name="T12" fmla="*/ 131 w 159"/>
                <a:gd name="T13" fmla="*/ 151 h 307"/>
                <a:gd name="T14" fmla="*/ 145 w 159"/>
                <a:gd name="T15" fmla="*/ 168 h 307"/>
                <a:gd name="T16" fmla="*/ 158 w 159"/>
                <a:gd name="T17" fmla="*/ 206 h 307"/>
                <a:gd name="T18" fmla="*/ 159 w 159"/>
                <a:gd name="T19" fmla="*/ 243 h 307"/>
                <a:gd name="T20" fmla="*/ 145 w 159"/>
                <a:gd name="T21" fmla="*/ 257 h 307"/>
                <a:gd name="T22" fmla="*/ 125 w 159"/>
                <a:gd name="T23" fmla="*/ 270 h 307"/>
                <a:gd name="T24" fmla="*/ 112 w 159"/>
                <a:gd name="T25" fmla="*/ 287 h 307"/>
                <a:gd name="T26" fmla="*/ 90 w 159"/>
                <a:gd name="T27" fmla="*/ 307 h 307"/>
                <a:gd name="T28" fmla="*/ 83 w 159"/>
                <a:gd name="T29" fmla="*/ 294 h 307"/>
                <a:gd name="T30" fmla="*/ 87 w 159"/>
                <a:gd name="T31" fmla="*/ 279 h 307"/>
                <a:gd name="T32" fmla="*/ 72 w 159"/>
                <a:gd name="T33" fmla="*/ 268 h 307"/>
                <a:gd name="T34" fmla="*/ 88 w 159"/>
                <a:gd name="T35" fmla="*/ 259 h 307"/>
                <a:gd name="T36" fmla="*/ 107 w 159"/>
                <a:gd name="T37" fmla="*/ 258 h 307"/>
                <a:gd name="T38" fmla="*/ 98 w 159"/>
                <a:gd name="T39" fmla="*/ 245 h 307"/>
                <a:gd name="T40" fmla="*/ 127 w 159"/>
                <a:gd name="T41" fmla="*/ 229 h 307"/>
                <a:gd name="T42" fmla="*/ 126 w 159"/>
                <a:gd name="T43" fmla="*/ 204 h 307"/>
                <a:gd name="T44" fmla="*/ 120 w 159"/>
                <a:gd name="T45" fmla="*/ 190 h 307"/>
                <a:gd name="T46" fmla="*/ 121 w 159"/>
                <a:gd name="T47" fmla="*/ 170 h 307"/>
                <a:gd name="T48" fmla="*/ 115 w 159"/>
                <a:gd name="T49" fmla="*/ 155 h 307"/>
                <a:gd name="T50" fmla="*/ 99 w 159"/>
                <a:gd name="T51" fmla="*/ 141 h 307"/>
                <a:gd name="T52" fmla="*/ 85 w 159"/>
                <a:gd name="T53" fmla="*/ 122 h 307"/>
                <a:gd name="T54" fmla="*/ 66 w 159"/>
                <a:gd name="T55" fmla="*/ 98 h 307"/>
                <a:gd name="T56" fmla="*/ 42 w 159"/>
                <a:gd name="T57" fmla="*/ 85 h 307"/>
                <a:gd name="T58" fmla="*/ 46 w 159"/>
                <a:gd name="T59" fmla="*/ 78 h 307"/>
                <a:gd name="T60" fmla="*/ 57 w 159"/>
                <a:gd name="T61" fmla="*/ 72 h 307"/>
                <a:gd name="T62" fmla="*/ 47 w 159"/>
                <a:gd name="T63" fmla="*/ 54 h 307"/>
                <a:gd name="T64" fmla="*/ 25 w 159"/>
                <a:gd name="T65" fmla="*/ 54 h 307"/>
                <a:gd name="T66" fmla="*/ 13 w 159"/>
                <a:gd name="T67" fmla="*/ 35 h 307"/>
                <a:gd name="T68" fmla="*/ 0 w 159"/>
                <a:gd name="T69" fmla="*/ 19 h 307"/>
                <a:gd name="T70" fmla="*/ 8 w 159"/>
                <a:gd name="T71" fmla="*/ 14 h 307"/>
                <a:gd name="T72" fmla="*/ 23 w 159"/>
                <a:gd name="T73" fmla="*/ 14 h 307"/>
                <a:gd name="T74" fmla="*/ 39 w 159"/>
                <a:gd name="T75" fmla="*/ 11 h 307"/>
                <a:gd name="T76" fmla="*/ 53 w 159"/>
                <a:gd name="T77" fmla="*/ 0 h 307"/>
                <a:gd name="T78" fmla="*/ 63 w 159"/>
                <a:gd name="T79" fmla="*/ 8 h 307"/>
                <a:gd name="T80" fmla="*/ 80 w 159"/>
                <a:gd name="T81" fmla="*/ 12 h 307"/>
                <a:gd name="T82" fmla="*/ 79 w 159"/>
                <a:gd name="T83" fmla="*/ 24 h 307"/>
                <a:gd name="T84" fmla="*/ 90 w 159"/>
                <a:gd name="T85" fmla="*/ 32 h 307"/>
                <a:gd name="T86" fmla="*/ 109 w 159"/>
                <a:gd name="T87" fmla="*/ 38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9" h="307">
                  <a:moveTo>
                    <a:pt x="109" y="38"/>
                  </a:moveTo>
                  <a:lnTo>
                    <a:pt x="88" y="55"/>
                  </a:lnTo>
                  <a:lnTo>
                    <a:pt x="77" y="75"/>
                  </a:lnTo>
                  <a:lnTo>
                    <a:pt x="75" y="90"/>
                  </a:lnTo>
                  <a:lnTo>
                    <a:pt x="92" y="111"/>
                  </a:lnTo>
                  <a:lnTo>
                    <a:pt x="113" y="139"/>
                  </a:lnTo>
                  <a:lnTo>
                    <a:pt x="131" y="151"/>
                  </a:lnTo>
                  <a:lnTo>
                    <a:pt x="145" y="168"/>
                  </a:lnTo>
                  <a:lnTo>
                    <a:pt x="158" y="206"/>
                  </a:lnTo>
                  <a:lnTo>
                    <a:pt x="159" y="243"/>
                  </a:lnTo>
                  <a:lnTo>
                    <a:pt x="145" y="257"/>
                  </a:lnTo>
                  <a:lnTo>
                    <a:pt x="125" y="270"/>
                  </a:lnTo>
                  <a:lnTo>
                    <a:pt x="112" y="287"/>
                  </a:lnTo>
                  <a:lnTo>
                    <a:pt x="90" y="307"/>
                  </a:lnTo>
                  <a:lnTo>
                    <a:pt x="83" y="294"/>
                  </a:lnTo>
                  <a:lnTo>
                    <a:pt x="87" y="279"/>
                  </a:lnTo>
                  <a:lnTo>
                    <a:pt x="72" y="268"/>
                  </a:lnTo>
                  <a:lnTo>
                    <a:pt x="88" y="259"/>
                  </a:lnTo>
                  <a:lnTo>
                    <a:pt x="107" y="258"/>
                  </a:lnTo>
                  <a:lnTo>
                    <a:pt x="98" y="245"/>
                  </a:lnTo>
                  <a:lnTo>
                    <a:pt x="127" y="229"/>
                  </a:lnTo>
                  <a:lnTo>
                    <a:pt x="126" y="204"/>
                  </a:lnTo>
                  <a:lnTo>
                    <a:pt x="120" y="190"/>
                  </a:lnTo>
                  <a:lnTo>
                    <a:pt x="121" y="170"/>
                  </a:lnTo>
                  <a:lnTo>
                    <a:pt x="115" y="155"/>
                  </a:lnTo>
                  <a:lnTo>
                    <a:pt x="99" y="141"/>
                  </a:lnTo>
                  <a:lnTo>
                    <a:pt x="85" y="122"/>
                  </a:lnTo>
                  <a:lnTo>
                    <a:pt x="66" y="98"/>
                  </a:lnTo>
                  <a:lnTo>
                    <a:pt x="42" y="85"/>
                  </a:lnTo>
                  <a:lnTo>
                    <a:pt x="46" y="78"/>
                  </a:lnTo>
                  <a:lnTo>
                    <a:pt x="57" y="72"/>
                  </a:lnTo>
                  <a:lnTo>
                    <a:pt x="47" y="54"/>
                  </a:lnTo>
                  <a:lnTo>
                    <a:pt x="25" y="54"/>
                  </a:lnTo>
                  <a:lnTo>
                    <a:pt x="13" y="35"/>
                  </a:lnTo>
                  <a:lnTo>
                    <a:pt x="0" y="19"/>
                  </a:lnTo>
                  <a:lnTo>
                    <a:pt x="8" y="14"/>
                  </a:lnTo>
                  <a:lnTo>
                    <a:pt x="23" y="14"/>
                  </a:lnTo>
                  <a:lnTo>
                    <a:pt x="39" y="11"/>
                  </a:lnTo>
                  <a:lnTo>
                    <a:pt x="53" y="0"/>
                  </a:lnTo>
                  <a:lnTo>
                    <a:pt x="63" y="8"/>
                  </a:lnTo>
                  <a:lnTo>
                    <a:pt x="80" y="12"/>
                  </a:lnTo>
                  <a:lnTo>
                    <a:pt x="79" y="24"/>
                  </a:lnTo>
                  <a:lnTo>
                    <a:pt x="90" y="32"/>
                  </a:lnTo>
                  <a:lnTo>
                    <a:pt x="109" y="38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0" name="Freeform 214">
              <a:extLst>
                <a:ext uri="{FF2B5EF4-FFF2-40B4-BE49-F238E27FC236}">
                  <a16:creationId xmlns:a16="http://schemas.microsoft.com/office/drawing/2014/main" id="{1EF2DE90-86DB-D13B-0563-9D34C39B3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6677" y="4433888"/>
              <a:ext cx="15875" cy="22225"/>
            </a:xfrm>
            <a:custGeom>
              <a:avLst/>
              <a:gdLst>
                <a:gd name="T0" fmla="*/ 10 w 10"/>
                <a:gd name="T1" fmla="*/ 12 h 14"/>
                <a:gd name="T2" fmla="*/ 3 w 10"/>
                <a:gd name="T3" fmla="*/ 14 h 14"/>
                <a:gd name="T4" fmla="*/ 0 w 10"/>
                <a:gd name="T5" fmla="*/ 5 h 14"/>
                <a:gd name="T6" fmla="*/ 1 w 10"/>
                <a:gd name="T7" fmla="*/ 0 h 14"/>
                <a:gd name="T8" fmla="*/ 10 w 10"/>
                <a:gd name="T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4">
                  <a:moveTo>
                    <a:pt x="10" y="12"/>
                  </a:moveTo>
                  <a:lnTo>
                    <a:pt x="3" y="14"/>
                  </a:lnTo>
                  <a:lnTo>
                    <a:pt x="0" y="5"/>
                  </a:lnTo>
                  <a:lnTo>
                    <a:pt x="1" y="0"/>
                  </a:lnTo>
                  <a:lnTo>
                    <a:pt x="10" y="12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1" name="Freeform 215">
              <a:extLst>
                <a:ext uri="{FF2B5EF4-FFF2-40B4-BE49-F238E27FC236}">
                  <a16:creationId xmlns:a16="http://schemas.microsoft.com/office/drawing/2014/main" id="{29564A59-0601-5D0F-570C-2AABC317D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5565" y="4391025"/>
              <a:ext cx="15875" cy="36513"/>
            </a:xfrm>
            <a:custGeom>
              <a:avLst/>
              <a:gdLst>
                <a:gd name="T0" fmla="*/ 10 w 10"/>
                <a:gd name="T1" fmla="*/ 7 h 23"/>
                <a:gd name="T2" fmla="*/ 10 w 10"/>
                <a:gd name="T3" fmla="*/ 23 h 23"/>
                <a:gd name="T4" fmla="*/ 6 w 10"/>
                <a:gd name="T5" fmla="*/ 21 h 23"/>
                <a:gd name="T6" fmla="*/ 1 w 10"/>
                <a:gd name="T7" fmla="*/ 22 h 23"/>
                <a:gd name="T8" fmla="*/ 0 w 10"/>
                <a:gd name="T9" fmla="*/ 16 h 23"/>
                <a:gd name="T10" fmla="*/ 3 w 10"/>
                <a:gd name="T11" fmla="*/ 0 h 23"/>
                <a:gd name="T12" fmla="*/ 10 w 10"/>
                <a:gd name="T13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3">
                  <a:moveTo>
                    <a:pt x="10" y="7"/>
                  </a:moveTo>
                  <a:lnTo>
                    <a:pt x="10" y="23"/>
                  </a:lnTo>
                  <a:lnTo>
                    <a:pt x="6" y="21"/>
                  </a:lnTo>
                  <a:lnTo>
                    <a:pt x="1" y="22"/>
                  </a:lnTo>
                  <a:lnTo>
                    <a:pt x="0" y="16"/>
                  </a:lnTo>
                  <a:lnTo>
                    <a:pt x="3" y="0"/>
                  </a:lnTo>
                  <a:lnTo>
                    <a:pt x="10" y="7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2" name="Freeform 216">
              <a:extLst>
                <a:ext uri="{FF2B5EF4-FFF2-40B4-BE49-F238E27FC236}">
                  <a16:creationId xmlns:a16="http://schemas.microsoft.com/office/drawing/2014/main" id="{7D56B9D7-292C-ADDC-B9C0-1D7AFACD2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4165" y="3282950"/>
              <a:ext cx="300038" cy="211138"/>
            </a:xfrm>
            <a:custGeom>
              <a:avLst/>
              <a:gdLst>
                <a:gd name="T0" fmla="*/ 189 w 189"/>
                <a:gd name="T1" fmla="*/ 49 h 133"/>
                <a:gd name="T2" fmla="*/ 177 w 189"/>
                <a:gd name="T3" fmla="*/ 54 h 133"/>
                <a:gd name="T4" fmla="*/ 174 w 189"/>
                <a:gd name="T5" fmla="*/ 63 h 133"/>
                <a:gd name="T6" fmla="*/ 174 w 189"/>
                <a:gd name="T7" fmla="*/ 70 h 133"/>
                <a:gd name="T8" fmla="*/ 156 w 189"/>
                <a:gd name="T9" fmla="*/ 79 h 133"/>
                <a:gd name="T10" fmla="*/ 128 w 189"/>
                <a:gd name="T11" fmla="*/ 89 h 133"/>
                <a:gd name="T12" fmla="*/ 112 w 189"/>
                <a:gd name="T13" fmla="*/ 103 h 133"/>
                <a:gd name="T14" fmla="*/ 104 w 189"/>
                <a:gd name="T15" fmla="*/ 105 h 133"/>
                <a:gd name="T16" fmla="*/ 99 w 189"/>
                <a:gd name="T17" fmla="*/ 103 h 133"/>
                <a:gd name="T18" fmla="*/ 89 w 189"/>
                <a:gd name="T19" fmla="*/ 112 h 133"/>
                <a:gd name="T20" fmla="*/ 77 w 189"/>
                <a:gd name="T21" fmla="*/ 116 h 133"/>
                <a:gd name="T22" fmla="*/ 62 w 189"/>
                <a:gd name="T23" fmla="*/ 117 h 133"/>
                <a:gd name="T24" fmla="*/ 57 w 189"/>
                <a:gd name="T25" fmla="*/ 118 h 133"/>
                <a:gd name="T26" fmla="*/ 53 w 189"/>
                <a:gd name="T27" fmla="*/ 124 h 133"/>
                <a:gd name="T28" fmla="*/ 49 w 189"/>
                <a:gd name="T29" fmla="*/ 125 h 133"/>
                <a:gd name="T30" fmla="*/ 46 w 189"/>
                <a:gd name="T31" fmla="*/ 131 h 133"/>
                <a:gd name="T32" fmla="*/ 37 w 189"/>
                <a:gd name="T33" fmla="*/ 130 h 133"/>
                <a:gd name="T34" fmla="*/ 32 w 189"/>
                <a:gd name="T35" fmla="*/ 133 h 133"/>
                <a:gd name="T36" fmla="*/ 19 w 189"/>
                <a:gd name="T37" fmla="*/ 132 h 133"/>
                <a:gd name="T38" fmla="*/ 14 w 189"/>
                <a:gd name="T39" fmla="*/ 120 h 133"/>
                <a:gd name="T40" fmla="*/ 14 w 189"/>
                <a:gd name="T41" fmla="*/ 108 h 133"/>
                <a:gd name="T42" fmla="*/ 10 w 189"/>
                <a:gd name="T43" fmla="*/ 102 h 133"/>
                <a:gd name="T44" fmla="*/ 6 w 189"/>
                <a:gd name="T45" fmla="*/ 87 h 133"/>
                <a:gd name="T46" fmla="*/ 0 w 189"/>
                <a:gd name="T47" fmla="*/ 78 h 133"/>
                <a:gd name="T48" fmla="*/ 4 w 189"/>
                <a:gd name="T49" fmla="*/ 77 h 133"/>
                <a:gd name="T50" fmla="*/ 2 w 189"/>
                <a:gd name="T51" fmla="*/ 68 h 133"/>
                <a:gd name="T52" fmla="*/ 4 w 189"/>
                <a:gd name="T53" fmla="*/ 64 h 133"/>
                <a:gd name="T54" fmla="*/ 2 w 189"/>
                <a:gd name="T55" fmla="*/ 55 h 133"/>
                <a:gd name="T56" fmla="*/ 10 w 189"/>
                <a:gd name="T57" fmla="*/ 48 h 133"/>
                <a:gd name="T58" fmla="*/ 8 w 189"/>
                <a:gd name="T59" fmla="*/ 39 h 133"/>
                <a:gd name="T60" fmla="*/ 12 w 189"/>
                <a:gd name="T61" fmla="*/ 29 h 133"/>
                <a:gd name="T62" fmla="*/ 20 w 189"/>
                <a:gd name="T63" fmla="*/ 35 h 133"/>
                <a:gd name="T64" fmla="*/ 24 w 189"/>
                <a:gd name="T65" fmla="*/ 33 h 133"/>
                <a:gd name="T66" fmla="*/ 45 w 189"/>
                <a:gd name="T67" fmla="*/ 32 h 133"/>
                <a:gd name="T68" fmla="*/ 49 w 189"/>
                <a:gd name="T69" fmla="*/ 34 h 133"/>
                <a:gd name="T70" fmla="*/ 66 w 189"/>
                <a:gd name="T71" fmla="*/ 36 h 133"/>
                <a:gd name="T72" fmla="*/ 73 w 189"/>
                <a:gd name="T73" fmla="*/ 35 h 133"/>
                <a:gd name="T74" fmla="*/ 78 w 189"/>
                <a:gd name="T75" fmla="*/ 42 h 133"/>
                <a:gd name="T76" fmla="*/ 86 w 189"/>
                <a:gd name="T77" fmla="*/ 39 h 133"/>
                <a:gd name="T78" fmla="*/ 98 w 189"/>
                <a:gd name="T79" fmla="*/ 17 h 133"/>
                <a:gd name="T80" fmla="*/ 114 w 189"/>
                <a:gd name="T81" fmla="*/ 8 h 133"/>
                <a:gd name="T82" fmla="*/ 166 w 189"/>
                <a:gd name="T83" fmla="*/ 0 h 133"/>
                <a:gd name="T84" fmla="*/ 182 w 189"/>
                <a:gd name="T85" fmla="*/ 34 h 133"/>
                <a:gd name="T86" fmla="*/ 189 w 189"/>
                <a:gd name="T87" fmla="*/ 4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9" h="133">
                  <a:moveTo>
                    <a:pt x="189" y="49"/>
                  </a:moveTo>
                  <a:lnTo>
                    <a:pt x="177" y="54"/>
                  </a:lnTo>
                  <a:lnTo>
                    <a:pt x="174" y="63"/>
                  </a:lnTo>
                  <a:lnTo>
                    <a:pt x="174" y="70"/>
                  </a:lnTo>
                  <a:lnTo>
                    <a:pt x="156" y="79"/>
                  </a:lnTo>
                  <a:lnTo>
                    <a:pt x="128" y="89"/>
                  </a:lnTo>
                  <a:lnTo>
                    <a:pt x="112" y="103"/>
                  </a:lnTo>
                  <a:lnTo>
                    <a:pt x="104" y="105"/>
                  </a:lnTo>
                  <a:lnTo>
                    <a:pt x="99" y="103"/>
                  </a:lnTo>
                  <a:lnTo>
                    <a:pt x="89" y="112"/>
                  </a:lnTo>
                  <a:lnTo>
                    <a:pt x="77" y="116"/>
                  </a:lnTo>
                  <a:lnTo>
                    <a:pt x="62" y="117"/>
                  </a:lnTo>
                  <a:lnTo>
                    <a:pt x="57" y="118"/>
                  </a:lnTo>
                  <a:lnTo>
                    <a:pt x="53" y="124"/>
                  </a:lnTo>
                  <a:lnTo>
                    <a:pt x="49" y="125"/>
                  </a:lnTo>
                  <a:lnTo>
                    <a:pt x="46" y="131"/>
                  </a:lnTo>
                  <a:lnTo>
                    <a:pt x="37" y="130"/>
                  </a:lnTo>
                  <a:lnTo>
                    <a:pt x="32" y="133"/>
                  </a:lnTo>
                  <a:lnTo>
                    <a:pt x="19" y="132"/>
                  </a:lnTo>
                  <a:lnTo>
                    <a:pt x="14" y="120"/>
                  </a:lnTo>
                  <a:lnTo>
                    <a:pt x="14" y="108"/>
                  </a:lnTo>
                  <a:lnTo>
                    <a:pt x="10" y="102"/>
                  </a:lnTo>
                  <a:lnTo>
                    <a:pt x="6" y="87"/>
                  </a:lnTo>
                  <a:lnTo>
                    <a:pt x="0" y="78"/>
                  </a:lnTo>
                  <a:lnTo>
                    <a:pt x="4" y="77"/>
                  </a:lnTo>
                  <a:lnTo>
                    <a:pt x="2" y="68"/>
                  </a:lnTo>
                  <a:lnTo>
                    <a:pt x="4" y="64"/>
                  </a:lnTo>
                  <a:lnTo>
                    <a:pt x="2" y="55"/>
                  </a:lnTo>
                  <a:lnTo>
                    <a:pt x="10" y="48"/>
                  </a:lnTo>
                  <a:lnTo>
                    <a:pt x="8" y="39"/>
                  </a:lnTo>
                  <a:lnTo>
                    <a:pt x="12" y="29"/>
                  </a:lnTo>
                  <a:lnTo>
                    <a:pt x="20" y="35"/>
                  </a:lnTo>
                  <a:lnTo>
                    <a:pt x="24" y="33"/>
                  </a:lnTo>
                  <a:lnTo>
                    <a:pt x="45" y="32"/>
                  </a:lnTo>
                  <a:lnTo>
                    <a:pt x="49" y="34"/>
                  </a:lnTo>
                  <a:lnTo>
                    <a:pt x="66" y="36"/>
                  </a:lnTo>
                  <a:lnTo>
                    <a:pt x="73" y="35"/>
                  </a:lnTo>
                  <a:lnTo>
                    <a:pt x="78" y="42"/>
                  </a:lnTo>
                  <a:lnTo>
                    <a:pt x="86" y="39"/>
                  </a:lnTo>
                  <a:lnTo>
                    <a:pt x="98" y="17"/>
                  </a:lnTo>
                  <a:lnTo>
                    <a:pt x="114" y="8"/>
                  </a:lnTo>
                  <a:lnTo>
                    <a:pt x="166" y="0"/>
                  </a:lnTo>
                  <a:lnTo>
                    <a:pt x="182" y="34"/>
                  </a:lnTo>
                  <a:lnTo>
                    <a:pt x="189" y="4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3" name="Freeform 217">
              <a:extLst>
                <a:ext uri="{FF2B5EF4-FFF2-40B4-BE49-F238E27FC236}">
                  <a16:creationId xmlns:a16="http://schemas.microsoft.com/office/drawing/2014/main" id="{0C067145-9677-4465-7557-07B935BD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2640" y="4637088"/>
              <a:ext cx="468313" cy="419100"/>
            </a:xfrm>
            <a:custGeom>
              <a:avLst/>
              <a:gdLst>
                <a:gd name="T0" fmla="*/ 264 w 295"/>
                <a:gd name="T1" fmla="*/ 152 h 264"/>
                <a:gd name="T2" fmla="*/ 250 w 295"/>
                <a:gd name="T3" fmla="*/ 173 h 264"/>
                <a:gd name="T4" fmla="*/ 217 w 295"/>
                <a:gd name="T5" fmla="*/ 210 h 264"/>
                <a:gd name="T6" fmla="*/ 190 w 295"/>
                <a:gd name="T7" fmla="*/ 232 h 264"/>
                <a:gd name="T8" fmla="*/ 162 w 295"/>
                <a:gd name="T9" fmla="*/ 241 h 264"/>
                <a:gd name="T10" fmla="*/ 149 w 295"/>
                <a:gd name="T11" fmla="*/ 243 h 264"/>
                <a:gd name="T12" fmla="*/ 121 w 295"/>
                <a:gd name="T13" fmla="*/ 243 h 264"/>
                <a:gd name="T14" fmla="*/ 104 w 295"/>
                <a:gd name="T15" fmla="*/ 245 h 264"/>
                <a:gd name="T16" fmla="*/ 70 w 295"/>
                <a:gd name="T17" fmla="*/ 256 h 264"/>
                <a:gd name="T18" fmla="*/ 51 w 295"/>
                <a:gd name="T19" fmla="*/ 264 h 264"/>
                <a:gd name="T20" fmla="*/ 38 w 295"/>
                <a:gd name="T21" fmla="*/ 257 h 264"/>
                <a:gd name="T22" fmla="*/ 30 w 295"/>
                <a:gd name="T23" fmla="*/ 250 h 264"/>
                <a:gd name="T24" fmla="*/ 29 w 295"/>
                <a:gd name="T25" fmla="*/ 232 h 264"/>
                <a:gd name="T26" fmla="*/ 30 w 295"/>
                <a:gd name="T27" fmla="*/ 215 h 264"/>
                <a:gd name="T28" fmla="*/ 20 w 295"/>
                <a:gd name="T29" fmla="*/ 180 h 264"/>
                <a:gd name="T30" fmla="*/ 12 w 295"/>
                <a:gd name="T31" fmla="*/ 162 h 264"/>
                <a:gd name="T32" fmla="*/ 9 w 295"/>
                <a:gd name="T33" fmla="*/ 125 h 264"/>
                <a:gd name="T34" fmla="*/ 19 w 295"/>
                <a:gd name="T35" fmla="*/ 139 h 264"/>
                <a:gd name="T36" fmla="*/ 38 w 295"/>
                <a:gd name="T37" fmla="*/ 145 h 264"/>
                <a:gd name="T38" fmla="*/ 63 w 295"/>
                <a:gd name="T39" fmla="*/ 133 h 264"/>
                <a:gd name="T40" fmla="*/ 71 w 295"/>
                <a:gd name="T41" fmla="*/ 59 h 264"/>
                <a:gd name="T42" fmla="*/ 79 w 295"/>
                <a:gd name="T43" fmla="*/ 91 h 264"/>
                <a:gd name="T44" fmla="*/ 95 w 295"/>
                <a:gd name="T45" fmla="*/ 97 h 264"/>
                <a:gd name="T46" fmla="*/ 113 w 295"/>
                <a:gd name="T47" fmla="*/ 81 h 264"/>
                <a:gd name="T48" fmla="*/ 127 w 295"/>
                <a:gd name="T49" fmla="*/ 66 h 264"/>
                <a:gd name="T50" fmla="*/ 143 w 295"/>
                <a:gd name="T51" fmla="*/ 75 h 264"/>
                <a:gd name="T52" fmla="*/ 169 w 295"/>
                <a:gd name="T53" fmla="*/ 71 h 264"/>
                <a:gd name="T54" fmla="*/ 175 w 295"/>
                <a:gd name="T55" fmla="*/ 54 h 264"/>
                <a:gd name="T56" fmla="*/ 191 w 295"/>
                <a:gd name="T57" fmla="*/ 45 h 264"/>
                <a:gd name="T58" fmla="*/ 214 w 295"/>
                <a:gd name="T59" fmla="*/ 16 h 264"/>
                <a:gd name="T60" fmla="*/ 248 w 295"/>
                <a:gd name="T61" fmla="*/ 1 h 264"/>
                <a:gd name="T62" fmla="*/ 262 w 295"/>
                <a:gd name="T63" fmla="*/ 2 h 264"/>
                <a:gd name="T64" fmla="*/ 279 w 295"/>
                <a:gd name="T65" fmla="*/ 33 h 264"/>
                <a:gd name="T66" fmla="*/ 278 w 295"/>
                <a:gd name="T67" fmla="*/ 71 h 264"/>
                <a:gd name="T68" fmla="*/ 270 w 295"/>
                <a:gd name="T69" fmla="*/ 74 h 264"/>
                <a:gd name="T70" fmla="*/ 263 w 295"/>
                <a:gd name="T71" fmla="*/ 82 h 264"/>
                <a:gd name="T72" fmla="*/ 257 w 295"/>
                <a:gd name="T73" fmla="*/ 97 h 264"/>
                <a:gd name="T74" fmla="*/ 277 w 295"/>
                <a:gd name="T75" fmla="*/ 106 h 264"/>
                <a:gd name="T76" fmla="*/ 295 w 295"/>
                <a:gd name="T77" fmla="*/ 97 h 264"/>
                <a:gd name="T78" fmla="*/ 286 w 295"/>
                <a:gd name="T79" fmla="*/ 129 h 264"/>
                <a:gd name="T80" fmla="*/ 268 w 295"/>
                <a:gd name="T81" fmla="*/ 149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95" h="264">
                  <a:moveTo>
                    <a:pt x="268" y="149"/>
                  </a:moveTo>
                  <a:lnTo>
                    <a:pt x="264" y="152"/>
                  </a:lnTo>
                  <a:lnTo>
                    <a:pt x="256" y="163"/>
                  </a:lnTo>
                  <a:lnTo>
                    <a:pt x="250" y="173"/>
                  </a:lnTo>
                  <a:lnTo>
                    <a:pt x="239" y="188"/>
                  </a:lnTo>
                  <a:lnTo>
                    <a:pt x="217" y="210"/>
                  </a:lnTo>
                  <a:lnTo>
                    <a:pt x="204" y="222"/>
                  </a:lnTo>
                  <a:lnTo>
                    <a:pt x="190" y="232"/>
                  </a:lnTo>
                  <a:lnTo>
                    <a:pt x="171" y="240"/>
                  </a:lnTo>
                  <a:lnTo>
                    <a:pt x="162" y="241"/>
                  </a:lnTo>
                  <a:lnTo>
                    <a:pt x="159" y="246"/>
                  </a:lnTo>
                  <a:lnTo>
                    <a:pt x="149" y="243"/>
                  </a:lnTo>
                  <a:lnTo>
                    <a:pt x="140" y="247"/>
                  </a:lnTo>
                  <a:lnTo>
                    <a:pt x="121" y="243"/>
                  </a:lnTo>
                  <a:lnTo>
                    <a:pt x="111" y="246"/>
                  </a:lnTo>
                  <a:lnTo>
                    <a:pt x="104" y="245"/>
                  </a:lnTo>
                  <a:lnTo>
                    <a:pt x="85" y="253"/>
                  </a:lnTo>
                  <a:lnTo>
                    <a:pt x="70" y="256"/>
                  </a:lnTo>
                  <a:lnTo>
                    <a:pt x="59" y="264"/>
                  </a:lnTo>
                  <a:lnTo>
                    <a:pt x="51" y="264"/>
                  </a:lnTo>
                  <a:lnTo>
                    <a:pt x="44" y="257"/>
                  </a:lnTo>
                  <a:lnTo>
                    <a:pt x="38" y="257"/>
                  </a:lnTo>
                  <a:lnTo>
                    <a:pt x="31" y="247"/>
                  </a:lnTo>
                  <a:lnTo>
                    <a:pt x="30" y="250"/>
                  </a:lnTo>
                  <a:lnTo>
                    <a:pt x="28" y="245"/>
                  </a:lnTo>
                  <a:lnTo>
                    <a:pt x="29" y="232"/>
                  </a:lnTo>
                  <a:lnTo>
                    <a:pt x="24" y="219"/>
                  </a:lnTo>
                  <a:lnTo>
                    <a:pt x="30" y="215"/>
                  </a:lnTo>
                  <a:lnTo>
                    <a:pt x="30" y="199"/>
                  </a:lnTo>
                  <a:lnTo>
                    <a:pt x="20" y="180"/>
                  </a:lnTo>
                  <a:lnTo>
                    <a:pt x="12" y="162"/>
                  </a:lnTo>
                  <a:lnTo>
                    <a:pt x="12" y="162"/>
                  </a:lnTo>
                  <a:lnTo>
                    <a:pt x="0" y="135"/>
                  </a:lnTo>
                  <a:lnTo>
                    <a:pt x="9" y="125"/>
                  </a:lnTo>
                  <a:lnTo>
                    <a:pt x="16" y="131"/>
                  </a:lnTo>
                  <a:lnTo>
                    <a:pt x="19" y="139"/>
                  </a:lnTo>
                  <a:lnTo>
                    <a:pt x="27" y="141"/>
                  </a:lnTo>
                  <a:lnTo>
                    <a:pt x="38" y="145"/>
                  </a:lnTo>
                  <a:lnTo>
                    <a:pt x="47" y="143"/>
                  </a:lnTo>
                  <a:lnTo>
                    <a:pt x="63" y="133"/>
                  </a:lnTo>
                  <a:lnTo>
                    <a:pt x="67" y="56"/>
                  </a:lnTo>
                  <a:lnTo>
                    <a:pt x="71" y="59"/>
                  </a:lnTo>
                  <a:lnTo>
                    <a:pt x="81" y="79"/>
                  </a:lnTo>
                  <a:lnTo>
                    <a:pt x="79" y="91"/>
                  </a:lnTo>
                  <a:lnTo>
                    <a:pt x="83" y="99"/>
                  </a:lnTo>
                  <a:lnTo>
                    <a:pt x="95" y="97"/>
                  </a:lnTo>
                  <a:lnTo>
                    <a:pt x="105" y="87"/>
                  </a:lnTo>
                  <a:lnTo>
                    <a:pt x="113" y="81"/>
                  </a:lnTo>
                  <a:lnTo>
                    <a:pt x="118" y="71"/>
                  </a:lnTo>
                  <a:lnTo>
                    <a:pt x="127" y="66"/>
                  </a:lnTo>
                  <a:lnTo>
                    <a:pt x="135" y="69"/>
                  </a:lnTo>
                  <a:lnTo>
                    <a:pt x="143" y="75"/>
                  </a:lnTo>
                  <a:lnTo>
                    <a:pt x="157" y="76"/>
                  </a:lnTo>
                  <a:lnTo>
                    <a:pt x="169" y="71"/>
                  </a:lnTo>
                  <a:lnTo>
                    <a:pt x="171" y="64"/>
                  </a:lnTo>
                  <a:lnTo>
                    <a:pt x="175" y="54"/>
                  </a:lnTo>
                  <a:lnTo>
                    <a:pt x="185" y="53"/>
                  </a:lnTo>
                  <a:lnTo>
                    <a:pt x="191" y="45"/>
                  </a:lnTo>
                  <a:lnTo>
                    <a:pt x="197" y="31"/>
                  </a:lnTo>
                  <a:lnTo>
                    <a:pt x="214" y="16"/>
                  </a:lnTo>
                  <a:lnTo>
                    <a:pt x="240" y="0"/>
                  </a:lnTo>
                  <a:lnTo>
                    <a:pt x="248" y="1"/>
                  </a:lnTo>
                  <a:lnTo>
                    <a:pt x="256" y="4"/>
                  </a:lnTo>
                  <a:lnTo>
                    <a:pt x="262" y="2"/>
                  </a:lnTo>
                  <a:lnTo>
                    <a:pt x="272" y="4"/>
                  </a:lnTo>
                  <a:lnTo>
                    <a:pt x="279" y="33"/>
                  </a:lnTo>
                  <a:lnTo>
                    <a:pt x="282" y="48"/>
                  </a:lnTo>
                  <a:lnTo>
                    <a:pt x="278" y="71"/>
                  </a:lnTo>
                  <a:lnTo>
                    <a:pt x="279" y="78"/>
                  </a:lnTo>
                  <a:lnTo>
                    <a:pt x="270" y="74"/>
                  </a:lnTo>
                  <a:lnTo>
                    <a:pt x="265" y="76"/>
                  </a:lnTo>
                  <a:lnTo>
                    <a:pt x="263" y="82"/>
                  </a:lnTo>
                  <a:lnTo>
                    <a:pt x="257" y="90"/>
                  </a:lnTo>
                  <a:lnTo>
                    <a:pt x="257" y="97"/>
                  </a:lnTo>
                  <a:lnTo>
                    <a:pt x="267" y="108"/>
                  </a:lnTo>
                  <a:lnTo>
                    <a:pt x="277" y="106"/>
                  </a:lnTo>
                  <a:lnTo>
                    <a:pt x="281" y="97"/>
                  </a:lnTo>
                  <a:lnTo>
                    <a:pt x="295" y="97"/>
                  </a:lnTo>
                  <a:lnTo>
                    <a:pt x="289" y="112"/>
                  </a:lnTo>
                  <a:lnTo>
                    <a:pt x="286" y="129"/>
                  </a:lnTo>
                  <a:lnTo>
                    <a:pt x="281" y="139"/>
                  </a:lnTo>
                  <a:lnTo>
                    <a:pt x="268" y="149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4" name="Freeform 218">
              <a:extLst>
                <a:ext uri="{FF2B5EF4-FFF2-40B4-BE49-F238E27FC236}">
                  <a16:creationId xmlns:a16="http://schemas.microsoft.com/office/drawing/2014/main" id="{E17A48DB-23B7-5CB1-969F-42023236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502" y="4854575"/>
              <a:ext cx="66675" cy="65088"/>
            </a:xfrm>
            <a:custGeom>
              <a:avLst/>
              <a:gdLst>
                <a:gd name="T0" fmla="*/ 36 w 42"/>
                <a:gd name="T1" fmla="*/ 6 h 41"/>
                <a:gd name="T2" fmla="*/ 29 w 42"/>
                <a:gd name="T3" fmla="*/ 0 h 41"/>
                <a:gd name="T4" fmla="*/ 20 w 42"/>
                <a:gd name="T5" fmla="*/ 4 h 41"/>
                <a:gd name="T6" fmla="*/ 10 w 42"/>
                <a:gd name="T7" fmla="*/ 12 h 41"/>
                <a:gd name="T8" fmla="*/ 0 w 42"/>
                <a:gd name="T9" fmla="*/ 25 h 41"/>
                <a:gd name="T10" fmla="*/ 12 w 42"/>
                <a:gd name="T11" fmla="*/ 41 h 41"/>
                <a:gd name="T12" fmla="*/ 18 w 42"/>
                <a:gd name="T13" fmla="*/ 39 h 41"/>
                <a:gd name="T14" fmla="*/ 22 w 42"/>
                <a:gd name="T15" fmla="*/ 32 h 41"/>
                <a:gd name="T16" fmla="*/ 32 w 42"/>
                <a:gd name="T17" fmla="*/ 29 h 41"/>
                <a:gd name="T18" fmla="*/ 36 w 42"/>
                <a:gd name="T19" fmla="*/ 22 h 41"/>
                <a:gd name="T20" fmla="*/ 42 w 42"/>
                <a:gd name="T21" fmla="*/ 12 h 41"/>
                <a:gd name="T22" fmla="*/ 36 w 42"/>
                <a:gd name="T23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41">
                  <a:moveTo>
                    <a:pt x="36" y="6"/>
                  </a:moveTo>
                  <a:lnTo>
                    <a:pt x="29" y="0"/>
                  </a:lnTo>
                  <a:lnTo>
                    <a:pt x="20" y="4"/>
                  </a:lnTo>
                  <a:lnTo>
                    <a:pt x="10" y="12"/>
                  </a:lnTo>
                  <a:lnTo>
                    <a:pt x="0" y="25"/>
                  </a:lnTo>
                  <a:lnTo>
                    <a:pt x="12" y="41"/>
                  </a:lnTo>
                  <a:lnTo>
                    <a:pt x="18" y="39"/>
                  </a:lnTo>
                  <a:lnTo>
                    <a:pt x="22" y="32"/>
                  </a:lnTo>
                  <a:lnTo>
                    <a:pt x="32" y="29"/>
                  </a:lnTo>
                  <a:lnTo>
                    <a:pt x="36" y="22"/>
                  </a:lnTo>
                  <a:lnTo>
                    <a:pt x="42" y="12"/>
                  </a:lnTo>
                  <a:lnTo>
                    <a:pt x="36" y="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5" name="Freeform 219">
              <a:extLst>
                <a:ext uri="{FF2B5EF4-FFF2-40B4-BE49-F238E27FC236}">
                  <a16:creationId xmlns:a16="http://schemas.microsoft.com/office/drawing/2014/main" id="{DD602A24-41DF-4DCA-409A-BB99E3324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677" y="4181475"/>
              <a:ext cx="341313" cy="320675"/>
            </a:xfrm>
            <a:custGeom>
              <a:avLst/>
              <a:gdLst>
                <a:gd name="T0" fmla="*/ 202 w 215"/>
                <a:gd name="T1" fmla="*/ 20 h 202"/>
                <a:gd name="T2" fmla="*/ 211 w 215"/>
                <a:gd name="T3" fmla="*/ 30 h 202"/>
                <a:gd name="T4" fmla="*/ 215 w 215"/>
                <a:gd name="T5" fmla="*/ 47 h 202"/>
                <a:gd name="T6" fmla="*/ 211 w 215"/>
                <a:gd name="T7" fmla="*/ 53 h 202"/>
                <a:gd name="T8" fmla="*/ 207 w 215"/>
                <a:gd name="T9" fmla="*/ 70 h 202"/>
                <a:gd name="T10" fmla="*/ 210 w 215"/>
                <a:gd name="T11" fmla="*/ 87 h 202"/>
                <a:gd name="T12" fmla="*/ 204 w 215"/>
                <a:gd name="T13" fmla="*/ 94 h 202"/>
                <a:gd name="T14" fmla="*/ 198 w 215"/>
                <a:gd name="T15" fmla="*/ 113 h 202"/>
                <a:gd name="T16" fmla="*/ 208 w 215"/>
                <a:gd name="T17" fmla="*/ 119 h 202"/>
                <a:gd name="T18" fmla="*/ 152 w 215"/>
                <a:gd name="T19" fmla="*/ 136 h 202"/>
                <a:gd name="T20" fmla="*/ 153 w 215"/>
                <a:gd name="T21" fmla="*/ 151 h 202"/>
                <a:gd name="T22" fmla="*/ 139 w 215"/>
                <a:gd name="T23" fmla="*/ 154 h 202"/>
                <a:gd name="T24" fmla="*/ 128 w 215"/>
                <a:gd name="T25" fmla="*/ 162 h 202"/>
                <a:gd name="T26" fmla="*/ 126 w 215"/>
                <a:gd name="T27" fmla="*/ 169 h 202"/>
                <a:gd name="T28" fmla="*/ 119 w 215"/>
                <a:gd name="T29" fmla="*/ 171 h 202"/>
                <a:gd name="T30" fmla="*/ 103 w 215"/>
                <a:gd name="T31" fmla="*/ 188 h 202"/>
                <a:gd name="T32" fmla="*/ 92 w 215"/>
                <a:gd name="T33" fmla="*/ 201 h 202"/>
                <a:gd name="T34" fmla="*/ 86 w 215"/>
                <a:gd name="T35" fmla="*/ 202 h 202"/>
                <a:gd name="T36" fmla="*/ 80 w 215"/>
                <a:gd name="T37" fmla="*/ 199 h 202"/>
                <a:gd name="T38" fmla="*/ 60 w 215"/>
                <a:gd name="T39" fmla="*/ 197 h 202"/>
                <a:gd name="T40" fmla="*/ 57 w 215"/>
                <a:gd name="T41" fmla="*/ 195 h 202"/>
                <a:gd name="T42" fmla="*/ 57 w 215"/>
                <a:gd name="T43" fmla="*/ 194 h 202"/>
                <a:gd name="T44" fmla="*/ 50 w 215"/>
                <a:gd name="T45" fmla="*/ 189 h 202"/>
                <a:gd name="T46" fmla="*/ 38 w 215"/>
                <a:gd name="T47" fmla="*/ 188 h 202"/>
                <a:gd name="T48" fmla="*/ 23 w 215"/>
                <a:gd name="T49" fmla="*/ 193 h 202"/>
                <a:gd name="T50" fmla="*/ 12 w 215"/>
                <a:gd name="T51" fmla="*/ 180 h 202"/>
                <a:gd name="T52" fmla="*/ 0 w 215"/>
                <a:gd name="T53" fmla="*/ 163 h 202"/>
                <a:gd name="T54" fmla="*/ 2 w 215"/>
                <a:gd name="T55" fmla="*/ 96 h 202"/>
                <a:gd name="T56" fmla="*/ 41 w 215"/>
                <a:gd name="T57" fmla="*/ 97 h 202"/>
                <a:gd name="T58" fmla="*/ 39 w 215"/>
                <a:gd name="T59" fmla="*/ 90 h 202"/>
                <a:gd name="T60" fmla="*/ 42 w 215"/>
                <a:gd name="T61" fmla="*/ 82 h 202"/>
                <a:gd name="T62" fmla="*/ 39 w 215"/>
                <a:gd name="T63" fmla="*/ 72 h 202"/>
                <a:gd name="T64" fmla="*/ 41 w 215"/>
                <a:gd name="T65" fmla="*/ 62 h 202"/>
                <a:gd name="T66" fmla="*/ 40 w 215"/>
                <a:gd name="T67" fmla="*/ 55 h 202"/>
                <a:gd name="T68" fmla="*/ 46 w 215"/>
                <a:gd name="T69" fmla="*/ 56 h 202"/>
                <a:gd name="T70" fmla="*/ 47 w 215"/>
                <a:gd name="T71" fmla="*/ 63 h 202"/>
                <a:gd name="T72" fmla="*/ 55 w 215"/>
                <a:gd name="T73" fmla="*/ 62 h 202"/>
                <a:gd name="T74" fmla="*/ 67 w 215"/>
                <a:gd name="T75" fmla="*/ 64 h 202"/>
                <a:gd name="T76" fmla="*/ 73 w 215"/>
                <a:gd name="T77" fmla="*/ 73 h 202"/>
                <a:gd name="T78" fmla="*/ 87 w 215"/>
                <a:gd name="T79" fmla="*/ 76 h 202"/>
                <a:gd name="T80" fmla="*/ 99 w 215"/>
                <a:gd name="T81" fmla="*/ 70 h 202"/>
                <a:gd name="T82" fmla="*/ 102 w 215"/>
                <a:gd name="T83" fmla="*/ 81 h 202"/>
                <a:gd name="T84" fmla="*/ 116 w 215"/>
                <a:gd name="T85" fmla="*/ 83 h 202"/>
                <a:gd name="T86" fmla="*/ 123 w 215"/>
                <a:gd name="T87" fmla="*/ 92 h 202"/>
                <a:gd name="T88" fmla="*/ 130 w 215"/>
                <a:gd name="T89" fmla="*/ 104 h 202"/>
                <a:gd name="T90" fmla="*/ 144 w 215"/>
                <a:gd name="T91" fmla="*/ 104 h 202"/>
                <a:gd name="T92" fmla="*/ 143 w 215"/>
                <a:gd name="T93" fmla="*/ 82 h 202"/>
                <a:gd name="T94" fmla="*/ 138 w 215"/>
                <a:gd name="T95" fmla="*/ 85 h 202"/>
                <a:gd name="T96" fmla="*/ 126 w 215"/>
                <a:gd name="T97" fmla="*/ 77 h 202"/>
                <a:gd name="T98" fmla="*/ 121 w 215"/>
                <a:gd name="T99" fmla="*/ 73 h 202"/>
                <a:gd name="T100" fmla="*/ 123 w 215"/>
                <a:gd name="T101" fmla="*/ 53 h 202"/>
                <a:gd name="T102" fmla="*/ 127 w 215"/>
                <a:gd name="T103" fmla="*/ 28 h 202"/>
                <a:gd name="T104" fmla="*/ 123 w 215"/>
                <a:gd name="T105" fmla="*/ 19 h 202"/>
                <a:gd name="T106" fmla="*/ 129 w 215"/>
                <a:gd name="T107" fmla="*/ 6 h 202"/>
                <a:gd name="T108" fmla="*/ 134 w 215"/>
                <a:gd name="T109" fmla="*/ 3 h 202"/>
                <a:gd name="T110" fmla="*/ 158 w 215"/>
                <a:gd name="T111" fmla="*/ 0 h 202"/>
                <a:gd name="T112" fmla="*/ 166 w 215"/>
                <a:gd name="T113" fmla="*/ 2 h 202"/>
                <a:gd name="T114" fmla="*/ 173 w 215"/>
                <a:gd name="T115" fmla="*/ 7 h 202"/>
                <a:gd name="T116" fmla="*/ 180 w 215"/>
                <a:gd name="T117" fmla="*/ 11 h 202"/>
                <a:gd name="T118" fmla="*/ 192 w 215"/>
                <a:gd name="T119" fmla="*/ 14 h 202"/>
                <a:gd name="T120" fmla="*/ 202 w 215"/>
                <a:gd name="T121" fmla="*/ 2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5" h="202">
                  <a:moveTo>
                    <a:pt x="202" y="20"/>
                  </a:moveTo>
                  <a:lnTo>
                    <a:pt x="211" y="30"/>
                  </a:lnTo>
                  <a:lnTo>
                    <a:pt x="215" y="47"/>
                  </a:lnTo>
                  <a:lnTo>
                    <a:pt x="211" y="53"/>
                  </a:lnTo>
                  <a:lnTo>
                    <a:pt x="207" y="70"/>
                  </a:lnTo>
                  <a:lnTo>
                    <a:pt x="210" y="87"/>
                  </a:lnTo>
                  <a:lnTo>
                    <a:pt x="204" y="94"/>
                  </a:lnTo>
                  <a:lnTo>
                    <a:pt x="198" y="113"/>
                  </a:lnTo>
                  <a:lnTo>
                    <a:pt x="208" y="119"/>
                  </a:lnTo>
                  <a:lnTo>
                    <a:pt x="152" y="136"/>
                  </a:lnTo>
                  <a:lnTo>
                    <a:pt x="153" y="151"/>
                  </a:lnTo>
                  <a:lnTo>
                    <a:pt x="139" y="154"/>
                  </a:lnTo>
                  <a:lnTo>
                    <a:pt x="128" y="162"/>
                  </a:lnTo>
                  <a:lnTo>
                    <a:pt x="126" y="169"/>
                  </a:lnTo>
                  <a:lnTo>
                    <a:pt x="119" y="171"/>
                  </a:lnTo>
                  <a:lnTo>
                    <a:pt x="103" y="188"/>
                  </a:lnTo>
                  <a:lnTo>
                    <a:pt x="92" y="201"/>
                  </a:lnTo>
                  <a:lnTo>
                    <a:pt x="86" y="202"/>
                  </a:lnTo>
                  <a:lnTo>
                    <a:pt x="80" y="199"/>
                  </a:lnTo>
                  <a:lnTo>
                    <a:pt x="60" y="197"/>
                  </a:lnTo>
                  <a:lnTo>
                    <a:pt x="57" y="195"/>
                  </a:lnTo>
                  <a:lnTo>
                    <a:pt x="57" y="194"/>
                  </a:lnTo>
                  <a:lnTo>
                    <a:pt x="50" y="189"/>
                  </a:lnTo>
                  <a:lnTo>
                    <a:pt x="38" y="188"/>
                  </a:lnTo>
                  <a:lnTo>
                    <a:pt x="23" y="193"/>
                  </a:lnTo>
                  <a:lnTo>
                    <a:pt x="12" y="180"/>
                  </a:lnTo>
                  <a:lnTo>
                    <a:pt x="0" y="163"/>
                  </a:lnTo>
                  <a:lnTo>
                    <a:pt x="2" y="96"/>
                  </a:lnTo>
                  <a:lnTo>
                    <a:pt x="41" y="97"/>
                  </a:lnTo>
                  <a:lnTo>
                    <a:pt x="39" y="90"/>
                  </a:lnTo>
                  <a:lnTo>
                    <a:pt x="42" y="82"/>
                  </a:lnTo>
                  <a:lnTo>
                    <a:pt x="39" y="72"/>
                  </a:lnTo>
                  <a:lnTo>
                    <a:pt x="41" y="62"/>
                  </a:lnTo>
                  <a:lnTo>
                    <a:pt x="40" y="55"/>
                  </a:lnTo>
                  <a:lnTo>
                    <a:pt x="46" y="56"/>
                  </a:lnTo>
                  <a:lnTo>
                    <a:pt x="47" y="63"/>
                  </a:lnTo>
                  <a:lnTo>
                    <a:pt x="55" y="62"/>
                  </a:lnTo>
                  <a:lnTo>
                    <a:pt x="67" y="64"/>
                  </a:lnTo>
                  <a:lnTo>
                    <a:pt x="73" y="73"/>
                  </a:lnTo>
                  <a:lnTo>
                    <a:pt x="87" y="76"/>
                  </a:lnTo>
                  <a:lnTo>
                    <a:pt x="99" y="70"/>
                  </a:lnTo>
                  <a:lnTo>
                    <a:pt x="102" y="81"/>
                  </a:lnTo>
                  <a:lnTo>
                    <a:pt x="116" y="83"/>
                  </a:lnTo>
                  <a:lnTo>
                    <a:pt x="123" y="92"/>
                  </a:lnTo>
                  <a:lnTo>
                    <a:pt x="130" y="104"/>
                  </a:lnTo>
                  <a:lnTo>
                    <a:pt x="144" y="104"/>
                  </a:lnTo>
                  <a:lnTo>
                    <a:pt x="143" y="82"/>
                  </a:lnTo>
                  <a:lnTo>
                    <a:pt x="138" y="85"/>
                  </a:lnTo>
                  <a:lnTo>
                    <a:pt x="126" y="77"/>
                  </a:lnTo>
                  <a:lnTo>
                    <a:pt x="121" y="73"/>
                  </a:lnTo>
                  <a:lnTo>
                    <a:pt x="123" y="53"/>
                  </a:lnTo>
                  <a:lnTo>
                    <a:pt x="127" y="28"/>
                  </a:lnTo>
                  <a:lnTo>
                    <a:pt x="123" y="19"/>
                  </a:lnTo>
                  <a:lnTo>
                    <a:pt x="129" y="6"/>
                  </a:lnTo>
                  <a:lnTo>
                    <a:pt x="134" y="3"/>
                  </a:lnTo>
                  <a:lnTo>
                    <a:pt x="158" y="0"/>
                  </a:lnTo>
                  <a:lnTo>
                    <a:pt x="166" y="2"/>
                  </a:lnTo>
                  <a:lnTo>
                    <a:pt x="173" y="7"/>
                  </a:lnTo>
                  <a:lnTo>
                    <a:pt x="180" y="11"/>
                  </a:lnTo>
                  <a:lnTo>
                    <a:pt x="192" y="14"/>
                  </a:lnTo>
                  <a:lnTo>
                    <a:pt x="202" y="2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6" name="Freeform 220">
              <a:extLst>
                <a:ext uri="{FF2B5EF4-FFF2-40B4-BE49-F238E27FC236}">
                  <a16:creationId xmlns:a16="http://schemas.microsoft.com/office/drawing/2014/main" id="{BB4F35DC-1EC3-B40D-97ED-79B2C7F6B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927" y="4421188"/>
              <a:ext cx="220663" cy="222250"/>
            </a:xfrm>
            <a:custGeom>
              <a:avLst/>
              <a:gdLst>
                <a:gd name="T0" fmla="*/ 103 w 139"/>
                <a:gd name="T1" fmla="*/ 140 h 140"/>
                <a:gd name="T2" fmla="*/ 93 w 139"/>
                <a:gd name="T3" fmla="*/ 138 h 140"/>
                <a:gd name="T4" fmla="*/ 87 w 139"/>
                <a:gd name="T5" fmla="*/ 140 h 140"/>
                <a:gd name="T6" fmla="*/ 79 w 139"/>
                <a:gd name="T7" fmla="*/ 137 h 140"/>
                <a:gd name="T8" fmla="*/ 71 w 139"/>
                <a:gd name="T9" fmla="*/ 136 h 140"/>
                <a:gd name="T10" fmla="*/ 60 w 139"/>
                <a:gd name="T11" fmla="*/ 127 h 140"/>
                <a:gd name="T12" fmla="*/ 47 w 139"/>
                <a:gd name="T13" fmla="*/ 124 h 140"/>
                <a:gd name="T14" fmla="*/ 42 w 139"/>
                <a:gd name="T15" fmla="*/ 111 h 140"/>
                <a:gd name="T16" fmla="*/ 42 w 139"/>
                <a:gd name="T17" fmla="*/ 103 h 140"/>
                <a:gd name="T18" fmla="*/ 35 w 139"/>
                <a:gd name="T19" fmla="*/ 101 h 140"/>
                <a:gd name="T20" fmla="*/ 15 w 139"/>
                <a:gd name="T21" fmla="*/ 78 h 140"/>
                <a:gd name="T22" fmla="*/ 10 w 139"/>
                <a:gd name="T23" fmla="*/ 66 h 140"/>
                <a:gd name="T24" fmla="*/ 6 w 139"/>
                <a:gd name="T25" fmla="*/ 63 h 140"/>
                <a:gd name="T26" fmla="*/ 0 w 139"/>
                <a:gd name="T27" fmla="*/ 46 h 140"/>
                <a:gd name="T28" fmla="*/ 20 w 139"/>
                <a:gd name="T29" fmla="*/ 48 h 140"/>
                <a:gd name="T30" fmla="*/ 26 w 139"/>
                <a:gd name="T31" fmla="*/ 51 h 140"/>
                <a:gd name="T32" fmla="*/ 32 w 139"/>
                <a:gd name="T33" fmla="*/ 50 h 140"/>
                <a:gd name="T34" fmla="*/ 43 w 139"/>
                <a:gd name="T35" fmla="*/ 37 h 140"/>
                <a:gd name="T36" fmla="*/ 59 w 139"/>
                <a:gd name="T37" fmla="*/ 20 h 140"/>
                <a:gd name="T38" fmla="*/ 66 w 139"/>
                <a:gd name="T39" fmla="*/ 18 h 140"/>
                <a:gd name="T40" fmla="*/ 68 w 139"/>
                <a:gd name="T41" fmla="*/ 11 h 140"/>
                <a:gd name="T42" fmla="*/ 79 w 139"/>
                <a:gd name="T43" fmla="*/ 3 h 140"/>
                <a:gd name="T44" fmla="*/ 93 w 139"/>
                <a:gd name="T45" fmla="*/ 0 h 140"/>
                <a:gd name="T46" fmla="*/ 94 w 139"/>
                <a:gd name="T47" fmla="*/ 7 h 140"/>
                <a:gd name="T48" fmla="*/ 109 w 139"/>
                <a:gd name="T49" fmla="*/ 7 h 140"/>
                <a:gd name="T50" fmla="*/ 117 w 139"/>
                <a:gd name="T51" fmla="*/ 11 h 140"/>
                <a:gd name="T52" fmla="*/ 121 w 139"/>
                <a:gd name="T53" fmla="*/ 16 h 140"/>
                <a:gd name="T54" fmla="*/ 130 w 139"/>
                <a:gd name="T55" fmla="*/ 18 h 140"/>
                <a:gd name="T56" fmla="*/ 139 w 139"/>
                <a:gd name="T57" fmla="*/ 25 h 140"/>
                <a:gd name="T58" fmla="*/ 138 w 139"/>
                <a:gd name="T59" fmla="*/ 51 h 140"/>
                <a:gd name="T60" fmla="*/ 133 w 139"/>
                <a:gd name="T61" fmla="*/ 65 h 140"/>
                <a:gd name="T62" fmla="*/ 132 w 139"/>
                <a:gd name="T63" fmla="*/ 81 h 140"/>
                <a:gd name="T64" fmla="*/ 134 w 139"/>
                <a:gd name="T65" fmla="*/ 87 h 140"/>
                <a:gd name="T66" fmla="*/ 131 w 139"/>
                <a:gd name="T67" fmla="*/ 99 h 140"/>
                <a:gd name="T68" fmla="*/ 129 w 139"/>
                <a:gd name="T69" fmla="*/ 101 h 140"/>
                <a:gd name="T70" fmla="*/ 123 w 139"/>
                <a:gd name="T71" fmla="*/ 116 h 140"/>
                <a:gd name="T72" fmla="*/ 103 w 139"/>
                <a:gd name="T73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9" h="140">
                  <a:moveTo>
                    <a:pt x="103" y="140"/>
                  </a:moveTo>
                  <a:lnTo>
                    <a:pt x="93" y="138"/>
                  </a:lnTo>
                  <a:lnTo>
                    <a:pt x="87" y="140"/>
                  </a:lnTo>
                  <a:lnTo>
                    <a:pt x="79" y="137"/>
                  </a:lnTo>
                  <a:lnTo>
                    <a:pt x="71" y="136"/>
                  </a:lnTo>
                  <a:lnTo>
                    <a:pt x="60" y="127"/>
                  </a:lnTo>
                  <a:lnTo>
                    <a:pt x="47" y="124"/>
                  </a:lnTo>
                  <a:lnTo>
                    <a:pt x="42" y="111"/>
                  </a:lnTo>
                  <a:lnTo>
                    <a:pt x="42" y="103"/>
                  </a:lnTo>
                  <a:lnTo>
                    <a:pt x="35" y="101"/>
                  </a:lnTo>
                  <a:lnTo>
                    <a:pt x="15" y="78"/>
                  </a:lnTo>
                  <a:lnTo>
                    <a:pt x="10" y="66"/>
                  </a:lnTo>
                  <a:lnTo>
                    <a:pt x="6" y="63"/>
                  </a:lnTo>
                  <a:lnTo>
                    <a:pt x="0" y="46"/>
                  </a:lnTo>
                  <a:lnTo>
                    <a:pt x="20" y="48"/>
                  </a:lnTo>
                  <a:lnTo>
                    <a:pt x="26" y="51"/>
                  </a:lnTo>
                  <a:lnTo>
                    <a:pt x="32" y="50"/>
                  </a:lnTo>
                  <a:lnTo>
                    <a:pt x="43" y="37"/>
                  </a:lnTo>
                  <a:lnTo>
                    <a:pt x="59" y="20"/>
                  </a:lnTo>
                  <a:lnTo>
                    <a:pt x="66" y="18"/>
                  </a:lnTo>
                  <a:lnTo>
                    <a:pt x="68" y="11"/>
                  </a:lnTo>
                  <a:lnTo>
                    <a:pt x="79" y="3"/>
                  </a:lnTo>
                  <a:lnTo>
                    <a:pt x="93" y="0"/>
                  </a:lnTo>
                  <a:lnTo>
                    <a:pt x="94" y="7"/>
                  </a:lnTo>
                  <a:lnTo>
                    <a:pt x="109" y="7"/>
                  </a:lnTo>
                  <a:lnTo>
                    <a:pt x="117" y="11"/>
                  </a:lnTo>
                  <a:lnTo>
                    <a:pt x="121" y="16"/>
                  </a:lnTo>
                  <a:lnTo>
                    <a:pt x="130" y="18"/>
                  </a:lnTo>
                  <a:lnTo>
                    <a:pt x="139" y="25"/>
                  </a:lnTo>
                  <a:lnTo>
                    <a:pt x="138" y="51"/>
                  </a:lnTo>
                  <a:lnTo>
                    <a:pt x="133" y="65"/>
                  </a:lnTo>
                  <a:lnTo>
                    <a:pt x="132" y="81"/>
                  </a:lnTo>
                  <a:lnTo>
                    <a:pt x="134" y="87"/>
                  </a:lnTo>
                  <a:lnTo>
                    <a:pt x="131" y="99"/>
                  </a:lnTo>
                  <a:lnTo>
                    <a:pt x="129" y="101"/>
                  </a:lnTo>
                  <a:lnTo>
                    <a:pt x="123" y="116"/>
                  </a:lnTo>
                  <a:lnTo>
                    <a:pt x="103" y="140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  <p:sp>
          <p:nvSpPr>
            <p:cNvPr id="437" name="Freeform 221">
              <a:extLst>
                <a:ext uri="{FF2B5EF4-FFF2-40B4-BE49-F238E27FC236}">
                  <a16:creationId xmlns:a16="http://schemas.microsoft.com/office/drawing/2014/main" id="{86563CB5-D866-D65E-615F-EBCED0BF2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8690" y="1465262"/>
              <a:ext cx="3484563" cy="1089025"/>
            </a:xfrm>
            <a:custGeom>
              <a:avLst/>
              <a:gdLst>
                <a:gd name="T0" fmla="*/ 751 w 2195"/>
                <a:gd name="T1" fmla="*/ 25 h 686"/>
                <a:gd name="T2" fmla="*/ 649 w 2195"/>
                <a:gd name="T3" fmla="*/ 59 h 686"/>
                <a:gd name="T4" fmla="*/ 594 w 2195"/>
                <a:gd name="T5" fmla="*/ 101 h 686"/>
                <a:gd name="T6" fmla="*/ 603 w 2195"/>
                <a:gd name="T7" fmla="*/ 140 h 686"/>
                <a:gd name="T8" fmla="*/ 600 w 2195"/>
                <a:gd name="T9" fmla="*/ 189 h 686"/>
                <a:gd name="T10" fmla="*/ 541 w 2195"/>
                <a:gd name="T11" fmla="*/ 77 h 686"/>
                <a:gd name="T12" fmla="*/ 524 w 2195"/>
                <a:gd name="T13" fmla="*/ 135 h 686"/>
                <a:gd name="T14" fmla="*/ 434 w 2195"/>
                <a:gd name="T15" fmla="*/ 142 h 686"/>
                <a:gd name="T16" fmla="*/ 337 w 2195"/>
                <a:gd name="T17" fmla="*/ 143 h 686"/>
                <a:gd name="T18" fmla="*/ 241 w 2195"/>
                <a:gd name="T19" fmla="*/ 154 h 686"/>
                <a:gd name="T20" fmla="*/ 172 w 2195"/>
                <a:gd name="T21" fmla="*/ 204 h 686"/>
                <a:gd name="T22" fmla="*/ 111 w 2195"/>
                <a:gd name="T23" fmla="*/ 223 h 686"/>
                <a:gd name="T24" fmla="*/ 177 w 2195"/>
                <a:gd name="T25" fmla="*/ 168 h 686"/>
                <a:gd name="T26" fmla="*/ 1 w 2195"/>
                <a:gd name="T27" fmla="*/ 152 h 686"/>
                <a:gd name="T28" fmla="*/ 67 w 2195"/>
                <a:gd name="T29" fmla="*/ 262 h 686"/>
                <a:gd name="T30" fmla="*/ 30 w 2195"/>
                <a:gd name="T31" fmla="*/ 356 h 686"/>
                <a:gd name="T32" fmla="*/ 95 w 2195"/>
                <a:gd name="T33" fmla="*/ 403 h 686"/>
                <a:gd name="T34" fmla="*/ 111 w 2195"/>
                <a:gd name="T35" fmla="*/ 441 h 686"/>
                <a:gd name="T36" fmla="*/ 161 w 2195"/>
                <a:gd name="T37" fmla="*/ 469 h 686"/>
                <a:gd name="T38" fmla="*/ 227 w 2195"/>
                <a:gd name="T39" fmla="*/ 507 h 686"/>
                <a:gd name="T40" fmla="*/ 240 w 2195"/>
                <a:gd name="T41" fmla="*/ 555 h 686"/>
                <a:gd name="T42" fmla="*/ 239 w 2195"/>
                <a:gd name="T43" fmla="*/ 614 h 686"/>
                <a:gd name="T44" fmla="*/ 363 w 2195"/>
                <a:gd name="T45" fmla="*/ 654 h 686"/>
                <a:gd name="T46" fmla="*/ 434 w 2195"/>
                <a:gd name="T47" fmla="*/ 672 h 686"/>
                <a:gd name="T48" fmla="*/ 412 w 2195"/>
                <a:gd name="T49" fmla="*/ 564 h 686"/>
                <a:gd name="T50" fmla="*/ 394 w 2195"/>
                <a:gd name="T51" fmla="*/ 493 h 686"/>
                <a:gd name="T52" fmla="*/ 571 w 2195"/>
                <a:gd name="T53" fmla="*/ 488 h 686"/>
                <a:gd name="T54" fmla="*/ 571 w 2195"/>
                <a:gd name="T55" fmla="*/ 425 h 686"/>
                <a:gd name="T56" fmla="*/ 758 w 2195"/>
                <a:gd name="T57" fmla="*/ 424 h 686"/>
                <a:gd name="T58" fmla="*/ 920 w 2195"/>
                <a:gd name="T59" fmla="*/ 489 h 686"/>
                <a:gd name="T60" fmla="*/ 1027 w 2195"/>
                <a:gd name="T61" fmla="*/ 519 h 686"/>
                <a:gd name="T62" fmla="*/ 1175 w 2195"/>
                <a:gd name="T63" fmla="*/ 510 h 686"/>
                <a:gd name="T64" fmla="*/ 1273 w 2195"/>
                <a:gd name="T65" fmla="*/ 503 h 686"/>
                <a:gd name="T66" fmla="*/ 1408 w 2195"/>
                <a:gd name="T67" fmla="*/ 518 h 686"/>
                <a:gd name="T68" fmla="*/ 1516 w 2195"/>
                <a:gd name="T69" fmla="*/ 493 h 686"/>
                <a:gd name="T70" fmla="*/ 1570 w 2195"/>
                <a:gd name="T71" fmla="*/ 441 h 686"/>
                <a:gd name="T72" fmla="*/ 1742 w 2195"/>
                <a:gd name="T73" fmla="*/ 550 h 686"/>
                <a:gd name="T74" fmla="*/ 1789 w 2195"/>
                <a:gd name="T75" fmla="*/ 600 h 686"/>
                <a:gd name="T76" fmla="*/ 1821 w 2195"/>
                <a:gd name="T77" fmla="*/ 642 h 686"/>
                <a:gd name="T78" fmla="*/ 1879 w 2195"/>
                <a:gd name="T79" fmla="*/ 536 h 686"/>
                <a:gd name="T80" fmla="*/ 1746 w 2195"/>
                <a:gd name="T81" fmla="*/ 425 h 686"/>
                <a:gd name="T82" fmla="*/ 1855 w 2195"/>
                <a:gd name="T83" fmla="*/ 317 h 686"/>
                <a:gd name="T84" fmla="*/ 1972 w 2195"/>
                <a:gd name="T85" fmla="*/ 275 h 686"/>
                <a:gd name="T86" fmla="*/ 1981 w 2195"/>
                <a:gd name="T87" fmla="*/ 358 h 686"/>
                <a:gd name="T88" fmla="*/ 2115 w 2195"/>
                <a:gd name="T89" fmla="*/ 441 h 686"/>
                <a:gd name="T90" fmla="*/ 2041 w 2195"/>
                <a:gd name="T91" fmla="*/ 341 h 686"/>
                <a:gd name="T92" fmla="*/ 2121 w 2195"/>
                <a:gd name="T93" fmla="*/ 301 h 686"/>
                <a:gd name="T94" fmla="*/ 2165 w 2195"/>
                <a:gd name="T95" fmla="*/ 245 h 686"/>
                <a:gd name="T96" fmla="*/ 2127 w 2195"/>
                <a:gd name="T97" fmla="*/ 194 h 686"/>
                <a:gd name="T98" fmla="*/ 2155 w 2195"/>
                <a:gd name="T99" fmla="*/ 143 h 686"/>
                <a:gd name="T100" fmla="*/ 2081 w 2195"/>
                <a:gd name="T101" fmla="*/ 119 h 686"/>
                <a:gd name="T102" fmla="*/ 1867 w 2195"/>
                <a:gd name="T103" fmla="*/ 130 h 686"/>
                <a:gd name="T104" fmla="*/ 1729 w 2195"/>
                <a:gd name="T105" fmla="*/ 128 h 686"/>
                <a:gd name="T106" fmla="*/ 1395 w 2195"/>
                <a:gd name="T107" fmla="*/ 82 h 686"/>
                <a:gd name="T108" fmla="*/ 1301 w 2195"/>
                <a:gd name="T109" fmla="*/ 103 h 686"/>
                <a:gd name="T110" fmla="*/ 1124 w 2195"/>
                <a:gd name="T111" fmla="*/ 71 h 686"/>
                <a:gd name="T112" fmla="*/ 983 w 2195"/>
                <a:gd name="T113" fmla="*/ 54 h 686"/>
                <a:gd name="T114" fmla="*/ 913 w 2195"/>
                <a:gd name="T115" fmla="*/ 18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95" h="686">
                  <a:moveTo>
                    <a:pt x="856" y="0"/>
                  </a:moveTo>
                  <a:lnTo>
                    <a:pt x="836" y="6"/>
                  </a:lnTo>
                  <a:lnTo>
                    <a:pt x="832" y="12"/>
                  </a:lnTo>
                  <a:lnTo>
                    <a:pt x="836" y="19"/>
                  </a:lnTo>
                  <a:lnTo>
                    <a:pt x="813" y="18"/>
                  </a:lnTo>
                  <a:lnTo>
                    <a:pt x="795" y="27"/>
                  </a:lnTo>
                  <a:lnTo>
                    <a:pt x="781" y="23"/>
                  </a:lnTo>
                  <a:lnTo>
                    <a:pt x="751" y="25"/>
                  </a:lnTo>
                  <a:lnTo>
                    <a:pt x="752" y="29"/>
                  </a:lnTo>
                  <a:lnTo>
                    <a:pt x="721" y="31"/>
                  </a:lnTo>
                  <a:lnTo>
                    <a:pt x="705" y="39"/>
                  </a:lnTo>
                  <a:lnTo>
                    <a:pt x="692" y="39"/>
                  </a:lnTo>
                  <a:lnTo>
                    <a:pt x="687" y="49"/>
                  </a:lnTo>
                  <a:lnTo>
                    <a:pt x="705" y="58"/>
                  </a:lnTo>
                  <a:lnTo>
                    <a:pt x="680" y="60"/>
                  </a:lnTo>
                  <a:lnTo>
                    <a:pt x="649" y="59"/>
                  </a:lnTo>
                  <a:lnTo>
                    <a:pt x="630" y="62"/>
                  </a:lnTo>
                  <a:lnTo>
                    <a:pt x="646" y="80"/>
                  </a:lnTo>
                  <a:lnTo>
                    <a:pt x="669" y="93"/>
                  </a:lnTo>
                  <a:lnTo>
                    <a:pt x="637" y="84"/>
                  </a:lnTo>
                  <a:lnTo>
                    <a:pt x="611" y="85"/>
                  </a:lnTo>
                  <a:lnTo>
                    <a:pt x="595" y="91"/>
                  </a:lnTo>
                  <a:lnTo>
                    <a:pt x="610" y="104"/>
                  </a:lnTo>
                  <a:lnTo>
                    <a:pt x="594" y="101"/>
                  </a:lnTo>
                  <a:lnTo>
                    <a:pt x="587" y="84"/>
                  </a:lnTo>
                  <a:lnTo>
                    <a:pt x="573" y="75"/>
                  </a:lnTo>
                  <a:lnTo>
                    <a:pt x="567" y="76"/>
                  </a:lnTo>
                  <a:lnTo>
                    <a:pt x="579" y="87"/>
                  </a:lnTo>
                  <a:lnTo>
                    <a:pt x="564" y="99"/>
                  </a:lnTo>
                  <a:lnTo>
                    <a:pt x="591" y="112"/>
                  </a:lnTo>
                  <a:lnTo>
                    <a:pt x="593" y="130"/>
                  </a:lnTo>
                  <a:lnTo>
                    <a:pt x="603" y="140"/>
                  </a:lnTo>
                  <a:lnTo>
                    <a:pt x="618" y="141"/>
                  </a:lnTo>
                  <a:lnTo>
                    <a:pt x="620" y="152"/>
                  </a:lnTo>
                  <a:lnTo>
                    <a:pt x="635" y="162"/>
                  </a:lnTo>
                  <a:lnTo>
                    <a:pt x="629" y="171"/>
                  </a:lnTo>
                  <a:lnTo>
                    <a:pt x="631" y="180"/>
                  </a:lnTo>
                  <a:lnTo>
                    <a:pt x="619" y="185"/>
                  </a:lnTo>
                  <a:lnTo>
                    <a:pt x="617" y="191"/>
                  </a:lnTo>
                  <a:lnTo>
                    <a:pt x="600" y="189"/>
                  </a:lnTo>
                  <a:lnTo>
                    <a:pt x="611" y="163"/>
                  </a:lnTo>
                  <a:lnTo>
                    <a:pt x="608" y="151"/>
                  </a:lnTo>
                  <a:lnTo>
                    <a:pt x="586" y="141"/>
                  </a:lnTo>
                  <a:lnTo>
                    <a:pt x="573" y="117"/>
                  </a:lnTo>
                  <a:lnTo>
                    <a:pt x="560" y="105"/>
                  </a:lnTo>
                  <a:lnTo>
                    <a:pt x="549" y="99"/>
                  </a:lnTo>
                  <a:lnTo>
                    <a:pt x="551" y="86"/>
                  </a:lnTo>
                  <a:lnTo>
                    <a:pt x="541" y="77"/>
                  </a:lnTo>
                  <a:lnTo>
                    <a:pt x="505" y="72"/>
                  </a:lnTo>
                  <a:lnTo>
                    <a:pt x="498" y="75"/>
                  </a:lnTo>
                  <a:lnTo>
                    <a:pt x="500" y="91"/>
                  </a:lnTo>
                  <a:lnTo>
                    <a:pt x="486" y="106"/>
                  </a:lnTo>
                  <a:lnTo>
                    <a:pt x="490" y="111"/>
                  </a:lnTo>
                  <a:lnTo>
                    <a:pt x="506" y="124"/>
                  </a:lnTo>
                  <a:lnTo>
                    <a:pt x="507" y="133"/>
                  </a:lnTo>
                  <a:lnTo>
                    <a:pt x="524" y="135"/>
                  </a:lnTo>
                  <a:lnTo>
                    <a:pt x="526" y="138"/>
                  </a:lnTo>
                  <a:lnTo>
                    <a:pt x="546" y="148"/>
                  </a:lnTo>
                  <a:lnTo>
                    <a:pt x="543" y="157"/>
                  </a:lnTo>
                  <a:lnTo>
                    <a:pt x="482" y="137"/>
                  </a:lnTo>
                  <a:lnTo>
                    <a:pt x="460" y="131"/>
                  </a:lnTo>
                  <a:lnTo>
                    <a:pt x="418" y="126"/>
                  </a:lnTo>
                  <a:lnTo>
                    <a:pt x="414" y="132"/>
                  </a:lnTo>
                  <a:lnTo>
                    <a:pt x="434" y="142"/>
                  </a:lnTo>
                  <a:lnTo>
                    <a:pt x="425" y="153"/>
                  </a:lnTo>
                  <a:lnTo>
                    <a:pt x="404" y="143"/>
                  </a:lnTo>
                  <a:lnTo>
                    <a:pt x="388" y="150"/>
                  </a:lnTo>
                  <a:lnTo>
                    <a:pt x="363" y="151"/>
                  </a:lnTo>
                  <a:lnTo>
                    <a:pt x="357" y="157"/>
                  </a:lnTo>
                  <a:lnTo>
                    <a:pt x="339" y="155"/>
                  </a:lnTo>
                  <a:lnTo>
                    <a:pt x="347" y="144"/>
                  </a:lnTo>
                  <a:lnTo>
                    <a:pt x="337" y="143"/>
                  </a:lnTo>
                  <a:lnTo>
                    <a:pt x="297" y="159"/>
                  </a:lnTo>
                  <a:lnTo>
                    <a:pt x="272" y="167"/>
                  </a:lnTo>
                  <a:lnTo>
                    <a:pt x="274" y="178"/>
                  </a:lnTo>
                  <a:lnTo>
                    <a:pt x="255" y="183"/>
                  </a:lnTo>
                  <a:lnTo>
                    <a:pt x="241" y="176"/>
                  </a:lnTo>
                  <a:lnTo>
                    <a:pt x="237" y="166"/>
                  </a:lnTo>
                  <a:lnTo>
                    <a:pt x="253" y="164"/>
                  </a:lnTo>
                  <a:lnTo>
                    <a:pt x="241" y="154"/>
                  </a:lnTo>
                  <a:lnTo>
                    <a:pt x="202" y="148"/>
                  </a:lnTo>
                  <a:lnTo>
                    <a:pt x="216" y="159"/>
                  </a:lnTo>
                  <a:lnTo>
                    <a:pt x="214" y="170"/>
                  </a:lnTo>
                  <a:lnTo>
                    <a:pt x="229" y="181"/>
                  </a:lnTo>
                  <a:lnTo>
                    <a:pt x="226" y="193"/>
                  </a:lnTo>
                  <a:lnTo>
                    <a:pt x="210" y="187"/>
                  </a:lnTo>
                  <a:lnTo>
                    <a:pt x="197" y="186"/>
                  </a:lnTo>
                  <a:lnTo>
                    <a:pt x="172" y="204"/>
                  </a:lnTo>
                  <a:lnTo>
                    <a:pt x="186" y="217"/>
                  </a:lnTo>
                  <a:lnTo>
                    <a:pt x="175" y="222"/>
                  </a:lnTo>
                  <a:lnTo>
                    <a:pt x="138" y="210"/>
                  </a:lnTo>
                  <a:lnTo>
                    <a:pt x="131" y="217"/>
                  </a:lnTo>
                  <a:lnTo>
                    <a:pt x="142" y="225"/>
                  </a:lnTo>
                  <a:lnTo>
                    <a:pt x="143" y="234"/>
                  </a:lnTo>
                  <a:lnTo>
                    <a:pt x="130" y="229"/>
                  </a:lnTo>
                  <a:lnTo>
                    <a:pt x="111" y="223"/>
                  </a:lnTo>
                  <a:lnTo>
                    <a:pt x="104" y="205"/>
                  </a:lnTo>
                  <a:lnTo>
                    <a:pt x="101" y="196"/>
                  </a:lnTo>
                  <a:lnTo>
                    <a:pt x="74" y="183"/>
                  </a:lnTo>
                  <a:lnTo>
                    <a:pt x="84" y="181"/>
                  </a:lnTo>
                  <a:lnTo>
                    <a:pt x="149" y="194"/>
                  </a:lnTo>
                  <a:lnTo>
                    <a:pt x="170" y="190"/>
                  </a:lnTo>
                  <a:lnTo>
                    <a:pt x="182" y="180"/>
                  </a:lnTo>
                  <a:lnTo>
                    <a:pt x="177" y="168"/>
                  </a:lnTo>
                  <a:lnTo>
                    <a:pt x="163" y="160"/>
                  </a:lnTo>
                  <a:lnTo>
                    <a:pt x="106" y="140"/>
                  </a:lnTo>
                  <a:lnTo>
                    <a:pt x="68" y="135"/>
                  </a:lnTo>
                  <a:lnTo>
                    <a:pt x="43" y="125"/>
                  </a:lnTo>
                  <a:lnTo>
                    <a:pt x="31" y="131"/>
                  </a:lnTo>
                  <a:lnTo>
                    <a:pt x="10" y="138"/>
                  </a:lnTo>
                  <a:lnTo>
                    <a:pt x="0" y="140"/>
                  </a:lnTo>
                  <a:lnTo>
                    <a:pt x="1" y="152"/>
                  </a:lnTo>
                  <a:lnTo>
                    <a:pt x="25" y="164"/>
                  </a:lnTo>
                  <a:lnTo>
                    <a:pt x="16" y="177"/>
                  </a:lnTo>
                  <a:lnTo>
                    <a:pt x="38" y="198"/>
                  </a:lnTo>
                  <a:lnTo>
                    <a:pt x="32" y="213"/>
                  </a:lnTo>
                  <a:lnTo>
                    <a:pt x="48" y="228"/>
                  </a:lnTo>
                  <a:lnTo>
                    <a:pt x="45" y="240"/>
                  </a:lnTo>
                  <a:lnTo>
                    <a:pt x="70" y="253"/>
                  </a:lnTo>
                  <a:lnTo>
                    <a:pt x="67" y="262"/>
                  </a:lnTo>
                  <a:lnTo>
                    <a:pt x="56" y="273"/>
                  </a:lnTo>
                  <a:lnTo>
                    <a:pt x="30" y="297"/>
                  </a:lnTo>
                  <a:lnTo>
                    <a:pt x="47" y="306"/>
                  </a:lnTo>
                  <a:lnTo>
                    <a:pt x="33" y="317"/>
                  </a:lnTo>
                  <a:lnTo>
                    <a:pt x="36" y="321"/>
                  </a:lnTo>
                  <a:lnTo>
                    <a:pt x="28" y="332"/>
                  </a:lnTo>
                  <a:lnTo>
                    <a:pt x="35" y="350"/>
                  </a:lnTo>
                  <a:lnTo>
                    <a:pt x="30" y="356"/>
                  </a:lnTo>
                  <a:lnTo>
                    <a:pt x="38" y="361"/>
                  </a:lnTo>
                  <a:lnTo>
                    <a:pt x="41" y="370"/>
                  </a:lnTo>
                  <a:lnTo>
                    <a:pt x="48" y="382"/>
                  </a:lnTo>
                  <a:lnTo>
                    <a:pt x="65" y="386"/>
                  </a:lnTo>
                  <a:lnTo>
                    <a:pt x="68" y="392"/>
                  </a:lnTo>
                  <a:lnTo>
                    <a:pt x="76" y="389"/>
                  </a:lnTo>
                  <a:lnTo>
                    <a:pt x="92" y="394"/>
                  </a:lnTo>
                  <a:lnTo>
                    <a:pt x="95" y="403"/>
                  </a:lnTo>
                  <a:lnTo>
                    <a:pt x="93" y="408"/>
                  </a:lnTo>
                  <a:lnTo>
                    <a:pt x="105" y="422"/>
                  </a:lnTo>
                  <a:lnTo>
                    <a:pt x="112" y="425"/>
                  </a:lnTo>
                  <a:lnTo>
                    <a:pt x="112" y="429"/>
                  </a:lnTo>
                  <a:lnTo>
                    <a:pt x="123" y="432"/>
                  </a:lnTo>
                  <a:lnTo>
                    <a:pt x="129" y="438"/>
                  </a:lnTo>
                  <a:lnTo>
                    <a:pt x="123" y="442"/>
                  </a:lnTo>
                  <a:lnTo>
                    <a:pt x="111" y="441"/>
                  </a:lnTo>
                  <a:lnTo>
                    <a:pt x="108" y="443"/>
                  </a:lnTo>
                  <a:lnTo>
                    <a:pt x="113" y="450"/>
                  </a:lnTo>
                  <a:lnTo>
                    <a:pt x="119" y="463"/>
                  </a:lnTo>
                  <a:lnTo>
                    <a:pt x="125" y="463"/>
                  </a:lnTo>
                  <a:lnTo>
                    <a:pt x="128" y="459"/>
                  </a:lnTo>
                  <a:lnTo>
                    <a:pt x="133" y="460"/>
                  </a:lnTo>
                  <a:lnTo>
                    <a:pt x="149" y="458"/>
                  </a:lnTo>
                  <a:lnTo>
                    <a:pt x="161" y="469"/>
                  </a:lnTo>
                  <a:lnTo>
                    <a:pt x="158" y="474"/>
                  </a:lnTo>
                  <a:lnTo>
                    <a:pt x="161" y="480"/>
                  </a:lnTo>
                  <a:lnTo>
                    <a:pt x="174" y="481"/>
                  </a:lnTo>
                  <a:lnTo>
                    <a:pt x="181" y="489"/>
                  </a:lnTo>
                  <a:lnTo>
                    <a:pt x="182" y="493"/>
                  </a:lnTo>
                  <a:lnTo>
                    <a:pt x="203" y="500"/>
                  </a:lnTo>
                  <a:lnTo>
                    <a:pt x="215" y="497"/>
                  </a:lnTo>
                  <a:lnTo>
                    <a:pt x="227" y="507"/>
                  </a:lnTo>
                  <a:lnTo>
                    <a:pt x="236" y="507"/>
                  </a:lnTo>
                  <a:lnTo>
                    <a:pt x="261" y="513"/>
                  </a:lnTo>
                  <a:lnTo>
                    <a:pt x="262" y="519"/>
                  </a:lnTo>
                  <a:lnTo>
                    <a:pt x="258" y="530"/>
                  </a:lnTo>
                  <a:lnTo>
                    <a:pt x="264" y="541"/>
                  </a:lnTo>
                  <a:lnTo>
                    <a:pt x="263" y="547"/>
                  </a:lnTo>
                  <a:lnTo>
                    <a:pt x="248" y="549"/>
                  </a:lnTo>
                  <a:lnTo>
                    <a:pt x="240" y="555"/>
                  </a:lnTo>
                  <a:lnTo>
                    <a:pt x="241" y="564"/>
                  </a:lnTo>
                  <a:lnTo>
                    <a:pt x="255" y="560"/>
                  </a:lnTo>
                  <a:lnTo>
                    <a:pt x="257" y="565"/>
                  </a:lnTo>
                  <a:lnTo>
                    <a:pt x="234" y="573"/>
                  </a:lnTo>
                  <a:lnTo>
                    <a:pt x="245" y="581"/>
                  </a:lnTo>
                  <a:lnTo>
                    <a:pt x="234" y="598"/>
                  </a:lnTo>
                  <a:lnTo>
                    <a:pt x="223" y="602"/>
                  </a:lnTo>
                  <a:lnTo>
                    <a:pt x="239" y="614"/>
                  </a:lnTo>
                  <a:lnTo>
                    <a:pt x="259" y="621"/>
                  </a:lnTo>
                  <a:lnTo>
                    <a:pt x="284" y="639"/>
                  </a:lnTo>
                  <a:lnTo>
                    <a:pt x="285" y="636"/>
                  </a:lnTo>
                  <a:lnTo>
                    <a:pt x="300" y="640"/>
                  </a:lnTo>
                  <a:lnTo>
                    <a:pt x="325" y="643"/>
                  </a:lnTo>
                  <a:lnTo>
                    <a:pt x="350" y="653"/>
                  </a:lnTo>
                  <a:lnTo>
                    <a:pt x="353" y="657"/>
                  </a:lnTo>
                  <a:lnTo>
                    <a:pt x="363" y="654"/>
                  </a:lnTo>
                  <a:lnTo>
                    <a:pt x="379" y="658"/>
                  </a:lnTo>
                  <a:lnTo>
                    <a:pt x="386" y="666"/>
                  </a:lnTo>
                  <a:lnTo>
                    <a:pt x="398" y="671"/>
                  </a:lnTo>
                  <a:lnTo>
                    <a:pt x="402" y="672"/>
                  </a:lnTo>
                  <a:lnTo>
                    <a:pt x="416" y="684"/>
                  </a:lnTo>
                  <a:lnTo>
                    <a:pt x="424" y="686"/>
                  </a:lnTo>
                  <a:lnTo>
                    <a:pt x="426" y="680"/>
                  </a:lnTo>
                  <a:lnTo>
                    <a:pt x="434" y="672"/>
                  </a:lnTo>
                  <a:lnTo>
                    <a:pt x="411" y="648"/>
                  </a:lnTo>
                  <a:lnTo>
                    <a:pt x="410" y="634"/>
                  </a:lnTo>
                  <a:lnTo>
                    <a:pt x="391" y="615"/>
                  </a:lnTo>
                  <a:lnTo>
                    <a:pt x="402" y="594"/>
                  </a:lnTo>
                  <a:lnTo>
                    <a:pt x="417" y="590"/>
                  </a:lnTo>
                  <a:lnTo>
                    <a:pt x="422" y="578"/>
                  </a:lnTo>
                  <a:lnTo>
                    <a:pt x="413" y="575"/>
                  </a:lnTo>
                  <a:lnTo>
                    <a:pt x="412" y="564"/>
                  </a:lnTo>
                  <a:lnTo>
                    <a:pt x="398" y="551"/>
                  </a:lnTo>
                  <a:lnTo>
                    <a:pt x="386" y="551"/>
                  </a:lnTo>
                  <a:lnTo>
                    <a:pt x="369" y="537"/>
                  </a:lnTo>
                  <a:lnTo>
                    <a:pt x="375" y="522"/>
                  </a:lnTo>
                  <a:lnTo>
                    <a:pt x="369" y="518"/>
                  </a:lnTo>
                  <a:lnTo>
                    <a:pt x="376" y="496"/>
                  </a:lnTo>
                  <a:lnTo>
                    <a:pt x="396" y="507"/>
                  </a:lnTo>
                  <a:lnTo>
                    <a:pt x="394" y="493"/>
                  </a:lnTo>
                  <a:lnTo>
                    <a:pt x="420" y="471"/>
                  </a:lnTo>
                  <a:lnTo>
                    <a:pt x="445" y="470"/>
                  </a:lnTo>
                  <a:lnTo>
                    <a:pt x="484" y="484"/>
                  </a:lnTo>
                  <a:lnTo>
                    <a:pt x="505" y="492"/>
                  </a:lnTo>
                  <a:lnTo>
                    <a:pt x="519" y="484"/>
                  </a:lnTo>
                  <a:lnTo>
                    <a:pt x="544" y="484"/>
                  </a:lnTo>
                  <a:lnTo>
                    <a:pt x="568" y="494"/>
                  </a:lnTo>
                  <a:lnTo>
                    <a:pt x="571" y="488"/>
                  </a:lnTo>
                  <a:lnTo>
                    <a:pt x="593" y="489"/>
                  </a:lnTo>
                  <a:lnTo>
                    <a:pt x="594" y="479"/>
                  </a:lnTo>
                  <a:lnTo>
                    <a:pt x="563" y="466"/>
                  </a:lnTo>
                  <a:lnTo>
                    <a:pt x="575" y="456"/>
                  </a:lnTo>
                  <a:lnTo>
                    <a:pt x="570" y="450"/>
                  </a:lnTo>
                  <a:lnTo>
                    <a:pt x="583" y="445"/>
                  </a:lnTo>
                  <a:lnTo>
                    <a:pt x="567" y="431"/>
                  </a:lnTo>
                  <a:lnTo>
                    <a:pt x="571" y="425"/>
                  </a:lnTo>
                  <a:lnTo>
                    <a:pt x="626" y="417"/>
                  </a:lnTo>
                  <a:lnTo>
                    <a:pt x="632" y="413"/>
                  </a:lnTo>
                  <a:lnTo>
                    <a:pt x="667" y="406"/>
                  </a:lnTo>
                  <a:lnTo>
                    <a:pt x="677" y="397"/>
                  </a:lnTo>
                  <a:lnTo>
                    <a:pt x="707" y="401"/>
                  </a:lnTo>
                  <a:lnTo>
                    <a:pt x="721" y="422"/>
                  </a:lnTo>
                  <a:lnTo>
                    <a:pt x="735" y="417"/>
                  </a:lnTo>
                  <a:lnTo>
                    <a:pt x="758" y="424"/>
                  </a:lnTo>
                  <a:lnTo>
                    <a:pt x="762" y="435"/>
                  </a:lnTo>
                  <a:lnTo>
                    <a:pt x="776" y="434"/>
                  </a:lnTo>
                  <a:lnTo>
                    <a:pt x="806" y="415"/>
                  </a:lnTo>
                  <a:lnTo>
                    <a:pt x="803" y="421"/>
                  </a:lnTo>
                  <a:lnTo>
                    <a:pt x="831" y="436"/>
                  </a:lnTo>
                  <a:lnTo>
                    <a:pt x="889" y="487"/>
                  </a:lnTo>
                  <a:lnTo>
                    <a:pt x="893" y="477"/>
                  </a:lnTo>
                  <a:lnTo>
                    <a:pt x="920" y="489"/>
                  </a:lnTo>
                  <a:lnTo>
                    <a:pt x="940" y="483"/>
                  </a:lnTo>
                  <a:lnTo>
                    <a:pt x="951" y="487"/>
                  </a:lnTo>
                  <a:lnTo>
                    <a:pt x="964" y="499"/>
                  </a:lnTo>
                  <a:lnTo>
                    <a:pt x="977" y="503"/>
                  </a:lnTo>
                  <a:lnTo>
                    <a:pt x="988" y="511"/>
                  </a:lnTo>
                  <a:lnTo>
                    <a:pt x="1007" y="509"/>
                  </a:lnTo>
                  <a:lnTo>
                    <a:pt x="1022" y="521"/>
                  </a:lnTo>
                  <a:lnTo>
                    <a:pt x="1027" y="519"/>
                  </a:lnTo>
                  <a:lnTo>
                    <a:pt x="1042" y="516"/>
                  </a:lnTo>
                  <a:lnTo>
                    <a:pt x="1064" y="498"/>
                  </a:lnTo>
                  <a:lnTo>
                    <a:pt x="1084" y="489"/>
                  </a:lnTo>
                  <a:lnTo>
                    <a:pt x="1101" y="495"/>
                  </a:lnTo>
                  <a:lnTo>
                    <a:pt x="1117" y="495"/>
                  </a:lnTo>
                  <a:lnTo>
                    <a:pt x="1133" y="505"/>
                  </a:lnTo>
                  <a:lnTo>
                    <a:pt x="1149" y="505"/>
                  </a:lnTo>
                  <a:lnTo>
                    <a:pt x="1175" y="510"/>
                  </a:lnTo>
                  <a:lnTo>
                    <a:pt x="1183" y="497"/>
                  </a:lnTo>
                  <a:lnTo>
                    <a:pt x="1170" y="485"/>
                  </a:lnTo>
                  <a:lnTo>
                    <a:pt x="1175" y="464"/>
                  </a:lnTo>
                  <a:lnTo>
                    <a:pt x="1197" y="472"/>
                  </a:lnTo>
                  <a:lnTo>
                    <a:pt x="1213" y="474"/>
                  </a:lnTo>
                  <a:lnTo>
                    <a:pt x="1234" y="479"/>
                  </a:lnTo>
                  <a:lnTo>
                    <a:pt x="1246" y="495"/>
                  </a:lnTo>
                  <a:lnTo>
                    <a:pt x="1273" y="503"/>
                  </a:lnTo>
                  <a:lnTo>
                    <a:pt x="1286" y="499"/>
                  </a:lnTo>
                  <a:lnTo>
                    <a:pt x="1305" y="497"/>
                  </a:lnTo>
                  <a:lnTo>
                    <a:pt x="1323" y="500"/>
                  </a:lnTo>
                  <a:lnTo>
                    <a:pt x="1344" y="509"/>
                  </a:lnTo>
                  <a:lnTo>
                    <a:pt x="1360" y="520"/>
                  </a:lnTo>
                  <a:lnTo>
                    <a:pt x="1374" y="519"/>
                  </a:lnTo>
                  <a:lnTo>
                    <a:pt x="1397" y="523"/>
                  </a:lnTo>
                  <a:lnTo>
                    <a:pt x="1408" y="518"/>
                  </a:lnTo>
                  <a:lnTo>
                    <a:pt x="1427" y="514"/>
                  </a:lnTo>
                  <a:lnTo>
                    <a:pt x="1442" y="500"/>
                  </a:lnTo>
                  <a:lnTo>
                    <a:pt x="1453" y="502"/>
                  </a:lnTo>
                  <a:lnTo>
                    <a:pt x="1465" y="509"/>
                  </a:lnTo>
                  <a:lnTo>
                    <a:pt x="1483" y="507"/>
                  </a:lnTo>
                  <a:lnTo>
                    <a:pt x="1508" y="515"/>
                  </a:lnTo>
                  <a:lnTo>
                    <a:pt x="1522" y="502"/>
                  </a:lnTo>
                  <a:lnTo>
                    <a:pt x="1516" y="493"/>
                  </a:lnTo>
                  <a:lnTo>
                    <a:pt x="1516" y="472"/>
                  </a:lnTo>
                  <a:lnTo>
                    <a:pt x="1520" y="465"/>
                  </a:lnTo>
                  <a:lnTo>
                    <a:pt x="1512" y="454"/>
                  </a:lnTo>
                  <a:lnTo>
                    <a:pt x="1500" y="450"/>
                  </a:lnTo>
                  <a:lnTo>
                    <a:pt x="1505" y="440"/>
                  </a:lnTo>
                  <a:lnTo>
                    <a:pt x="1522" y="436"/>
                  </a:lnTo>
                  <a:lnTo>
                    <a:pt x="1542" y="436"/>
                  </a:lnTo>
                  <a:lnTo>
                    <a:pt x="1570" y="441"/>
                  </a:lnTo>
                  <a:lnTo>
                    <a:pt x="1589" y="449"/>
                  </a:lnTo>
                  <a:lnTo>
                    <a:pt x="1614" y="469"/>
                  </a:lnTo>
                  <a:lnTo>
                    <a:pt x="1627" y="478"/>
                  </a:lnTo>
                  <a:lnTo>
                    <a:pt x="1641" y="490"/>
                  </a:lnTo>
                  <a:lnTo>
                    <a:pt x="1661" y="510"/>
                  </a:lnTo>
                  <a:lnTo>
                    <a:pt x="1693" y="516"/>
                  </a:lnTo>
                  <a:lnTo>
                    <a:pt x="1722" y="531"/>
                  </a:lnTo>
                  <a:lnTo>
                    <a:pt x="1742" y="550"/>
                  </a:lnTo>
                  <a:lnTo>
                    <a:pt x="1766" y="550"/>
                  </a:lnTo>
                  <a:lnTo>
                    <a:pt x="1775" y="542"/>
                  </a:lnTo>
                  <a:lnTo>
                    <a:pt x="1797" y="536"/>
                  </a:lnTo>
                  <a:lnTo>
                    <a:pt x="1802" y="554"/>
                  </a:lnTo>
                  <a:lnTo>
                    <a:pt x="1801" y="562"/>
                  </a:lnTo>
                  <a:lnTo>
                    <a:pt x="1810" y="584"/>
                  </a:lnTo>
                  <a:lnTo>
                    <a:pt x="1811" y="604"/>
                  </a:lnTo>
                  <a:lnTo>
                    <a:pt x="1789" y="600"/>
                  </a:lnTo>
                  <a:lnTo>
                    <a:pt x="1779" y="607"/>
                  </a:lnTo>
                  <a:lnTo>
                    <a:pt x="1794" y="625"/>
                  </a:lnTo>
                  <a:lnTo>
                    <a:pt x="1806" y="649"/>
                  </a:lnTo>
                  <a:lnTo>
                    <a:pt x="1798" y="650"/>
                  </a:lnTo>
                  <a:lnTo>
                    <a:pt x="1804" y="660"/>
                  </a:lnTo>
                  <a:lnTo>
                    <a:pt x="1808" y="664"/>
                  </a:lnTo>
                  <a:lnTo>
                    <a:pt x="1807" y="657"/>
                  </a:lnTo>
                  <a:lnTo>
                    <a:pt x="1821" y="642"/>
                  </a:lnTo>
                  <a:lnTo>
                    <a:pt x="1837" y="652"/>
                  </a:lnTo>
                  <a:lnTo>
                    <a:pt x="1848" y="651"/>
                  </a:lnTo>
                  <a:lnTo>
                    <a:pt x="1863" y="639"/>
                  </a:lnTo>
                  <a:lnTo>
                    <a:pt x="1866" y="627"/>
                  </a:lnTo>
                  <a:lnTo>
                    <a:pt x="1873" y="604"/>
                  </a:lnTo>
                  <a:lnTo>
                    <a:pt x="1880" y="580"/>
                  </a:lnTo>
                  <a:lnTo>
                    <a:pt x="1876" y="566"/>
                  </a:lnTo>
                  <a:lnTo>
                    <a:pt x="1879" y="536"/>
                  </a:lnTo>
                  <a:lnTo>
                    <a:pt x="1862" y="504"/>
                  </a:lnTo>
                  <a:lnTo>
                    <a:pt x="1844" y="480"/>
                  </a:lnTo>
                  <a:lnTo>
                    <a:pt x="1840" y="460"/>
                  </a:lnTo>
                  <a:lnTo>
                    <a:pt x="1825" y="443"/>
                  </a:lnTo>
                  <a:lnTo>
                    <a:pt x="1784" y="421"/>
                  </a:lnTo>
                  <a:lnTo>
                    <a:pt x="1766" y="420"/>
                  </a:lnTo>
                  <a:lnTo>
                    <a:pt x="1764" y="430"/>
                  </a:lnTo>
                  <a:lnTo>
                    <a:pt x="1746" y="425"/>
                  </a:lnTo>
                  <a:lnTo>
                    <a:pt x="1728" y="413"/>
                  </a:lnTo>
                  <a:lnTo>
                    <a:pt x="1701" y="410"/>
                  </a:lnTo>
                  <a:lnTo>
                    <a:pt x="1718" y="364"/>
                  </a:lnTo>
                  <a:lnTo>
                    <a:pt x="1729" y="326"/>
                  </a:lnTo>
                  <a:lnTo>
                    <a:pt x="1772" y="320"/>
                  </a:lnTo>
                  <a:lnTo>
                    <a:pt x="1821" y="323"/>
                  </a:lnTo>
                  <a:lnTo>
                    <a:pt x="1829" y="314"/>
                  </a:lnTo>
                  <a:lnTo>
                    <a:pt x="1855" y="317"/>
                  </a:lnTo>
                  <a:lnTo>
                    <a:pt x="1869" y="331"/>
                  </a:lnTo>
                  <a:lnTo>
                    <a:pt x="1890" y="329"/>
                  </a:lnTo>
                  <a:lnTo>
                    <a:pt x="1917" y="324"/>
                  </a:lnTo>
                  <a:lnTo>
                    <a:pt x="1892" y="312"/>
                  </a:lnTo>
                  <a:lnTo>
                    <a:pt x="1892" y="280"/>
                  </a:lnTo>
                  <a:lnTo>
                    <a:pt x="1921" y="273"/>
                  </a:lnTo>
                  <a:lnTo>
                    <a:pt x="1961" y="297"/>
                  </a:lnTo>
                  <a:lnTo>
                    <a:pt x="1972" y="275"/>
                  </a:lnTo>
                  <a:lnTo>
                    <a:pt x="1961" y="260"/>
                  </a:lnTo>
                  <a:lnTo>
                    <a:pt x="1977" y="258"/>
                  </a:lnTo>
                  <a:lnTo>
                    <a:pt x="1999" y="285"/>
                  </a:lnTo>
                  <a:lnTo>
                    <a:pt x="1992" y="301"/>
                  </a:lnTo>
                  <a:lnTo>
                    <a:pt x="1989" y="320"/>
                  </a:lnTo>
                  <a:lnTo>
                    <a:pt x="1990" y="345"/>
                  </a:lnTo>
                  <a:lnTo>
                    <a:pt x="1972" y="349"/>
                  </a:lnTo>
                  <a:lnTo>
                    <a:pt x="1981" y="358"/>
                  </a:lnTo>
                  <a:lnTo>
                    <a:pt x="1980" y="370"/>
                  </a:lnTo>
                  <a:lnTo>
                    <a:pt x="2001" y="397"/>
                  </a:lnTo>
                  <a:lnTo>
                    <a:pt x="2053" y="441"/>
                  </a:lnTo>
                  <a:lnTo>
                    <a:pt x="2086" y="471"/>
                  </a:lnTo>
                  <a:lnTo>
                    <a:pt x="2105" y="485"/>
                  </a:lnTo>
                  <a:lnTo>
                    <a:pt x="2110" y="466"/>
                  </a:lnTo>
                  <a:lnTo>
                    <a:pt x="2096" y="446"/>
                  </a:lnTo>
                  <a:lnTo>
                    <a:pt x="2115" y="441"/>
                  </a:lnTo>
                  <a:lnTo>
                    <a:pt x="2098" y="418"/>
                  </a:lnTo>
                  <a:lnTo>
                    <a:pt x="2114" y="408"/>
                  </a:lnTo>
                  <a:lnTo>
                    <a:pt x="2099" y="399"/>
                  </a:lnTo>
                  <a:lnTo>
                    <a:pt x="2088" y="383"/>
                  </a:lnTo>
                  <a:lnTo>
                    <a:pt x="2102" y="382"/>
                  </a:lnTo>
                  <a:lnTo>
                    <a:pt x="2072" y="354"/>
                  </a:lnTo>
                  <a:lnTo>
                    <a:pt x="2050" y="349"/>
                  </a:lnTo>
                  <a:lnTo>
                    <a:pt x="2041" y="341"/>
                  </a:lnTo>
                  <a:lnTo>
                    <a:pt x="2037" y="322"/>
                  </a:lnTo>
                  <a:lnTo>
                    <a:pt x="2027" y="310"/>
                  </a:lnTo>
                  <a:lnTo>
                    <a:pt x="2050" y="312"/>
                  </a:lnTo>
                  <a:lnTo>
                    <a:pt x="2054" y="304"/>
                  </a:lnTo>
                  <a:lnTo>
                    <a:pt x="2069" y="311"/>
                  </a:lnTo>
                  <a:lnTo>
                    <a:pt x="2089" y="296"/>
                  </a:lnTo>
                  <a:lnTo>
                    <a:pt x="2127" y="309"/>
                  </a:lnTo>
                  <a:lnTo>
                    <a:pt x="2121" y="301"/>
                  </a:lnTo>
                  <a:lnTo>
                    <a:pt x="2127" y="289"/>
                  </a:lnTo>
                  <a:lnTo>
                    <a:pt x="2132" y="275"/>
                  </a:lnTo>
                  <a:lnTo>
                    <a:pt x="2142" y="273"/>
                  </a:lnTo>
                  <a:lnTo>
                    <a:pt x="2162" y="259"/>
                  </a:lnTo>
                  <a:lnTo>
                    <a:pt x="2195" y="263"/>
                  </a:lnTo>
                  <a:lnTo>
                    <a:pt x="2192" y="258"/>
                  </a:lnTo>
                  <a:lnTo>
                    <a:pt x="2179" y="250"/>
                  </a:lnTo>
                  <a:lnTo>
                    <a:pt x="2165" y="245"/>
                  </a:lnTo>
                  <a:lnTo>
                    <a:pt x="2135" y="230"/>
                  </a:lnTo>
                  <a:lnTo>
                    <a:pt x="2107" y="220"/>
                  </a:lnTo>
                  <a:lnTo>
                    <a:pt x="2128" y="221"/>
                  </a:lnTo>
                  <a:lnTo>
                    <a:pt x="2134" y="213"/>
                  </a:lnTo>
                  <a:lnTo>
                    <a:pt x="2128" y="210"/>
                  </a:lnTo>
                  <a:lnTo>
                    <a:pt x="2117" y="188"/>
                  </a:lnTo>
                  <a:lnTo>
                    <a:pt x="2124" y="183"/>
                  </a:lnTo>
                  <a:lnTo>
                    <a:pt x="2127" y="194"/>
                  </a:lnTo>
                  <a:lnTo>
                    <a:pt x="2139" y="195"/>
                  </a:lnTo>
                  <a:lnTo>
                    <a:pt x="2136" y="183"/>
                  </a:lnTo>
                  <a:lnTo>
                    <a:pt x="2149" y="185"/>
                  </a:lnTo>
                  <a:lnTo>
                    <a:pt x="2158" y="186"/>
                  </a:lnTo>
                  <a:lnTo>
                    <a:pt x="2154" y="172"/>
                  </a:lnTo>
                  <a:lnTo>
                    <a:pt x="2163" y="168"/>
                  </a:lnTo>
                  <a:lnTo>
                    <a:pt x="2150" y="158"/>
                  </a:lnTo>
                  <a:lnTo>
                    <a:pt x="2155" y="143"/>
                  </a:lnTo>
                  <a:lnTo>
                    <a:pt x="2167" y="151"/>
                  </a:lnTo>
                  <a:lnTo>
                    <a:pt x="2166" y="129"/>
                  </a:lnTo>
                  <a:lnTo>
                    <a:pt x="2163" y="113"/>
                  </a:lnTo>
                  <a:lnTo>
                    <a:pt x="2134" y="115"/>
                  </a:lnTo>
                  <a:lnTo>
                    <a:pt x="2116" y="123"/>
                  </a:lnTo>
                  <a:lnTo>
                    <a:pt x="2102" y="129"/>
                  </a:lnTo>
                  <a:lnTo>
                    <a:pt x="2098" y="133"/>
                  </a:lnTo>
                  <a:lnTo>
                    <a:pt x="2081" y="119"/>
                  </a:lnTo>
                  <a:lnTo>
                    <a:pt x="2021" y="141"/>
                  </a:lnTo>
                  <a:lnTo>
                    <a:pt x="2020" y="142"/>
                  </a:lnTo>
                  <a:lnTo>
                    <a:pt x="2020" y="142"/>
                  </a:lnTo>
                  <a:lnTo>
                    <a:pt x="1988" y="134"/>
                  </a:lnTo>
                  <a:lnTo>
                    <a:pt x="1936" y="126"/>
                  </a:lnTo>
                  <a:lnTo>
                    <a:pt x="1911" y="126"/>
                  </a:lnTo>
                  <a:lnTo>
                    <a:pt x="1861" y="122"/>
                  </a:lnTo>
                  <a:lnTo>
                    <a:pt x="1867" y="130"/>
                  </a:lnTo>
                  <a:lnTo>
                    <a:pt x="1896" y="141"/>
                  </a:lnTo>
                  <a:lnTo>
                    <a:pt x="1888" y="146"/>
                  </a:lnTo>
                  <a:lnTo>
                    <a:pt x="1841" y="131"/>
                  </a:lnTo>
                  <a:lnTo>
                    <a:pt x="1818" y="132"/>
                  </a:lnTo>
                  <a:lnTo>
                    <a:pt x="1788" y="129"/>
                  </a:lnTo>
                  <a:lnTo>
                    <a:pt x="1765" y="130"/>
                  </a:lnTo>
                  <a:lnTo>
                    <a:pt x="1753" y="133"/>
                  </a:lnTo>
                  <a:lnTo>
                    <a:pt x="1729" y="128"/>
                  </a:lnTo>
                  <a:lnTo>
                    <a:pt x="1711" y="115"/>
                  </a:lnTo>
                  <a:lnTo>
                    <a:pt x="1690" y="109"/>
                  </a:lnTo>
                  <a:lnTo>
                    <a:pt x="1660" y="106"/>
                  </a:lnTo>
                  <a:lnTo>
                    <a:pt x="1612" y="109"/>
                  </a:lnTo>
                  <a:lnTo>
                    <a:pt x="1559" y="96"/>
                  </a:lnTo>
                  <a:lnTo>
                    <a:pt x="1533" y="86"/>
                  </a:lnTo>
                  <a:lnTo>
                    <a:pt x="1402" y="75"/>
                  </a:lnTo>
                  <a:lnTo>
                    <a:pt x="1395" y="82"/>
                  </a:lnTo>
                  <a:lnTo>
                    <a:pt x="1426" y="98"/>
                  </a:lnTo>
                  <a:lnTo>
                    <a:pt x="1402" y="96"/>
                  </a:lnTo>
                  <a:lnTo>
                    <a:pt x="1399" y="101"/>
                  </a:lnTo>
                  <a:lnTo>
                    <a:pt x="1367" y="95"/>
                  </a:lnTo>
                  <a:lnTo>
                    <a:pt x="1351" y="100"/>
                  </a:lnTo>
                  <a:lnTo>
                    <a:pt x="1320" y="92"/>
                  </a:lnTo>
                  <a:lnTo>
                    <a:pt x="1331" y="110"/>
                  </a:lnTo>
                  <a:lnTo>
                    <a:pt x="1301" y="103"/>
                  </a:lnTo>
                  <a:lnTo>
                    <a:pt x="1268" y="90"/>
                  </a:lnTo>
                  <a:lnTo>
                    <a:pt x="1267" y="83"/>
                  </a:lnTo>
                  <a:lnTo>
                    <a:pt x="1247" y="72"/>
                  </a:lnTo>
                  <a:lnTo>
                    <a:pt x="1215" y="64"/>
                  </a:lnTo>
                  <a:lnTo>
                    <a:pt x="1195" y="64"/>
                  </a:lnTo>
                  <a:lnTo>
                    <a:pt x="1165" y="61"/>
                  </a:lnTo>
                  <a:lnTo>
                    <a:pt x="1180" y="73"/>
                  </a:lnTo>
                  <a:lnTo>
                    <a:pt x="1124" y="71"/>
                  </a:lnTo>
                  <a:lnTo>
                    <a:pt x="1111" y="63"/>
                  </a:lnTo>
                  <a:lnTo>
                    <a:pt x="1068" y="61"/>
                  </a:lnTo>
                  <a:lnTo>
                    <a:pt x="1051" y="63"/>
                  </a:lnTo>
                  <a:lnTo>
                    <a:pt x="1051" y="68"/>
                  </a:lnTo>
                  <a:lnTo>
                    <a:pt x="1032" y="57"/>
                  </a:lnTo>
                  <a:lnTo>
                    <a:pt x="1024" y="60"/>
                  </a:lnTo>
                  <a:lnTo>
                    <a:pt x="1001" y="56"/>
                  </a:lnTo>
                  <a:lnTo>
                    <a:pt x="983" y="54"/>
                  </a:lnTo>
                  <a:lnTo>
                    <a:pt x="986" y="49"/>
                  </a:lnTo>
                  <a:lnTo>
                    <a:pt x="1008" y="40"/>
                  </a:lnTo>
                  <a:lnTo>
                    <a:pt x="1016" y="36"/>
                  </a:lnTo>
                  <a:lnTo>
                    <a:pt x="1009" y="28"/>
                  </a:lnTo>
                  <a:lnTo>
                    <a:pt x="992" y="22"/>
                  </a:lnTo>
                  <a:lnTo>
                    <a:pt x="955" y="15"/>
                  </a:lnTo>
                  <a:lnTo>
                    <a:pt x="920" y="14"/>
                  </a:lnTo>
                  <a:lnTo>
                    <a:pt x="913" y="18"/>
                  </a:lnTo>
                  <a:lnTo>
                    <a:pt x="901" y="11"/>
                  </a:lnTo>
                  <a:lnTo>
                    <a:pt x="901" y="11"/>
                  </a:lnTo>
                  <a:lnTo>
                    <a:pt x="871" y="8"/>
                  </a:lnTo>
                  <a:lnTo>
                    <a:pt x="883" y="5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 dirty="0"/>
            </a:p>
          </p:txBody>
        </p:sp>
        <p:sp>
          <p:nvSpPr>
            <p:cNvPr id="438" name="Freeform 222">
              <a:extLst>
                <a:ext uri="{FF2B5EF4-FFF2-40B4-BE49-F238E27FC236}">
                  <a16:creationId xmlns:a16="http://schemas.microsoft.com/office/drawing/2014/main" id="{D0CA1E8D-A180-9F5D-A505-DB9C16053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502" y="4854575"/>
              <a:ext cx="66675" cy="65088"/>
            </a:xfrm>
            <a:custGeom>
              <a:avLst/>
              <a:gdLst>
                <a:gd name="T0" fmla="*/ 36 w 42"/>
                <a:gd name="T1" fmla="*/ 6 h 41"/>
                <a:gd name="T2" fmla="*/ 29 w 42"/>
                <a:gd name="T3" fmla="*/ 0 h 41"/>
                <a:gd name="T4" fmla="*/ 20 w 42"/>
                <a:gd name="T5" fmla="*/ 4 h 41"/>
                <a:gd name="T6" fmla="*/ 10 w 42"/>
                <a:gd name="T7" fmla="*/ 12 h 41"/>
                <a:gd name="T8" fmla="*/ 0 w 42"/>
                <a:gd name="T9" fmla="*/ 25 h 41"/>
                <a:gd name="T10" fmla="*/ 12 w 42"/>
                <a:gd name="T11" fmla="*/ 41 h 41"/>
                <a:gd name="T12" fmla="*/ 18 w 42"/>
                <a:gd name="T13" fmla="*/ 39 h 41"/>
                <a:gd name="T14" fmla="*/ 22 w 42"/>
                <a:gd name="T15" fmla="*/ 32 h 41"/>
                <a:gd name="T16" fmla="*/ 32 w 42"/>
                <a:gd name="T17" fmla="*/ 29 h 41"/>
                <a:gd name="T18" fmla="*/ 36 w 42"/>
                <a:gd name="T19" fmla="*/ 22 h 41"/>
                <a:gd name="T20" fmla="*/ 42 w 42"/>
                <a:gd name="T21" fmla="*/ 12 h 41"/>
                <a:gd name="T22" fmla="*/ 36 w 42"/>
                <a:gd name="T23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41">
                  <a:moveTo>
                    <a:pt x="36" y="6"/>
                  </a:moveTo>
                  <a:lnTo>
                    <a:pt x="29" y="0"/>
                  </a:lnTo>
                  <a:lnTo>
                    <a:pt x="20" y="4"/>
                  </a:lnTo>
                  <a:lnTo>
                    <a:pt x="10" y="12"/>
                  </a:lnTo>
                  <a:lnTo>
                    <a:pt x="0" y="25"/>
                  </a:lnTo>
                  <a:lnTo>
                    <a:pt x="12" y="41"/>
                  </a:lnTo>
                  <a:lnTo>
                    <a:pt x="18" y="39"/>
                  </a:lnTo>
                  <a:lnTo>
                    <a:pt x="22" y="32"/>
                  </a:lnTo>
                  <a:lnTo>
                    <a:pt x="32" y="29"/>
                  </a:lnTo>
                  <a:lnTo>
                    <a:pt x="36" y="22"/>
                  </a:lnTo>
                  <a:lnTo>
                    <a:pt x="42" y="12"/>
                  </a:lnTo>
                  <a:lnTo>
                    <a:pt x="36" y="6"/>
                  </a:lnTo>
                  <a:close/>
                </a:path>
              </a:pathLst>
            </a:custGeom>
            <a:noFill/>
            <a:ln w="1" cap="flat">
              <a:solidFill>
                <a:srgbClr val="6C535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hu-HU"/>
            </a:p>
          </p:txBody>
        </p:sp>
      </p:grpSp>
      <p:pic>
        <p:nvPicPr>
          <p:cNvPr id="5" name="Picture 18" descr="A logo with blue dots and dots&#10;&#10;AI-generated content may be incorrect.">
            <a:extLst>
              <a:ext uri="{FF2B5EF4-FFF2-40B4-BE49-F238E27FC236}">
                <a16:creationId xmlns:a16="http://schemas.microsoft.com/office/drawing/2014/main" id="{3BFD6BF9-8653-C574-DD15-09430B5D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97" t="9884" r="10232" b="14016"/>
          <a:stretch/>
        </p:blipFill>
        <p:spPr>
          <a:xfrm>
            <a:off x="8323260" y="5600445"/>
            <a:ext cx="1809378" cy="104087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82FE321-92E4-3969-AF7E-B010026E1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841" y="5639493"/>
            <a:ext cx="1707728" cy="9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308312-DB9F-8237-97F1-F5FF48DF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37C9AA1-9633-A90D-EBC8-707B5AB3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Human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genomes</a:t>
            </a:r>
            <a:endParaRPr lang="de-DE" dirty="0"/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53D01659-3F6E-D248-9792-3C9FBC87A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8060108"/>
              </p:ext>
            </p:extLst>
          </p:nvPr>
        </p:nvGraphicFramePr>
        <p:xfrm>
          <a:off x="759252" y="787629"/>
          <a:ext cx="108746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327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86DE67A-DA2E-EF36-1368-079E3FED6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105" y="1863053"/>
            <a:ext cx="8400317" cy="4026888"/>
          </a:xfrm>
        </p:spPr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777777"/>
                </a:solidFill>
                <a:effectLst/>
                <a:latin typeface="+mn-lt"/>
              </a:rPr>
              <a:t>&gt; </a:t>
            </a:r>
            <a:r>
              <a:rPr lang="en-US" b="0" dirty="0">
                <a:solidFill>
                  <a:srgbClr val="7A3E9D"/>
                </a:solidFill>
                <a:effectLst/>
                <a:latin typeface="+mn-lt"/>
              </a:rPr>
              <a:t>For an assembly to be truly T2T, it must both cover the whole of each chromosome without gaps and be free from large-scale assembly errors. It is critical to rigorously assess the quality of the assembly before concluding it is T2T.</a:t>
            </a:r>
            <a:endParaRPr lang="en-US" b="0" dirty="0">
              <a:solidFill>
                <a:srgbClr val="333333"/>
              </a:solidFill>
              <a:effectLst/>
              <a:latin typeface="+mn-lt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333333"/>
                </a:solidFill>
                <a:effectLst/>
                <a:latin typeface="+mn-lt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+mn-lt"/>
              </a:rPr>
              <a:t>Li and  Durbin, 2024. “Genome Assembly in the Telomere-to-Telomere Era.” Nature Reviews Genetics</a:t>
            </a:r>
          </a:p>
          <a:p>
            <a:endParaRPr lang="de-DE" dirty="0">
              <a:latin typeface="+mn-l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138393-6642-525F-95B9-429DEF05C4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54548C4-F507-D05B-9C13-81760331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481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04026C-F5CD-A274-111D-EBFC3F3BD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>
              <a:latin typeface="+mn-lt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AD9D157-2632-A2AD-F070-53BDCDA6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+mn-lt"/>
              </a:rPr>
              <a:t>Lab</a:t>
            </a:r>
          </a:p>
        </p:txBody>
      </p:sp>
      <p:graphicFrame>
        <p:nvGraphicFramePr>
          <p:cNvPr id="8" name="Diagram 8">
            <a:extLst>
              <a:ext uri="{FF2B5EF4-FFF2-40B4-BE49-F238E27FC236}">
                <a16:creationId xmlns:a16="http://schemas.microsoft.com/office/drawing/2014/main" id="{4254DAB5-B003-69B7-BF28-F7C8C0F68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851626"/>
              </p:ext>
            </p:extLst>
          </p:nvPr>
        </p:nvGraphicFramePr>
        <p:xfrm>
          <a:off x="252413" y="1219200"/>
          <a:ext cx="11718925" cy="4957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400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CF1551C-4060-CCA7-308F-972EB593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0" y="4449479"/>
            <a:ext cx="5334000" cy="1665571"/>
          </a:xfrm>
        </p:spPr>
        <p:txBody>
          <a:bodyPr/>
          <a:lstStyle/>
          <a:p>
            <a:pPr algn="l">
              <a:buFontTx/>
              <a:buChar char="-"/>
            </a:pPr>
            <a:r>
              <a:rPr lang="en-US" dirty="0">
                <a:solidFill>
                  <a:srgbClr val="333333"/>
                </a:solidFill>
                <a:latin typeface="Segoe WPC"/>
              </a:rPr>
              <a:t>3 days protocol </a:t>
            </a:r>
          </a:p>
          <a:p>
            <a:pPr algn="l">
              <a:buFontTx/>
              <a:buChar char="-"/>
            </a:pPr>
            <a:r>
              <a:rPr lang="en-US" dirty="0">
                <a:solidFill>
                  <a:srgbClr val="333333"/>
                </a:solidFill>
                <a:latin typeface="Segoe WPC"/>
              </a:rPr>
              <a:t>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33333"/>
                </a:solidFill>
                <a:latin typeface="Segoe WPC"/>
              </a:rPr>
              <a:t>Can be generated from UHMW DNA</a:t>
            </a:r>
            <a:endParaRPr lang="en-US" b="0" i="0" dirty="0">
              <a:solidFill>
                <a:srgbClr val="333333"/>
              </a:solidFill>
              <a:effectLst/>
              <a:latin typeface="Segoe WPC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1601E2-92CA-5CF0-3DDA-7CDC97853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41669A6-F857-3F50-2FFC-D1D76897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Pore-C  </a:t>
            </a:r>
            <a:r>
              <a:rPr lang="de-DE" dirty="0" err="1"/>
              <a:t>sequencing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380ADC-ED44-605C-AC9E-D09A675A1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59" y="1218469"/>
            <a:ext cx="3392438" cy="442106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09D10AC-1395-4D8E-509C-81ED16A2495F}"/>
              </a:ext>
            </a:extLst>
          </p:cNvPr>
          <p:cNvSpPr txBox="1"/>
          <p:nvPr/>
        </p:nvSpPr>
        <p:spPr>
          <a:xfrm>
            <a:off x="606410" y="5639530"/>
            <a:ext cx="3318090" cy="346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latin typeface="Fira Code" pitchFamily="1" charset="0"/>
                <a:ea typeface="Fira Code" pitchFamily="1" charset="0"/>
                <a:cs typeface="Fira Code" pitchFamily="1" charset="0"/>
                <a:hlinkClick r:id="rId4"/>
              </a:rPr>
              <a:t>https://nanoporetech.com/sites/default/files/s3/literature/plant-pore-c-workflow.pdf</a:t>
            </a:r>
            <a:endParaRPr lang="de-DE" sz="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125D2CB-2057-CF8C-580A-4DED2E978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254" y="520189"/>
            <a:ext cx="2362293" cy="2082732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5F11DA5-D441-E5C2-12F7-AD73C0CA06B5}"/>
              </a:ext>
            </a:extLst>
          </p:cNvPr>
          <p:cNvGrpSpPr/>
          <p:nvPr/>
        </p:nvGrpSpPr>
        <p:grpSpPr>
          <a:xfrm>
            <a:off x="4751849" y="376236"/>
            <a:ext cx="4216414" cy="3630386"/>
            <a:chOff x="2856598" y="4539635"/>
            <a:chExt cx="2504575" cy="2156471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99B9CCBF-29B7-846B-0E79-8852B952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43363"/>
            <a:stretch/>
          </p:blipFill>
          <p:spPr>
            <a:xfrm>
              <a:off x="2856598" y="4539635"/>
              <a:ext cx="2101165" cy="2156471"/>
            </a:xfrm>
            <a:prstGeom prst="rect">
              <a:avLst/>
            </a:pr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45BFAA-B2B5-0E64-2BB0-994F5F8C3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731"/>
            <a:stretch/>
          </p:blipFill>
          <p:spPr>
            <a:xfrm>
              <a:off x="4831813" y="4539635"/>
              <a:ext cx="529360" cy="2156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915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BCA005F-8D1F-854A-8F2A-5B0DF3EBA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219200"/>
            <a:ext cx="2872200" cy="495776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D3C547-9484-2C75-68A9-0369B5716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13137FC-842E-7DDD-E4E1-FF06888C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UL </a:t>
            </a:r>
            <a:r>
              <a:rPr lang="de-DE" dirty="0" err="1"/>
              <a:t>sequencing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846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6258D9-752D-A857-0572-E74CC0C38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Custom </a:t>
            </a:r>
            <a:r>
              <a:rPr lang="de-DE" dirty="0" err="1"/>
              <a:t>protocol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54D60A-9FDC-1000-E495-E07F607174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EBCBD6E-CC9A-DE76-6483-2029764F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APK </a:t>
            </a:r>
            <a:r>
              <a:rPr lang="de-DE" dirty="0" err="1"/>
              <a:t>sequencing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439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FEAA7C6-2396-FDCF-849E-163E5C4E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219200"/>
            <a:ext cx="2462625" cy="4957764"/>
          </a:xfrm>
        </p:spPr>
        <p:txBody>
          <a:bodyPr/>
          <a:lstStyle/>
          <a:p>
            <a:pPr>
              <a:buFontTx/>
              <a:buChar char="-"/>
            </a:pPr>
            <a:r>
              <a:rPr lang="de-DE" dirty="0" err="1"/>
              <a:t>Basecalling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SUP </a:t>
            </a:r>
            <a:r>
              <a:rPr lang="de-DE" dirty="0" err="1"/>
              <a:t>model</a:t>
            </a:r>
            <a:r>
              <a:rPr lang="de-DE" dirty="0"/>
              <a:t> on GPU </a:t>
            </a:r>
            <a:r>
              <a:rPr lang="de-DE" dirty="0" err="1"/>
              <a:t>nodes</a:t>
            </a:r>
            <a:endParaRPr lang="de-DE" dirty="0"/>
          </a:p>
          <a:p>
            <a:pPr>
              <a:buFontTx/>
              <a:buChar char="-"/>
            </a:pP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2372A6-5D4D-5BC2-A55F-806A4ACF1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5B519E8-935B-FFD0-9225-0DA3E23E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Pipeline </a:t>
            </a:r>
            <a:r>
              <a:rPr lang="de-DE" dirty="0" err="1"/>
              <a:t>overview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281F89-3B85-BD5D-5E77-15502C881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1304925"/>
            <a:ext cx="8563368" cy="379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9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54FA063-AF5D-F91D-A982-C53E867D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959" y="3125276"/>
            <a:ext cx="3473562" cy="3286125"/>
          </a:xfrm>
        </p:spPr>
        <p:txBody>
          <a:bodyPr/>
          <a:lstStyle/>
          <a:p>
            <a:pPr lvl="1"/>
            <a:r>
              <a:rPr lang="de-DE" dirty="0"/>
              <a:t>HQ: </a:t>
            </a:r>
          </a:p>
          <a:p>
            <a:pPr lvl="2"/>
            <a:r>
              <a:rPr lang="de-DE" dirty="0"/>
              <a:t>Max 50x </a:t>
            </a:r>
            <a:r>
              <a:rPr lang="de-DE" dirty="0" err="1"/>
              <a:t>coverage</a:t>
            </a:r>
            <a:endParaRPr lang="de-DE" dirty="0"/>
          </a:p>
          <a:p>
            <a:pPr lvl="2"/>
            <a:r>
              <a:rPr lang="de-DE" dirty="0"/>
              <a:t>&gt;Q9</a:t>
            </a:r>
          </a:p>
          <a:p>
            <a:pPr lvl="2"/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priority</a:t>
            </a:r>
            <a:endParaRPr lang="de-DE" dirty="0"/>
          </a:p>
          <a:p>
            <a:pPr lvl="1"/>
            <a:r>
              <a:rPr lang="de-DE" dirty="0"/>
              <a:t>UL:</a:t>
            </a:r>
          </a:p>
          <a:p>
            <a:pPr lvl="2"/>
            <a:r>
              <a:rPr lang="de-DE" dirty="0"/>
              <a:t> Max 70x </a:t>
            </a:r>
            <a:r>
              <a:rPr lang="de-DE" dirty="0" err="1"/>
              <a:t>coverage</a:t>
            </a:r>
            <a:endParaRPr lang="de-DE" dirty="0"/>
          </a:p>
          <a:p>
            <a:pPr lvl="2"/>
            <a:r>
              <a:rPr lang="de-DE" dirty="0"/>
              <a:t>&gt; Q9</a:t>
            </a:r>
          </a:p>
          <a:p>
            <a:pPr lvl="2"/>
            <a:r>
              <a:rPr lang="de-DE" dirty="0"/>
              <a:t>&gt;80kb </a:t>
            </a:r>
            <a:r>
              <a:rPr lang="de-DE" dirty="0" err="1"/>
              <a:t>Length</a:t>
            </a:r>
            <a:endParaRPr lang="de-DE" dirty="0"/>
          </a:p>
          <a:p>
            <a:pPr lvl="2"/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0F5F82-0F21-1AA3-0627-FE889FBFF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49CEE5-E7D0-1FB7-4B65-74D74912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Basecalling</a:t>
            </a:r>
            <a:r>
              <a:rPr lang="de-DE" dirty="0"/>
              <a:t>, Error </a:t>
            </a:r>
            <a:r>
              <a:rPr lang="de-DE" dirty="0" err="1"/>
              <a:t>correction</a:t>
            </a:r>
            <a:r>
              <a:rPr lang="de-DE" dirty="0"/>
              <a:t>, </a:t>
            </a:r>
            <a:r>
              <a:rPr lang="de-DE" dirty="0" err="1"/>
              <a:t>Filtering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0BF9409-4591-F1EC-1E69-FE04708CA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562"/>
          <a:stretch/>
        </p:blipFill>
        <p:spPr>
          <a:xfrm>
            <a:off x="8004884" y="4846295"/>
            <a:ext cx="3891646" cy="174429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EA774AC-361A-2A9C-4277-93F7371BB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64"/>
          <a:stretch/>
        </p:blipFill>
        <p:spPr>
          <a:xfrm>
            <a:off x="8004884" y="3138419"/>
            <a:ext cx="3862157" cy="174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42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985BFF1-7B49-7165-C2A4-8B637CC0E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50" y="3086100"/>
            <a:ext cx="10444575" cy="1338264"/>
          </a:xfrm>
        </p:spPr>
        <p:txBody>
          <a:bodyPr/>
          <a:lstStyle/>
          <a:p>
            <a:r>
              <a:rPr lang="de-DE" dirty="0"/>
              <a:t>2 UHMW  Library </a:t>
            </a:r>
            <a:r>
              <a:rPr lang="de-DE" dirty="0" err="1"/>
              <a:t>Preps</a:t>
            </a:r>
            <a:r>
              <a:rPr lang="de-DE" dirty="0"/>
              <a:t> -&gt; </a:t>
            </a:r>
            <a:r>
              <a:rPr lang="de-DE" dirty="0" err="1"/>
              <a:t>Enough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14 </a:t>
            </a:r>
            <a:r>
              <a:rPr lang="de-DE" dirty="0" err="1"/>
              <a:t>Flowcell</a:t>
            </a:r>
            <a:r>
              <a:rPr lang="de-DE" dirty="0"/>
              <a:t> </a:t>
            </a:r>
            <a:r>
              <a:rPr lang="de-DE" dirty="0" err="1"/>
              <a:t>loadings</a:t>
            </a:r>
            <a:endParaRPr lang="de-DE" dirty="0"/>
          </a:p>
          <a:p>
            <a:r>
              <a:rPr lang="de-DE" dirty="0"/>
              <a:t>3 UL </a:t>
            </a:r>
            <a:r>
              <a:rPr lang="de-DE" dirty="0" err="1"/>
              <a:t>Flowcells</a:t>
            </a:r>
            <a:endParaRPr lang="de-DE" dirty="0"/>
          </a:p>
          <a:p>
            <a:r>
              <a:rPr lang="de-DE" dirty="0"/>
              <a:t>Duplex </a:t>
            </a:r>
            <a:r>
              <a:rPr lang="de-DE" dirty="0" err="1"/>
              <a:t>reads</a:t>
            </a:r>
            <a:r>
              <a:rPr lang="de-DE" dirty="0"/>
              <a:t> do not </a:t>
            </a:r>
            <a:r>
              <a:rPr lang="de-DE" dirty="0" err="1"/>
              <a:t>help</a:t>
            </a:r>
            <a:endParaRPr lang="de-DE" dirty="0"/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41DE60-B8F3-2E6F-A83A-8F92F71D6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9279E1-058E-EA85-43D4-A1716B17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optimizations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EE209D-5EFD-84E2-5C88-6261A65C2F83}"/>
              </a:ext>
            </a:extLst>
          </p:cNvPr>
          <p:cNvSpPr txBox="1"/>
          <p:nvPr/>
        </p:nvSpPr>
        <p:spPr>
          <a:xfrm>
            <a:off x="943066" y="1735693"/>
            <a:ext cx="258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#TODO Figure</a:t>
            </a:r>
          </a:p>
        </p:txBody>
      </p:sp>
    </p:spTree>
    <p:extLst>
      <p:ext uri="{BB962C8B-B14F-4D97-AF65-F5344CB8AC3E}">
        <p14:creationId xmlns:p14="http://schemas.microsoft.com/office/powerpoint/2010/main" val="2838517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6860533-A80C-7D3E-162F-2FC5A61C3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983C07-78E3-AD2A-8C47-A1264E0306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2D1472C-39C9-E14B-623E-F42D6F5D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Runtimes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2178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31">
            <a:extLst>
              <a:ext uri="{FF2B5EF4-FFF2-40B4-BE49-F238E27FC236}">
                <a16:creationId xmlns:a16="http://schemas.microsoft.com/office/drawing/2014/main" id="{38D9F685-C3D8-67E4-2C83-27D38071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3257625" cy="4957764"/>
          </a:xfrm>
        </p:spPr>
        <p:txBody>
          <a:bodyPr/>
          <a:lstStyle/>
          <a:p>
            <a:r>
              <a:rPr lang="de-DE" dirty="0"/>
              <a:t>Primary </a:t>
            </a:r>
            <a:r>
              <a:rPr lang="de-DE" dirty="0" err="1"/>
              <a:t>assembly</a:t>
            </a:r>
            <a:r>
              <a:rPr lang="de-DE" dirty="0"/>
              <a:t>, </a:t>
            </a:r>
            <a:r>
              <a:rPr lang="de-DE" dirty="0" err="1"/>
              <a:t>unphased</a:t>
            </a:r>
            <a:r>
              <a:rPr lang="de-DE" dirty="0"/>
              <a:t>, not </a:t>
            </a:r>
            <a:r>
              <a:rPr lang="de-DE" dirty="0" err="1"/>
              <a:t>scaffolded</a:t>
            </a:r>
            <a:endParaRPr lang="de-DE" dirty="0"/>
          </a:p>
          <a:p>
            <a:r>
              <a:rPr lang="de-DE" dirty="0" err="1"/>
              <a:t>Acrocentric</a:t>
            </a:r>
            <a:r>
              <a:rPr lang="de-DE" dirty="0"/>
              <a:t> </a:t>
            </a:r>
            <a:r>
              <a:rPr lang="de-DE" dirty="0" err="1"/>
              <a:t>chromosomes</a:t>
            </a:r>
            <a:r>
              <a:rPr lang="de-DE" dirty="0"/>
              <a:t> </a:t>
            </a:r>
            <a:r>
              <a:rPr lang="de-DE" dirty="0" err="1"/>
              <a:t>cluster</a:t>
            </a:r>
            <a:r>
              <a:rPr lang="de-DE" dirty="0"/>
              <a:t> at repetitive </a:t>
            </a:r>
            <a:r>
              <a:rPr lang="de-DE" dirty="0" err="1"/>
              <a:t>sequences</a:t>
            </a:r>
            <a:endParaRPr lang="de-DE" dirty="0"/>
          </a:p>
          <a:p>
            <a:r>
              <a:rPr lang="de-DE" dirty="0"/>
              <a:t>Sex </a:t>
            </a:r>
            <a:r>
              <a:rPr lang="de-DE" dirty="0" err="1"/>
              <a:t>chromosomes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stranded</a:t>
            </a:r>
            <a:r>
              <a:rPr lang="de-DE" dirty="0"/>
              <a:t> (haploid)</a:t>
            </a:r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78FDF025-679F-D8FB-4F6F-B017CE695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88EE6C-8B3C-BCC8-2871-1513C9ED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+mn-lt"/>
              </a:rPr>
              <a:t>Assembly </a:t>
            </a:r>
            <a:r>
              <a:rPr lang="de-DE" dirty="0" err="1">
                <a:latin typeface="+mn-lt"/>
              </a:rPr>
              <a:t>graph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visualisation</a:t>
            </a:r>
            <a:endParaRPr lang="de-DE" dirty="0">
              <a:latin typeface="+mn-lt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97DE848-D9D1-143C-3EEC-7BA5B4486001}"/>
              </a:ext>
            </a:extLst>
          </p:cNvPr>
          <p:cNvGrpSpPr/>
          <p:nvPr/>
        </p:nvGrpSpPr>
        <p:grpSpPr>
          <a:xfrm>
            <a:off x="3390900" y="939800"/>
            <a:ext cx="8743280" cy="5719033"/>
            <a:chOff x="828186" y="0"/>
            <a:chExt cx="10535628" cy="6858000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E30DDAE8-7F91-6E08-06FC-47E768CAC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186" y="0"/>
              <a:ext cx="10535628" cy="6858000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27D42267-A8CC-29E0-B6CC-CB40515C9D72}"/>
                </a:ext>
              </a:extLst>
            </p:cNvPr>
            <p:cNvSpPr txBox="1"/>
            <p:nvPr/>
          </p:nvSpPr>
          <p:spPr>
            <a:xfrm>
              <a:off x="3105150" y="590550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chr22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E156D57-D591-0DA9-1683-7DF9870187E4}"/>
                </a:ext>
              </a:extLst>
            </p:cNvPr>
            <p:cNvSpPr txBox="1"/>
            <p:nvPr/>
          </p:nvSpPr>
          <p:spPr>
            <a:xfrm>
              <a:off x="3780082" y="1181100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chr15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A842EBD-36D5-9FCD-4824-1B375CA74265}"/>
                </a:ext>
              </a:extLst>
            </p:cNvPr>
            <p:cNvSpPr txBox="1"/>
            <p:nvPr/>
          </p:nvSpPr>
          <p:spPr>
            <a:xfrm>
              <a:off x="3823616" y="2078316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chr14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6D2B885-3E75-6769-F02A-98AB1A2D91F7}"/>
                </a:ext>
              </a:extLst>
            </p:cNvPr>
            <p:cNvSpPr txBox="1"/>
            <p:nvPr/>
          </p:nvSpPr>
          <p:spPr>
            <a:xfrm>
              <a:off x="1807033" y="868602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chr13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4655A886-191F-BC67-1870-0471BE5C03EF}"/>
                </a:ext>
              </a:extLst>
            </p:cNvPr>
            <p:cNvSpPr txBox="1"/>
            <p:nvPr/>
          </p:nvSpPr>
          <p:spPr>
            <a:xfrm>
              <a:off x="5517249" y="1181100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D3313DC-D8CC-B48C-63C7-F865D90AC16B}"/>
                </a:ext>
              </a:extLst>
            </p:cNvPr>
            <p:cNvSpPr txBox="1"/>
            <p:nvPr/>
          </p:nvSpPr>
          <p:spPr>
            <a:xfrm>
              <a:off x="6706958" y="2131497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chr4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5AC57166-D292-68AF-10BF-2898BCEC831C}"/>
                </a:ext>
              </a:extLst>
            </p:cNvPr>
            <p:cNvSpPr txBox="1"/>
            <p:nvPr/>
          </p:nvSpPr>
          <p:spPr>
            <a:xfrm>
              <a:off x="8004219" y="2303463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chr6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229697C-7DFD-0239-06F2-9E64BEB55E77}"/>
                </a:ext>
              </a:extLst>
            </p:cNvPr>
            <p:cNvSpPr txBox="1"/>
            <p:nvPr/>
          </p:nvSpPr>
          <p:spPr>
            <a:xfrm>
              <a:off x="9385344" y="1765856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2FA70C6-290A-BE1C-DE41-6211C78341A1}"/>
                </a:ext>
              </a:extLst>
            </p:cNvPr>
            <p:cNvSpPr txBox="1"/>
            <p:nvPr/>
          </p:nvSpPr>
          <p:spPr>
            <a:xfrm>
              <a:off x="2116426" y="3727491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chr12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C5103A1C-334F-66A4-BBF1-04E833C272AB}"/>
                </a:ext>
              </a:extLst>
            </p:cNvPr>
            <p:cNvSpPr txBox="1"/>
            <p:nvPr/>
          </p:nvSpPr>
          <p:spPr>
            <a:xfrm>
              <a:off x="3992851" y="3472895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chr3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6FC218F-0D0E-A51C-B16F-DD5279BDAA6D}"/>
                </a:ext>
              </a:extLst>
            </p:cNvPr>
            <p:cNvSpPr txBox="1"/>
            <p:nvPr/>
          </p:nvSpPr>
          <p:spPr>
            <a:xfrm>
              <a:off x="6390432" y="3940731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F6997BC8-5186-5F97-B524-078CC7BF6C5D}"/>
                </a:ext>
              </a:extLst>
            </p:cNvPr>
            <p:cNvSpPr txBox="1"/>
            <p:nvPr/>
          </p:nvSpPr>
          <p:spPr>
            <a:xfrm>
              <a:off x="9300121" y="3912157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chrY</a:t>
              </a:r>
              <a:endParaRPr lang="de-DE" dirty="0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4EDFBA3F-7E71-62B1-753C-2F290FD1EDF7}"/>
                </a:ext>
              </a:extLst>
            </p:cNvPr>
            <p:cNvSpPr txBox="1"/>
            <p:nvPr/>
          </p:nvSpPr>
          <p:spPr>
            <a:xfrm>
              <a:off x="2806831" y="5013921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chr7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B22E0A5-BA2C-E3D7-9498-F1DE6EFACC5E}"/>
                </a:ext>
              </a:extLst>
            </p:cNvPr>
            <p:cNvSpPr txBox="1"/>
            <p:nvPr/>
          </p:nvSpPr>
          <p:spPr>
            <a:xfrm>
              <a:off x="4842421" y="453128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chr5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92AD850A-1F48-72AE-9571-68010E633B94}"/>
                </a:ext>
              </a:extLst>
            </p:cNvPr>
            <p:cNvSpPr txBox="1"/>
            <p:nvPr/>
          </p:nvSpPr>
          <p:spPr>
            <a:xfrm>
              <a:off x="6096000" y="4655187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chr9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3242F9D-739F-E218-2DD6-236E41C2FC81}"/>
                </a:ext>
              </a:extLst>
            </p:cNvPr>
            <p:cNvSpPr txBox="1"/>
            <p:nvPr/>
          </p:nvSpPr>
          <p:spPr>
            <a:xfrm>
              <a:off x="8043823" y="4717101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chr17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45375C95-2264-4548-ED27-BE8AB6286F6A}"/>
                </a:ext>
              </a:extLst>
            </p:cNvPr>
            <p:cNvSpPr txBox="1"/>
            <p:nvPr/>
          </p:nvSpPr>
          <p:spPr>
            <a:xfrm>
              <a:off x="2014498" y="5566628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chr10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513A09C4-CDBA-5828-4654-A91922495906}"/>
                </a:ext>
              </a:extLst>
            </p:cNvPr>
            <p:cNvSpPr txBox="1"/>
            <p:nvPr/>
          </p:nvSpPr>
          <p:spPr>
            <a:xfrm>
              <a:off x="4123955" y="564519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chr8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CA82FC49-5C6D-21A3-1041-CAD59605979B}"/>
                </a:ext>
              </a:extLst>
            </p:cNvPr>
            <p:cNvSpPr txBox="1"/>
            <p:nvPr/>
          </p:nvSpPr>
          <p:spPr>
            <a:xfrm>
              <a:off x="6748667" y="560657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chrX</a:t>
              </a:r>
              <a:endParaRPr lang="de-DE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B4C0F325-2DCA-6CA9-D875-9BA64838BCA1}"/>
                </a:ext>
              </a:extLst>
            </p:cNvPr>
            <p:cNvSpPr txBox="1"/>
            <p:nvPr/>
          </p:nvSpPr>
          <p:spPr>
            <a:xfrm>
              <a:off x="8374501" y="5503902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chr19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68F3902-1E7D-FDC7-9D50-D982BC437D20}"/>
                </a:ext>
              </a:extLst>
            </p:cNvPr>
            <p:cNvSpPr txBox="1"/>
            <p:nvPr/>
          </p:nvSpPr>
          <p:spPr>
            <a:xfrm>
              <a:off x="9436578" y="5481719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chr20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DCADB1FE-4FDC-3C0C-F4E7-B060D5B92025}"/>
                </a:ext>
              </a:extLst>
            </p:cNvPr>
            <p:cNvSpPr txBox="1"/>
            <p:nvPr/>
          </p:nvSpPr>
          <p:spPr>
            <a:xfrm>
              <a:off x="2386684" y="6356214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chr16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0109385-7C41-3048-0C9B-BC19B0B1F40D}"/>
                </a:ext>
              </a:extLst>
            </p:cNvPr>
            <p:cNvSpPr txBox="1"/>
            <p:nvPr/>
          </p:nvSpPr>
          <p:spPr>
            <a:xfrm>
              <a:off x="4065445" y="6381994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chr18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78D14AE3-D91C-E1D4-6003-17A41FF22BF5}"/>
                </a:ext>
              </a:extLst>
            </p:cNvPr>
            <p:cNvSpPr txBox="1"/>
            <p:nvPr/>
          </p:nvSpPr>
          <p:spPr>
            <a:xfrm>
              <a:off x="8994148" y="97240"/>
              <a:ext cx="1611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GE-MED-T2T00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BA11EAE4-0FB4-8B4C-5492-4853FDE4D8F5}"/>
                </a:ext>
              </a:extLst>
            </p:cNvPr>
            <p:cNvSpPr txBox="1"/>
            <p:nvPr/>
          </p:nvSpPr>
          <p:spPr>
            <a:xfrm>
              <a:off x="2591172" y="2589491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chr21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11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31">
            <a:extLst>
              <a:ext uri="{FF2B5EF4-FFF2-40B4-BE49-F238E27FC236}">
                <a16:creationId xmlns:a16="http://schemas.microsoft.com/office/drawing/2014/main" id="{38D9F685-C3D8-67E4-2C83-27D38071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219200"/>
            <a:ext cx="3257625" cy="4957764"/>
          </a:xfrm>
        </p:spPr>
        <p:txBody>
          <a:bodyPr/>
          <a:lstStyle/>
          <a:p>
            <a:r>
              <a:rPr lang="de-DE" dirty="0" err="1"/>
              <a:t>Phasing</a:t>
            </a:r>
            <a:r>
              <a:rPr lang="de-DE" dirty="0"/>
              <a:t> </a:t>
            </a:r>
            <a:r>
              <a:rPr lang="de-DE" dirty="0" err="1"/>
              <a:t>selects</a:t>
            </a:r>
            <a:r>
              <a:rPr lang="de-DE" dirty="0"/>
              <a:t> separate 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haplotype</a:t>
            </a:r>
            <a:endParaRPr lang="de-DE" dirty="0"/>
          </a:p>
          <a:p>
            <a:r>
              <a:rPr lang="de-DE" dirty="0" err="1"/>
              <a:t>Using</a:t>
            </a:r>
            <a:r>
              <a:rPr lang="de-DE" dirty="0"/>
              <a:t> Pore-C </a:t>
            </a:r>
            <a:r>
              <a:rPr lang="de-DE" dirty="0" err="1"/>
              <a:t>or</a:t>
            </a:r>
            <a:r>
              <a:rPr lang="de-DE" dirty="0"/>
              <a:t> Trio </a:t>
            </a:r>
            <a:r>
              <a:rPr lang="de-DE" dirty="0" err="1"/>
              <a:t>information</a:t>
            </a:r>
            <a:r>
              <a:rPr lang="de-DE" dirty="0"/>
              <a:t>. </a:t>
            </a:r>
          </a:p>
          <a:p>
            <a:endParaRPr lang="de-DE" dirty="0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78FDF025-679F-D8FB-4F6F-B017CE695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88EE6C-8B3C-BCC8-2871-1513C9ED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+mn-lt"/>
              </a:rPr>
              <a:t>Assembly </a:t>
            </a:r>
            <a:r>
              <a:rPr lang="de-DE" dirty="0" err="1">
                <a:latin typeface="+mn-lt"/>
              </a:rPr>
              <a:t>graph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visualisation</a:t>
            </a:r>
            <a:endParaRPr lang="de-DE" dirty="0">
              <a:latin typeface="+mn-lt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D9A4D54-4575-9170-968C-239C52C08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635" y="778877"/>
            <a:ext cx="6014420" cy="5492561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67E98DBD-D41F-5A49-E631-F2FD435C2867}"/>
              </a:ext>
            </a:extLst>
          </p:cNvPr>
          <p:cNvSpPr txBox="1"/>
          <p:nvPr/>
        </p:nvSpPr>
        <p:spPr>
          <a:xfrm>
            <a:off x="8545845" y="572869"/>
            <a:ext cx="1849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Haplotype1: </a:t>
            </a:r>
            <a:r>
              <a:rPr lang="de-DE" dirty="0" err="1"/>
              <a:t>Red</a:t>
            </a:r>
            <a:br>
              <a:rPr lang="de-DE" dirty="0"/>
            </a:br>
            <a:r>
              <a:rPr lang="de-DE" dirty="0"/>
              <a:t>Haplotype2: Blue</a:t>
            </a:r>
          </a:p>
        </p:txBody>
      </p:sp>
    </p:spTree>
    <p:extLst>
      <p:ext uri="{BB962C8B-B14F-4D97-AF65-F5344CB8AC3E}">
        <p14:creationId xmlns:p14="http://schemas.microsoft.com/office/powerpoint/2010/main" val="1888080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0EBDB98-1428-CBDE-7B5F-C69C2E009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219200"/>
            <a:ext cx="3824700" cy="495776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F97181-7040-8560-2CFA-091626B58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C8EB41F-DC94-B120-677C-115E4418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Assembly QC</a:t>
            </a:r>
          </a:p>
        </p:txBody>
      </p:sp>
      <p:graphicFrame>
        <p:nvGraphicFramePr>
          <p:cNvPr id="5" name="Inhaltsplatzhalter 6">
            <a:extLst>
              <a:ext uri="{FF2B5EF4-FFF2-40B4-BE49-F238E27FC236}">
                <a16:creationId xmlns:a16="http://schemas.microsoft.com/office/drawing/2014/main" id="{BD608562-697B-E0DC-712A-2F256184A7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5502101"/>
              </p:ext>
            </p:extLst>
          </p:nvPr>
        </p:nvGraphicFramePr>
        <p:xfrm>
          <a:off x="6238875" y="522514"/>
          <a:ext cx="5181598" cy="3286125"/>
        </p:xfrm>
        <a:graphic>
          <a:graphicData uri="http://schemas.openxmlformats.org/drawingml/2006/table">
            <a:tbl>
              <a:tblPr/>
              <a:tblGrid>
                <a:gridCol w="2628484">
                  <a:extLst>
                    <a:ext uri="{9D8B030D-6E8A-4147-A177-3AD203B41FA5}">
                      <a16:colId xmlns:a16="http://schemas.microsoft.com/office/drawing/2014/main" val="1253272596"/>
                    </a:ext>
                  </a:extLst>
                </a:gridCol>
                <a:gridCol w="1356636">
                  <a:extLst>
                    <a:ext uri="{9D8B030D-6E8A-4147-A177-3AD203B41FA5}">
                      <a16:colId xmlns:a16="http://schemas.microsoft.com/office/drawing/2014/main" val="3779011021"/>
                    </a:ext>
                  </a:extLst>
                </a:gridCol>
                <a:gridCol w="1196478">
                  <a:extLst>
                    <a:ext uri="{9D8B030D-6E8A-4147-A177-3AD203B41FA5}">
                      <a16:colId xmlns:a16="http://schemas.microsoft.com/office/drawing/2014/main" val="20310885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Metric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haplotype1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haplotype2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828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Number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of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T2T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chromosomes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6296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of Assembly covered by Ref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165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of Ref covered by Assembly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17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of Ref duplicated in Assembly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635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Assembly Length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2934985356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3028541959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213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Average Ungapped Alignment length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4167916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4482112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6819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Genome Completeness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94.61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98.41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59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Missing Multi-Copy Genes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526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NG50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137904320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145923310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7093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NG75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101150053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103627408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34259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 assembly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5918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Phase Blocks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203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Switch Rate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424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Quality Value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58.48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2697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Error Rate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12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Variants Phased (%)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98.7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7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617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1262038-3C99-AF37-864F-8449A6D2E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ighlight>
                  <a:srgbClr val="FFFF00"/>
                </a:highlight>
              </a:rPr>
              <a:t>#todo </a:t>
            </a:r>
            <a:r>
              <a:rPr lang="de-DE" dirty="0"/>
              <a:t>Add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F43344-7DE5-6531-6494-69E986995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D44C517-71EE-352F-0D5A-0A77FAB0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APK </a:t>
            </a:r>
            <a:r>
              <a:rPr lang="de-DE" dirty="0" err="1"/>
              <a:t>Polishing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0728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83BF8C4-75E8-603C-7FB5-C6539A2C5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Image 2 Tracks,  </a:t>
            </a:r>
            <a:r>
              <a:rPr lang="de-DE" dirty="0" err="1"/>
              <a:t>Methylation</a:t>
            </a:r>
            <a:r>
              <a:rPr lang="de-DE" dirty="0"/>
              <a:t> </a:t>
            </a:r>
            <a:r>
              <a:rPr lang="de-DE" dirty="0" err="1"/>
              <a:t>included</a:t>
            </a:r>
            <a:endParaRPr lang="de-DE" dirty="0"/>
          </a:p>
          <a:p>
            <a:r>
              <a:rPr lang="de-DE" dirty="0">
                <a:highlight>
                  <a:srgbClr val="FFFF00"/>
                </a:highlight>
              </a:rPr>
              <a:t>#todo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927A3F-D74C-2BDB-9CE1-B47757CCB1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55D9D28-FEC4-1A04-C876-13AEF906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Alignment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genome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2664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3809850-93EE-DE06-31CF-844B387C6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958" y="3429000"/>
            <a:ext cx="8522746" cy="2515767"/>
          </a:xfr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13C19A-4CEA-0119-1127-E03B21515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31138FB-F650-B34E-368F-678CDA3F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Extended QC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1D32D54-1AD2-0DE3-A4D1-5472735C7E4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42072" y="1219200"/>
            <a:ext cx="10854457" cy="1563982"/>
          </a:xfrm>
        </p:spPr>
        <p:txBody>
          <a:bodyPr/>
          <a:lstStyle/>
          <a:p>
            <a:r>
              <a:rPr lang="de-DE" dirty="0" err="1"/>
              <a:t>Nucflag</a:t>
            </a:r>
            <a:r>
              <a:rPr lang="de-DE" dirty="0"/>
              <a:t> </a:t>
            </a:r>
          </a:p>
          <a:p>
            <a:r>
              <a:rPr lang="de-DE" dirty="0" err="1"/>
              <a:t>Gapstats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0015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7FBB52-67B5-88B2-957C-70DA349CA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0171ED7-A512-4E7B-F8F2-73CDCD4E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Repeat </a:t>
            </a:r>
            <a:r>
              <a:rPr lang="de-DE" dirty="0" err="1"/>
              <a:t>analysis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5976474-7B56-AF37-092E-5615AB6B2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94" y="1253864"/>
            <a:ext cx="7471410" cy="5336721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5CBA703-7CD2-C201-D030-52EF5384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280" y="1636492"/>
            <a:ext cx="6320250" cy="483870"/>
          </a:xfrm>
        </p:spPr>
        <p:txBody>
          <a:bodyPr/>
          <a:lstStyle/>
          <a:p>
            <a:r>
              <a:rPr lang="de-DE" dirty="0"/>
              <a:t>Annotation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assembled</a:t>
            </a:r>
            <a:r>
              <a:rPr lang="de-DE" dirty="0"/>
              <a:t> </a:t>
            </a:r>
            <a:r>
              <a:rPr lang="de-DE" dirty="0" err="1"/>
              <a:t>genomes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RepeatMasker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C1A86F-1EF6-1996-21A0-BD3597137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051" y="2502990"/>
            <a:ext cx="3434071" cy="343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45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22CE4-E7F9-C5D9-CD6C-9CD88144C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9798" y="5744093"/>
            <a:ext cx="1943723" cy="179184"/>
          </a:xfrm>
        </p:spPr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4863F7A-9338-404D-FC60-1C56DF15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29" y="0"/>
            <a:ext cx="11644531" cy="1045029"/>
          </a:xfrm>
        </p:spPr>
        <p:txBody>
          <a:bodyPr/>
          <a:lstStyle/>
          <a:p>
            <a:r>
              <a:rPr lang="de-DE" dirty="0" err="1"/>
              <a:t>Contributors</a:t>
            </a:r>
            <a:endParaRPr lang="de-DE" dirty="0"/>
          </a:p>
        </p:txBody>
      </p:sp>
      <p:pic>
        <p:nvPicPr>
          <p:cNvPr id="12" name="image1.png" descr="Header image">
            <a:extLst>
              <a:ext uri="{FF2B5EF4-FFF2-40B4-BE49-F238E27FC236}">
                <a16:creationId xmlns:a16="http://schemas.microsoft.com/office/drawing/2014/main" id="{3127C4AB-E753-741F-DE64-E120C4109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864" y="163512"/>
            <a:ext cx="1982307" cy="519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0646A4A-48EC-E3D9-482B-87F9E490A2FF}"/>
              </a:ext>
            </a:extLst>
          </p:cNvPr>
          <p:cNvGrpSpPr/>
          <p:nvPr/>
        </p:nvGrpSpPr>
        <p:grpSpPr>
          <a:xfrm>
            <a:off x="745174" y="4442660"/>
            <a:ext cx="3099037" cy="918519"/>
            <a:chOff x="615713" y="5698088"/>
            <a:chExt cx="3099037" cy="918519"/>
          </a:xfrm>
        </p:grpSpPr>
        <p:pic>
          <p:nvPicPr>
            <p:cNvPr id="13" name="Picture 2" descr="A person smiling for the camera&#10;&#10;Description automatically generated with low confidence">
              <a:extLst>
                <a:ext uri="{FF2B5EF4-FFF2-40B4-BE49-F238E27FC236}">
                  <a16:creationId xmlns:a16="http://schemas.microsoft.com/office/drawing/2014/main" id="{ABD9BE18-C9A5-B44F-DD4A-A4430AA61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56" b="26767"/>
            <a:stretch/>
          </p:blipFill>
          <p:spPr>
            <a:xfrm rot="10800000" flipV="1">
              <a:off x="615713" y="5698088"/>
              <a:ext cx="847100" cy="918519"/>
            </a:xfrm>
            <a:prstGeom prst="rect">
              <a:avLst/>
            </a:prstGeom>
          </p:spPr>
        </p:pic>
        <p:sp>
          <p:nvSpPr>
            <p:cNvPr id="18" name="Rechteck 59">
              <a:extLst>
                <a:ext uri="{FF2B5EF4-FFF2-40B4-BE49-F238E27FC236}">
                  <a16:creationId xmlns:a16="http://schemas.microsoft.com/office/drawing/2014/main" id="{A01CF705-AD2B-9897-C8D9-47ACE1C259A0}"/>
                </a:ext>
              </a:extLst>
            </p:cNvPr>
            <p:cNvSpPr/>
            <p:nvPr/>
          </p:nvSpPr>
          <p:spPr>
            <a:xfrm>
              <a:off x="1633330" y="5822480"/>
              <a:ext cx="2081420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Elena Buena-Atienza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Nanopore Sequencing  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CE56508A-5118-784A-F646-0460B717D7E1}"/>
              </a:ext>
            </a:extLst>
          </p:cNvPr>
          <p:cNvGrpSpPr/>
          <p:nvPr/>
        </p:nvGrpSpPr>
        <p:grpSpPr>
          <a:xfrm>
            <a:off x="751189" y="2345542"/>
            <a:ext cx="3377492" cy="913796"/>
            <a:chOff x="666069" y="3314923"/>
            <a:chExt cx="3377492" cy="913796"/>
          </a:xfrm>
        </p:grpSpPr>
        <p:pic>
          <p:nvPicPr>
            <p:cNvPr id="37" name="Picture 5" descr="A person smiling at camera&#10;&#10;AI-generated content may be incorrect.">
              <a:extLst>
                <a:ext uri="{FF2B5EF4-FFF2-40B4-BE49-F238E27FC236}">
                  <a16:creationId xmlns:a16="http://schemas.microsoft.com/office/drawing/2014/main" id="{A2158FAD-D4FC-D5A7-DAED-2E1D60E8A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069" y="3314923"/>
              <a:ext cx="913796" cy="913796"/>
            </a:xfrm>
            <a:prstGeom prst="rect">
              <a:avLst/>
            </a:prstGeom>
          </p:spPr>
        </p:pic>
        <p:sp>
          <p:nvSpPr>
            <p:cNvPr id="38" name="Rechteck 59">
              <a:extLst>
                <a:ext uri="{FF2B5EF4-FFF2-40B4-BE49-F238E27FC236}">
                  <a16:creationId xmlns:a16="http://schemas.microsoft.com/office/drawing/2014/main" id="{4555FA31-E20A-E133-D518-5A6A27C9B154}"/>
                </a:ext>
              </a:extLst>
            </p:cNvPr>
            <p:cNvSpPr/>
            <p:nvPr/>
          </p:nvSpPr>
          <p:spPr>
            <a:xfrm>
              <a:off x="1631271" y="3367122"/>
              <a:ext cx="24122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1600" b="1" dirty="0" err="1">
                  <a:ea typeface="ＭＳ Ｐゴシック" charset="0"/>
                  <a:cs typeface="Calibri"/>
                </a:rPr>
                <a:t>Ramya</a:t>
              </a:r>
              <a:r>
                <a:rPr lang="de-DE" sz="1600" b="1" dirty="0">
                  <a:ea typeface="ＭＳ Ｐゴシック" charset="0"/>
                  <a:cs typeface="Calibri"/>
                </a:rPr>
                <a:t> </a:t>
              </a:r>
              <a:r>
                <a:rPr lang="de-DE" sz="1600" b="1" dirty="0" err="1">
                  <a:ea typeface="ＭＳ Ｐゴシック" charset="0"/>
                  <a:cs typeface="Calibri"/>
                </a:rPr>
                <a:t>Potabattula</a:t>
              </a:r>
              <a:endParaRPr lang="de-DE" sz="1600" b="1" dirty="0">
                <a:ea typeface="ＭＳ Ｐゴシック" charset="0"/>
                <a:cs typeface="Calibri"/>
              </a:endParaRPr>
            </a:p>
            <a:p>
              <a:pPr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Ultra-Long Reads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911E721-BB6F-421D-782F-F2471186BE27}"/>
              </a:ext>
            </a:extLst>
          </p:cNvPr>
          <p:cNvGrpSpPr/>
          <p:nvPr/>
        </p:nvGrpSpPr>
        <p:grpSpPr>
          <a:xfrm>
            <a:off x="745174" y="3406626"/>
            <a:ext cx="3383507" cy="930643"/>
            <a:chOff x="666069" y="4498082"/>
            <a:chExt cx="3383507" cy="930643"/>
          </a:xfrm>
        </p:grpSpPr>
        <p:pic>
          <p:nvPicPr>
            <p:cNvPr id="39" name="Picture 27" descr="A person wearing glasses and a blue jacket&#10;&#10;AI-generated content may be incorrect.">
              <a:extLst>
                <a:ext uri="{FF2B5EF4-FFF2-40B4-BE49-F238E27FC236}">
                  <a16:creationId xmlns:a16="http://schemas.microsoft.com/office/drawing/2014/main" id="{3CC483FC-E530-E9FF-F159-41ACBD414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6069" y="4498082"/>
              <a:ext cx="930643" cy="930643"/>
            </a:xfrm>
            <a:prstGeom prst="rect">
              <a:avLst/>
            </a:prstGeom>
          </p:spPr>
        </p:pic>
        <p:sp>
          <p:nvSpPr>
            <p:cNvPr id="40" name="Rechteck 59">
              <a:extLst>
                <a:ext uri="{FF2B5EF4-FFF2-40B4-BE49-F238E27FC236}">
                  <a16:creationId xmlns:a16="http://schemas.microsoft.com/office/drawing/2014/main" id="{2DEFA088-1D5B-DBA6-83F9-2FB7FBE3E603}"/>
                </a:ext>
              </a:extLst>
            </p:cNvPr>
            <p:cNvSpPr/>
            <p:nvPr/>
          </p:nvSpPr>
          <p:spPr>
            <a:xfrm>
              <a:off x="1637286" y="4583907"/>
              <a:ext cx="24122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1600" b="1" dirty="0" err="1">
                  <a:ea typeface="ＭＳ Ｐゴシック" charset="0"/>
                  <a:cs typeface="Calibri"/>
                </a:rPr>
                <a:t>Fubo</a:t>
              </a:r>
              <a:r>
                <a:rPr lang="de-DE" sz="1600" b="1" dirty="0">
                  <a:ea typeface="ＭＳ Ｐゴシック" charset="0"/>
                  <a:cs typeface="Calibri"/>
                </a:rPr>
                <a:t> Cheng</a:t>
              </a:r>
            </a:p>
            <a:p>
              <a:pPr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Pore-C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5D0C6F64-6F20-ED41-2866-6DDE13B105C3}"/>
              </a:ext>
            </a:extLst>
          </p:cNvPr>
          <p:cNvGrpSpPr/>
          <p:nvPr/>
        </p:nvGrpSpPr>
        <p:grpSpPr>
          <a:xfrm>
            <a:off x="4372649" y="3582187"/>
            <a:ext cx="3409777" cy="918518"/>
            <a:chOff x="4161655" y="5666221"/>
            <a:chExt cx="3409777" cy="918518"/>
          </a:xfrm>
        </p:grpSpPr>
        <p:pic>
          <p:nvPicPr>
            <p:cNvPr id="43" name="Picture 37" descr="A person standing in front of a door&#10;&#10;AI-generated content may be incorrect.">
              <a:extLst>
                <a:ext uri="{FF2B5EF4-FFF2-40B4-BE49-F238E27FC236}">
                  <a16:creationId xmlns:a16="http://schemas.microsoft.com/office/drawing/2014/main" id="{D256DECD-4E37-9E55-0EE7-2AF01D2BF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1655" y="5666221"/>
              <a:ext cx="918518" cy="918518"/>
            </a:xfrm>
            <a:prstGeom prst="rect">
              <a:avLst/>
            </a:prstGeom>
          </p:spPr>
        </p:pic>
        <p:sp>
          <p:nvSpPr>
            <p:cNvPr id="44" name="Rechteck 59">
              <a:extLst>
                <a:ext uri="{FF2B5EF4-FFF2-40B4-BE49-F238E27FC236}">
                  <a16:creationId xmlns:a16="http://schemas.microsoft.com/office/drawing/2014/main" id="{8979FF90-4A1F-1BEF-06C2-2894A6A2DDD8}"/>
                </a:ext>
              </a:extLst>
            </p:cNvPr>
            <p:cNvSpPr/>
            <p:nvPr/>
          </p:nvSpPr>
          <p:spPr>
            <a:xfrm>
              <a:off x="5159142" y="5698202"/>
              <a:ext cx="24122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1600" b="1" dirty="0" err="1">
                  <a:ea typeface="ＭＳ Ｐゴシック" charset="0"/>
                  <a:cs typeface="Calibri"/>
                </a:rPr>
                <a:t>Prithivi</a:t>
              </a:r>
              <a:r>
                <a:rPr lang="de-DE" sz="1600" b="1" dirty="0">
                  <a:ea typeface="ＭＳ Ｐゴシック" charset="0"/>
                  <a:cs typeface="Calibri"/>
                </a:rPr>
                <a:t> Jung Thapa</a:t>
              </a:r>
            </a:p>
            <a:p>
              <a:pPr>
                <a:defRPr/>
              </a:pPr>
              <a:r>
                <a:rPr lang="de-DE" sz="1600" dirty="0" err="1">
                  <a:ea typeface="ＭＳ Ｐゴシック" charset="0"/>
                  <a:cs typeface="Calibri"/>
                </a:rPr>
                <a:t>Bioinformatics</a:t>
              </a:r>
              <a:endParaRPr lang="de-DE" sz="1600" dirty="0">
                <a:ea typeface="ＭＳ Ｐゴシック" charset="0"/>
                <a:cs typeface="Calibri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F5697EE-8C3F-420E-1C3B-BF0699C132DE}"/>
              </a:ext>
            </a:extLst>
          </p:cNvPr>
          <p:cNvGrpSpPr/>
          <p:nvPr/>
        </p:nvGrpSpPr>
        <p:grpSpPr>
          <a:xfrm>
            <a:off x="7287493" y="4901919"/>
            <a:ext cx="4459751" cy="1349896"/>
            <a:chOff x="6789274" y="1308045"/>
            <a:chExt cx="4459751" cy="134989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3B91614-84B0-77B8-4D58-30244BF48314}"/>
                </a:ext>
              </a:extLst>
            </p:cNvPr>
            <p:cNvSpPr/>
            <p:nvPr/>
          </p:nvSpPr>
          <p:spPr>
            <a:xfrm>
              <a:off x="6789274" y="1308045"/>
              <a:ext cx="4459751" cy="1347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82FA5AA6-B65C-FDD8-30B5-E8AA1B4489A5}"/>
                </a:ext>
              </a:extLst>
            </p:cNvPr>
            <p:cNvGrpSpPr/>
            <p:nvPr/>
          </p:nvGrpSpPr>
          <p:grpSpPr>
            <a:xfrm>
              <a:off x="6863663" y="1375734"/>
              <a:ext cx="4275855" cy="1282207"/>
              <a:chOff x="5745009" y="2073928"/>
              <a:chExt cx="4275855" cy="1282207"/>
            </a:xfrm>
          </p:grpSpPr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3470B06-AC0C-EB4B-66DB-EA3BB2FBB1FF}"/>
                  </a:ext>
                </a:extLst>
              </p:cNvPr>
              <p:cNvSpPr txBox="1"/>
              <p:nvPr/>
            </p:nvSpPr>
            <p:spPr>
              <a:xfrm>
                <a:off x="7100462" y="2081432"/>
                <a:ext cx="141446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1" dirty="0"/>
                  <a:t>Download:</a:t>
                </a:r>
                <a:br>
                  <a:rPr lang="de-DE" dirty="0"/>
                </a:br>
                <a:r>
                  <a:rPr lang="de-DE" dirty="0"/>
                  <a:t>- Raw </a:t>
                </a:r>
                <a:r>
                  <a:rPr lang="de-DE" dirty="0" err="1"/>
                  <a:t>data</a:t>
                </a:r>
                <a:br>
                  <a:rPr lang="de-DE" dirty="0"/>
                </a:br>
                <a:r>
                  <a:rPr lang="de-DE" dirty="0"/>
                  <a:t>- </a:t>
                </a:r>
                <a:r>
                  <a:rPr lang="de-DE" dirty="0" err="1"/>
                  <a:t>Assemblies</a:t>
                </a:r>
                <a:endParaRPr lang="de-DE" dirty="0"/>
              </a:p>
            </p:txBody>
          </p:sp>
          <p:pic>
            <p:nvPicPr>
              <p:cNvPr id="8" name="Grafik 7">
                <a:extLst>
                  <a:ext uri="{FF2B5EF4-FFF2-40B4-BE49-F238E27FC236}">
                    <a16:creationId xmlns:a16="http://schemas.microsoft.com/office/drawing/2014/main" id="{38815E2D-B1D9-6D90-C28F-92E579BFB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5009" y="2073928"/>
                <a:ext cx="942975" cy="942975"/>
              </a:xfrm>
              <a:prstGeom prst="rect">
                <a:avLst/>
              </a:prstGeom>
            </p:spPr>
          </p:pic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FEB38B9-E81A-DD61-ACD0-FB78B623708D}"/>
                  </a:ext>
                </a:extLst>
              </p:cNvPr>
              <p:cNvSpPr txBox="1"/>
              <p:nvPr/>
            </p:nvSpPr>
            <p:spPr>
              <a:xfrm>
                <a:off x="5745009" y="3048358"/>
                <a:ext cx="427585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400" dirty="0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https://www.elrin-network.eu/t2t.html</a:t>
                </a:r>
              </a:p>
            </p:txBody>
          </p:sp>
          <p:pic>
            <p:nvPicPr>
              <p:cNvPr id="47" name="Picture 18" descr="A logo with blue dots and dots&#10;&#10;AI-generated content may be incorrect.">
                <a:extLst>
                  <a:ext uri="{FF2B5EF4-FFF2-40B4-BE49-F238E27FC236}">
                    <a16:creationId xmlns:a16="http://schemas.microsoft.com/office/drawing/2014/main" id="{E3119D89-B6CC-C456-4497-CBB1DD0164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7897" t="9884" r="10232" b="14016"/>
              <a:stretch/>
            </p:blipFill>
            <p:spPr>
              <a:xfrm>
                <a:off x="8879777" y="2244271"/>
                <a:ext cx="1066698" cy="613638"/>
              </a:xfrm>
              <a:prstGeom prst="rect">
                <a:avLst/>
              </a:prstGeom>
            </p:spPr>
          </p:pic>
        </p:grp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7BDCAF6A-5D31-4352-B5EE-A165C6D81F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686" y="-121387"/>
            <a:ext cx="1634552" cy="1155550"/>
          </a:xfrm>
          <a:prstGeom prst="rect">
            <a:avLst/>
          </a:prstGeom>
        </p:spPr>
      </p:pic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5357789-58C9-2582-1A23-4D1C46FC2BE2}"/>
              </a:ext>
            </a:extLst>
          </p:cNvPr>
          <p:cNvGrpSpPr/>
          <p:nvPr/>
        </p:nvGrpSpPr>
        <p:grpSpPr>
          <a:xfrm>
            <a:off x="4372649" y="2409410"/>
            <a:ext cx="4321506" cy="911163"/>
            <a:chOff x="4097282" y="3314923"/>
            <a:chExt cx="4321506" cy="911163"/>
          </a:xfrm>
        </p:grpSpPr>
        <p:sp>
          <p:nvSpPr>
            <p:cNvPr id="20" name="Rechteck 59">
              <a:extLst>
                <a:ext uri="{FF2B5EF4-FFF2-40B4-BE49-F238E27FC236}">
                  <a16:creationId xmlns:a16="http://schemas.microsoft.com/office/drawing/2014/main" id="{66755A39-1CCD-AF2B-87B9-C72730CC4D2D}"/>
                </a:ext>
              </a:extLst>
            </p:cNvPr>
            <p:cNvSpPr/>
            <p:nvPr/>
          </p:nvSpPr>
          <p:spPr>
            <a:xfrm>
              <a:off x="5011078" y="3404590"/>
              <a:ext cx="3407710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Beate Kristmann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Project Management</a:t>
              </a: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DB94304-FC2A-FF69-4C55-DE06B753E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97282" y="3314923"/>
              <a:ext cx="913796" cy="911163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CE5B752-06E2-E706-6D71-18230A7CE9EE}"/>
              </a:ext>
            </a:extLst>
          </p:cNvPr>
          <p:cNvGrpSpPr/>
          <p:nvPr/>
        </p:nvGrpSpPr>
        <p:grpSpPr>
          <a:xfrm>
            <a:off x="745174" y="5439077"/>
            <a:ext cx="4341133" cy="913796"/>
            <a:chOff x="2403762" y="2115350"/>
            <a:chExt cx="4341133" cy="913796"/>
          </a:xfrm>
        </p:grpSpPr>
        <p:sp>
          <p:nvSpPr>
            <p:cNvPr id="17" name="Rechteck 59">
              <a:extLst>
                <a:ext uri="{FF2B5EF4-FFF2-40B4-BE49-F238E27FC236}">
                  <a16:creationId xmlns:a16="http://schemas.microsoft.com/office/drawing/2014/main" id="{C0DBDA3F-4B95-00C7-3F24-C344447B03CC}"/>
                </a:ext>
              </a:extLst>
            </p:cNvPr>
            <p:cNvSpPr/>
            <p:nvPr/>
          </p:nvSpPr>
          <p:spPr>
            <a:xfrm>
              <a:off x="3337185" y="2237381"/>
              <a:ext cx="3407710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Nicolas Casadei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NCCT, Core </a:t>
              </a:r>
              <a:r>
                <a:rPr lang="de-DE" sz="1600" dirty="0" err="1">
                  <a:ea typeface="ＭＳ Ｐゴシック" charset="0"/>
                  <a:cs typeface="Calibri"/>
                </a:rPr>
                <a:t>facility</a:t>
              </a:r>
              <a:endParaRPr lang="de-DE" sz="1600" dirty="0">
                <a:ea typeface="ＭＳ Ｐゴシック" charset="0"/>
                <a:cs typeface="Calibri"/>
              </a:endParaRPr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260538CE-AB0E-E6F1-3568-1268C8E82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754"/>
            <a:stretch/>
          </p:blipFill>
          <p:spPr>
            <a:xfrm>
              <a:off x="2403762" y="2115350"/>
              <a:ext cx="933423" cy="913796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075A89D1-9AC6-BBEC-D56B-FB23E352BD82}"/>
              </a:ext>
            </a:extLst>
          </p:cNvPr>
          <p:cNvGrpSpPr/>
          <p:nvPr/>
        </p:nvGrpSpPr>
        <p:grpSpPr>
          <a:xfrm>
            <a:off x="751189" y="1294426"/>
            <a:ext cx="2798847" cy="878572"/>
            <a:chOff x="611103" y="2344349"/>
            <a:chExt cx="2798847" cy="878572"/>
          </a:xfrm>
        </p:grpSpPr>
        <p:sp>
          <p:nvSpPr>
            <p:cNvPr id="15" name="Rechteck 59">
              <a:extLst>
                <a:ext uri="{FF2B5EF4-FFF2-40B4-BE49-F238E27FC236}">
                  <a16:creationId xmlns:a16="http://schemas.microsoft.com/office/drawing/2014/main" id="{7A8FAE58-CA2E-9B39-52FA-F43E263F074C}"/>
                </a:ext>
              </a:extLst>
            </p:cNvPr>
            <p:cNvSpPr/>
            <p:nvPr/>
          </p:nvSpPr>
          <p:spPr>
            <a:xfrm>
              <a:off x="1582893" y="2461251"/>
              <a:ext cx="1827057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Olaf </a:t>
              </a:r>
              <a:r>
                <a:rPr lang="en-US" sz="1600" b="1" dirty="0" err="1"/>
                <a:t>Riess</a:t>
              </a:r>
              <a:endParaRPr lang="en-US" sz="1600" b="1" dirty="0"/>
            </a:p>
            <a:p>
              <a:pPr>
                <a:lnSpc>
                  <a:spcPct val="150000"/>
                </a:lnSpc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Project Lead  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D0257034-4AA4-6822-7A63-6BFD399EC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11103" y="2344349"/>
              <a:ext cx="924421" cy="878572"/>
            </a:xfrm>
            <a:prstGeom prst="rect">
              <a:avLst/>
            </a:prstGeom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8DF56A15-BBA3-0C72-4B4D-FAF82964C064}"/>
              </a:ext>
            </a:extLst>
          </p:cNvPr>
          <p:cNvGrpSpPr/>
          <p:nvPr/>
        </p:nvGrpSpPr>
        <p:grpSpPr>
          <a:xfrm>
            <a:off x="4325977" y="1275222"/>
            <a:ext cx="3184809" cy="927487"/>
            <a:chOff x="3530316" y="2447030"/>
            <a:chExt cx="3184809" cy="927487"/>
          </a:xfrm>
        </p:grpSpPr>
        <p:sp>
          <p:nvSpPr>
            <p:cNvPr id="16" name="Rechteck 59">
              <a:extLst>
                <a:ext uri="{FF2B5EF4-FFF2-40B4-BE49-F238E27FC236}">
                  <a16:creationId xmlns:a16="http://schemas.microsoft.com/office/drawing/2014/main" id="{0A8C831C-49CD-3DF7-3A06-AF6FE28E9374}"/>
                </a:ext>
              </a:extLst>
            </p:cNvPr>
            <p:cNvSpPr/>
            <p:nvPr/>
          </p:nvSpPr>
          <p:spPr>
            <a:xfrm>
              <a:off x="4549310" y="2586000"/>
              <a:ext cx="2165815" cy="669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Stephan Ossowski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de-DE" sz="1600" dirty="0">
                  <a:ea typeface="ＭＳ Ｐゴシック" charset="0"/>
                  <a:cs typeface="Calibri"/>
                </a:rPr>
                <a:t>Head </a:t>
              </a:r>
              <a:r>
                <a:rPr lang="de-DE" sz="1600" dirty="0" err="1">
                  <a:ea typeface="ＭＳ Ｐゴシック" charset="0"/>
                  <a:cs typeface="Calibri"/>
                </a:rPr>
                <a:t>of</a:t>
              </a:r>
              <a:r>
                <a:rPr lang="de-DE" sz="1600" dirty="0">
                  <a:ea typeface="ＭＳ Ｐゴシック" charset="0"/>
                  <a:cs typeface="Calibri"/>
                </a:rPr>
                <a:t> </a:t>
              </a:r>
              <a:r>
                <a:rPr lang="de-DE" sz="1600" dirty="0" err="1">
                  <a:ea typeface="ＭＳ Ｐゴシック" charset="0"/>
                  <a:cs typeface="Calibri"/>
                </a:rPr>
                <a:t>Bioinformatics</a:t>
              </a:r>
              <a:endParaRPr lang="de-DE" sz="1600" dirty="0">
                <a:ea typeface="ＭＳ Ｐゴシック" charset="0"/>
                <a:cs typeface="Calibri"/>
              </a:endParaRPr>
            </a:p>
          </p:txBody>
        </p:sp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B56CEF2A-F153-7AE9-6D7D-C5F365B57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30316" y="2447030"/>
              <a:ext cx="981799" cy="927487"/>
            </a:xfrm>
            <a:prstGeom prst="rect">
              <a:avLst/>
            </a:prstGeom>
          </p:spPr>
        </p:pic>
      </p:grpSp>
      <p:sp>
        <p:nvSpPr>
          <p:cNvPr id="49" name="Rechteck 59">
            <a:extLst>
              <a:ext uri="{FF2B5EF4-FFF2-40B4-BE49-F238E27FC236}">
                <a16:creationId xmlns:a16="http://schemas.microsoft.com/office/drawing/2014/main" id="{E671F11C-112A-7FBE-86CB-D7F3990E0226}"/>
              </a:ext>
            </a:extLst>
          </p:cNvPr>
          <p:cNvSpPr/>
          <p:nvPr/>
        </p:nvSpPr>
        <p:spPr>
          <a:xfrm>
            <a:off x="4272858" y="4579565"/>
            <a:ext cx="2303423" cy="669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Hanna Sophie Hartung</a:t>
            </a:r>
          </a:p>
          <a:p>
            <a:pPr>
              <a:lnSpc>
                <a:spcPct val="150000"/>
              </a:lnSpc>
              <a:defRPr/>
            </a:pPr>
            <a:r>
              <a:rPr lang="de-DE" sz="1600" dirty="0">
                <a:ea typeface="ＭＳ Ｐゴシック" charset="0"/>
                <a:cs typeface="Calibri"/>
              </a:rPr>
              <a:t>Nanopore Sequencing  </a:t>
            </a:r>
          </a:p>
        </p:txBody>
      </p:sp>
    </p:spTree>
    <p:extLst>
      <p:ext uri="{BB962C8B-B14F-4D97-AF65-F5344CB8AC3E}">
        <p14:creationId xmlns:p14="http://schemas.microsoft.com/office/powerpoint/2010/main" val="3116711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9547DA-BA7A-6AD9-0A52-9A3E59D9B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support </a:t>
            </a:r>
            <a:r>
              <a:rPr lang="de-DE" dirty="0" err="1"/>
              <a:t>for</a:t>
            </a:r>
            <a:r>
              <a:rPr lang="de-DE" dirty="0"/>
              <a:t> Pore-C </a:t>
            </a:r>
            <a:r>
              <a:rPr lang="de-DE" dirty="0" err="1"/>
              <a:t>yet</a:t>
            </a:r>
            <a:endParaRPr lang="de-DE" dirty="0"/>
          </a:p>
          <a:p>
            <a:r>
              <a:rPr lang="de-DE" dirty="0">
                <a:highlight>
                  <a:srgbClr val="FFFF00"/>
                </a:highlight>
              </a:rPr>
              <a:t>#todo </a:t>
            </a:r>
            <a:r>
              <a:rPr lang="de-DE" dirty="0" err="1">
                <a:highlight>
                  <a:srgbClr val="FFFF00"/>
                </a:highlight>
              </a:rPr>
              <a:t>insert</a:t>
            </a:r>
            <a:r>
              <a:rPr lang="de-DE" dirty="0">
                <a:highlight>
                  <a:srgbClr val="FFFF00"/>
                </a:highlight>
              </a:rPr>
              <a:t> QC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5D89E-6EF7-E195-9028-E0EF2098B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3252981-B2F5-BD1F-F756-82769276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Hifiasm</a:t>
            </a:r>
            <a:r>
              <a:rPr lang="de-DE" dirty="0"/>
              <a:t> (Additional </a:t>
            </a:r>
            <a:r>
              <a:rPr lang="de-DE" dirty="0" err="1"/>
              <a:t>slide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331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FF59057-FF29-2757-29E4-52744AF7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0"/>
            <a:ext cx="3453226" cy="104502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7E42A50-4D81-F197-CA1D-7AB3822DCC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6A88742-C40E-AE2A-DAA9-8005C1DE1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47" y="120545"/>
            <a:ext cx="3036853" cy="45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67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">
  <a:themeElements>
    <a:clrScheme name="Benutzerdefiniert 2">
      <a:dk1>
        <a:srgbClr val="3C3C41"/>
      </a:dk1>
      <a:lt1>
        <a:srgbClr val="FFFFFF"/>
      </a:lt1>
      <a:dk2>
        <a:srgbClr val="454B6A"/>
      </a:dk2>
      <a:lt2>
        <a:srgbClr val="BAA874"/>
      </a:lt2>
      <a:accent1>
        <a:srgbClr val="66ABB7"/>
      </a:accent1>
      <a:accent2>
        <a:srgbClr val="F1E790"/>
      </a:accent2>
      <a:accent3>
        <a:srgbClr val="D1CCC3"/>
      </a:accent3>
      <a:accent4>
        <a:srgbClr val="D6E2DE"/>
      </a:accent4>
      <a:accent5>
        <a:srgbClr val="F7F4F1"/>
      </a:accent5>
      <a:accent6>
        <a:srgbClr val="C00D47"/>
      </a:accent6>
      <a:hlink>
        <a:srgbClr val="5C6477"/>
      </a:hlink>
      <a:folHlink>
        <a:srgbClr val="747D93"/>
      </a:folHlink>
    </a:clrScheme>
    <a:fontScheme name="Source Sans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caspar.potx" id="{C1624CCA-4FB1-4834-9BA6-B924C02D51A6}" vid="{30C0F2FE-292A-49C9-AFF1-DD037B8C2E6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presentation_template_caspar</Template>
  <TotalTime>0</TotalTime>
  <Words>739</Words>
  <Application>Microsoft Office PowerPoint</Application>
  <PresentationFormat>Breitbild</PresentationFormat>
  <Paragraphs>200</Paragraphs>
  <Slides>23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4" baseType="lpstr">
      <vt:lpstr>ＭＳ Ｐゴシック</vt:lpstr>
      <vt:lpstr>Aptos Narrow</vt:lpstr>
      <vt:lpstr>Arial</vt:lpstr>
      <vt:lpstr>Bahnschrift SemiBold</vt:lpstr>
      <vt:lpstr>Calibri</vt:lpstr>
      <vt:lpstr>Fira Code</vt:lpstr>
      <vt:lpstr>Fira Mono</vt:lpstr>
      <vt:lpstr>Segoe WPC</vt:lpstr>
      <vt:lpstr>Source Sans Pro</vt:lpstr>
      <vt:lpstr>Source Sans Pro SemiBold</vt:lpstr>
      <vt:lpstr>Office</vt:lpstr>
      <vt:lpstr>PowerPoint-Präsentation</vt:lpstr>
      <vt:lpstr>Introduction</vt:lpstr>
      <vt:lpstr>T2T Assemblies as part of Genomes of Europe</vt:lpstr>
      <vt:lpstr>Human reference genomes</vt:lpstr>
      <vt:lpstr>PowerPoint-Präsentation</vt:lpstr>
      <vt:lpstr>Lab</vt:lpstr>
      <vt:lpstr>Pore-C  sequencing</vt:lpstr>
      <vt:lpstr>UL sequencing</vt:lpstr>
      <vt:lpstr>APK sequencing</vt:lpstr>
      <vt:lpstr>Pipeline overview</vt:lpstr>
      <vt:lpstr>Basecalling, Error correction, Filtering</vt:lpstr>
      <vt:lpstr>Input optimizations</vt:lpstr>
      <vt:lpstr>Runtimes</vt:lpstr>
      <vt:lpstr>Assembly graph visualisation</vt:lpstr>
      <vt:lpstr>Assembly graph visualisation</vt:lpstr>
      <vt:lpstr>Assembly QC</vt:lpstr>
      <vt:lpstr>APK Polishing</vt:lpstr>
      <vt:lpstr>Alignment against reference genome</vt:lpstr>
      <vt:lpstr>Extended QC</vt:lpstr>
      <vt:lpstr>Repeat analysis</vt:lpstr>
      <vt:lpstr>Contributors</vt:lpstr>
      <vt:lpstr>Hifiasm (Additional slide)</vt:lpstr>
      <vt:lpstr>PowerPoint-Präsentation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41</cp:revision>
  <dcterms:created xsi:type="dcterms:W3CDTF">2025-05-12T07:42:13Z</dcterms:created>
  <dcterms:modified xsi:type="dcterms:W3CDTF">2025-05-22T23:25:39Z</dcterms:modified>
</cp:coreProperties>
</file>