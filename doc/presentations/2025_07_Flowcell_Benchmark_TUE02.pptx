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  <p:sldId id="256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20" autoAdjust="0"/>
    <p:restoredTop sz="94660"/>
  </p:normalViewPr>
  <p:slideViewPr>
    <p:cSldViewPr snapToGrid="0">
      <p:cViewPr>
        <p:scale>
          <a:sx n="150" d="100"/>
          <a:sy n="150" d="100"/>
        </p:scale>
        <p:origin x="43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632FA7-E0CE-0D97-AB7F-7C7671983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4B3838-BA0B-0275-9608-3551B805E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B7F9A2-FC29-4B3A-E6B2-63DDC5A7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95A48B-BBB7-5565-6D11-23EB03EC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6F78DE-BD37-D0F7-89E5-7A3141BE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4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C562AF-DC8C-C96A-702C-E596BA83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9DA067-6109-0963-66DA-02DD21322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DEBFAD-C879-49D2-ECD5-C13C5B753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D8C146-566D-1C5F-B092-3135FC77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50BF68-A015-C66D-792C-ABFA34FD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7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10EE9-D77C-297A-9FAE-DB273263D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F5711E-769E-4E2D-9B93-6BFC68936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B47754-BA27-9860-4A7A-E7914146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F65CDE-CA9E-084B-1AC1-40A92867E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CB1F7C-F554-9DC7-F1F1-C7B2A8F2E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6215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BC84C-1BD4-0D72-6542-9566EDFB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32C951-5CC9-8ADF-3B8D-BF4110BA2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9DF7243-5E19-7ECB-D27A-181511DFA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B89D60-B984-8566-2139-5F53FE59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7FD68D-C0C5-02E8-7ED2-E3F1B71F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5894FF-51C0-7E1E-805F-7D725F5D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4250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6F87D9-6A3E-699C-B3F4-0B4F71F3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91554E-E0EE-480A-625D-2C49FED85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98B216-BCAF-5C8B-BFA2-5578FB4DF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D3F1EB4-EBC5-A5B3-BAE0-836654FE2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084FEA-0DAF-00A9-B3FF-6D4775BC7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F05982B-4080-4F90-574F-707952EA6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AB2DEC-CB38-D7E2-CCBA-096CE8AAF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B262D95-081A-D576-CD1C-CAB0F5C0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834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6816A0-EBAB-356E-0C90-04FD852E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E62069-48AB-1720-09BD-A19221B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42A2E4-92B6-E57E-65BA-A8B8589C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540958-AC57-3A6C-54A9-DF4357A93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262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C35B197-0D1C-AC18-3070-090703B3C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9C02C5F-F78F-4EED-9BED-32D5D0CA4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4E2666-B991-ACE1-9395-2BA1C9C80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413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840752-1A8C-8CE7-6902-12A654F56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C19815-66FB-2958-F717-FA7C3469F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6D108F-291A-CC5D-8AF9-DF4A40874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29EDAD-55BA-262B-39AA-82197428C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2BC8F1-9D60-E860-4857-EFC81C6B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9D0C38-7592-CE5A-0864-CE1D06A4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8750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6FBE74-AB42-99F1-6CFD-83854C0E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B6DF3A8-67F8-4A18-8232-5E98E54C4F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D6049FC-85A2-121C-DE9C-44533C5AA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ED0D4A-DCB4-7596-E312-B9FB695C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B86F23-B060-ECE0-49B2-6D01D1302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2FF68D-457F-AD47-FB93-99B3CD4A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4768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8D5D4-266C-8BE3-E1D8-47E24B8E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6ADCF5-D178-5F56-AC19-C13FB1D4C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1DBEDB-7CE7-4103-2914-E6222C73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47EB9D-5049-F678-BDE5-C51698F0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B69A65-B16C-601A-2E42-ED6578CB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33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E63C804-E4F3-EA70-F37A-26F81BACA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FACA521-26C6-48A2-2EA9-9C5202EE9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6B63E0-5CB2-8CCD-B3E7-068748528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8F822E-C0A8-9F76-E997-66AEA8FB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C8A8E0-2E40-5519-3A77-06E23F5A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58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D9EDB07-9B71-C27E-6CE0-E4C3AF8D8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E195ED-DA9D-B803-6FF2-3725D3655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D43182-1D50-FDE8-9032-D979C8596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1FE460-1497-F130-D519-1DF3859C5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57F08B-22C6-10E6-8137-8DFD7CA3B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6097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BAB055-B0DE-289C-B189-E8109892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110F74-F610-DCC0-FC4C-8FA7745F6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770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nhaltsplatzhalter 4">
            <a:extLst>
              <a:ext uri="{FF2B5EF4-FFF2-40B4-BE49-F238E27FC236}">
                <a16:creationId xmlns:a16="http://schemas.microsoft.com/office/drawing/2014/main" id="{93421041-B34F-0CA1-181E-51DF845D4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86" y="0"/>
            <a:ext cx="10535628" cy="68580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79A97617-4E61-05F2-918A-0EAA4CC219E0}"/>
              </a:ext>
            </a:extLst>
          </p:cNvPr>
          <p:cNvSpPr txBox="1"/>
          <p:nvPr/>
        </p:nvSpPr>
        <p:spPr>
          <a:xfrm>
            <a:off x="8762289" y="6362417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TUE_02_01UL</a:t>
            </a:r>
          </a:p>
        </p:txBody>
      </p:sp>
    </p:spTree>
    <p:extLst>
      <p:ext uri="{BB962C8B-B14F-4D97-AF65-F5344CB8AC3E}">
        <p14:creationId xmlns:p14="http://schemas.microsoft.com/office/powerpoint/2010/main" val="198733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A9B1545-2C16-ADF4-46ED-AA610E5D8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14" y="0"/>
            <a:ext cx="10447571" cy="6858000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ABE4278-75A2-3E3D-EE87-E88C434CCFF6}"/>
              </a:ext>
            </a:extLst>
          </p:cNvPr>
          <p:cNvSpPr txBox="1"/>
          <p:nvPr/>
        </p:nvSpPr>
        <p:spPr>
          <a:xfrm>
            <a:off x="9130589" y="6375117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TUE_02_02UL</a:t>
            </a:r>
          </a:p>
        </p:txBody>
      </p:sp>
    </p:spTree>
    <p:extLst>
      <p:ext uri="{BB962C8B-B14F-4D97-AF65-F5344CB8AC3E}">
        <p14:creationId xmlns:p14="http://schemas.microsoft.com/office/powerpoint/2010/main" val="154391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32A42-00E0-A201-0326-DF61100C0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B44566-3A02-2165-B86A-7D7DB8DF18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B52372D-A3E9-D525-EED9-FD53D5384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86" y="0"/>
            <a:ext cx="10535628" cy="6858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BE0D22E-F18D-6971-B8E6-8135C246D239}"/>
              </a:ext>
            </a:extLst>
          </p:cNvPr>
          <p:cNvSpPr txBox="1"/>
          <p:nvPr/>
        </p:nvSpPr>
        <p:spPr>
          <a:xfrm>
            <a:off x="3105150" y="590550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chr22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10EAB7F-581B-0081-AEFF-83B834916A66}"/>
              </a:ext>
            </a:extLst>
          </p:cNvPr>
          <p:cNvSpPr txBox="1"/>
          <p:nvPr/>
        </p:nvSpPr>
        <p:spPr>
          <a:xfrm>
            <a:off x="3780082" y="1181100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chr15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21604D2-9787-6FE3-5E33-1431A085D857}"/>
              </a:ext>
            </a:extLst>
          </p:cNvPr>
          <p:cNvSpPr txBox="1"/>
          <p:nvPr/>
        </p:nvSpPr>
        <p:spPr>
          <a:xfrm>
            <a:off x="3464383" y="2488129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FF707FD-5A3E-E9AF-4317-658EA9A49C8E}"/>
              </a:ext>
            </a:extLst>
          </p:cNvPr>
          <p:cNvSpPr txBox="1"/>
          <p:nvPr/>
        </p:nvSpPr>
        <p:spPr>
          <a:xfrm>
            <a:off x="1807033" y="868602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chr13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60DF0FF-9A70-049D-E055-EF44C755A6D3}"/>
              </a:ext>
            </a:extLst>
          </p:cNvPr>
          <p:cNvSpPr txBox="1"/>
          <p:nvPr/>
        </p:nvSpPr>
        <p:spPr>
          <a:xfrm>
            <a:off x="5517249" y="1181100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53BBC8B-295A-FAB7-5289-63DF0A33226D}"/>
              </a:ext>
            </a:extLst>
          </p:cNvPr>
          <p:cNvSpPr txBox="1"/>
          <p:nvPr/>
        </p:nvSpPr>
        <p:spPr>
          <a:xfrm>
            <a:off x="6706958" y="2131497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chr4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C524BEE-79FB-19A7-7776-F65F7CF2790B}"/>
              </a:ext>
            </a:extLst>
          </p:cNvPr>
          <p:cNvSpPr txBox="1"/>
          <p:nvPr/>
        </p:nvSpPr>
        <p:spPr>
          <a:xfrm>
            <a:off x="8004219" y="230346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4EF88BD-A69F-23CE-37D2-1EF6F0512432}"/>
              </a:ext>
            </a:extLst>
          </p:cNvPr>
          <p:cNvSpPr txBox="1"/>
          <p:nvPr/>
        </p:nvSpPr>
        <p:spPr>
          <a:xfrm>
            <a:off x="9385344" y="1765856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chr11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9931739-C986-1FB3-D971-43D6EE6D4FBB}"/>
              </a:ext>
            </a:extLst>
          </p:cNvPr>
          <p:cNvSpPr txBox="1"/>
          <p:nvPr/>
        </p:nvSpPr>
        <p:spPr>
          <a:xfrm>
            <a:off x="2116426" y="3727491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chr12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1B32131-50C9-E188-83B9-75651B5B0BAA}"/>
              </a:ext>
            </a:extLst>
          </p:cNvPr>
          <p:cNvSpPr txBox="1"/>
          <p:nvPr/>
        </p:nvSpPr>
        <p:spPr>
          <a:xfrm>
            <a:off x="3992851" y="347289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928259B-1F43-4014-73AE-5E7C64F13C86}"/>
              </a:ext>
            </a:extLst>
          </p:cNvPr>
          <p:cNvSpPr txBox="1"/>
          <p:nvPr/>
        </p:nvSpPr>
        <p:spPr>
          <a:xfrm>
            <a:off x="6390432" y="394073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8FAB5D4-AB28-AD88-F352-6F7A16B266BD}"/>
              </a:ext>
            </a:extLst>
          </p:cNvPr>
          <p:cNvSpPr txBox="1"/>
          <p:nvPr/>
        </p:nvSpPr>
        <p:spPr>
          <a:xfrm>
            <a:off x="9300121" y="3912157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chrY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B6D63B3-0852-D286-4BAD-93DB61799349}"/>
              </a:ext>
            </a:extLst>
          </p:cNvPr>
          <p:cNvSpPr txBox="1"/>
          <p:nvPr/>
        </p:nvSpPr>
        <p:spPr>
          <a:xfrm>
            <a:off x="2806831" y="501392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chr7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F7ED0AE-FAEC-BA59-4688-B4926EB20F46}"/>
              </a:ext>
            </a:extLst>
          </p:cNvPr>
          <p:cNvSpPr txBox="1"/>
          <p:nvPr/>
        </p:nvSpPr>
        <p:spPr>
          <a:xfrm>
            <a:off x="4842421" y="4531282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chr5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BE04CF1-DF0D-18E7-AF83-0E02BCAB0C4B}"/>
              </a:ext>
            </a:extLst>
          </p:cNvPr>
          <p:cNvSpPr txBox="1"/>
          <p:nvPr/>
        </p:nvSpPr>
        <p:spPr>
          <a:xfrm>
            <a:off x="6096000" y="4655187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chr9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D458521-3309-1F85-35BA-469B4D81279C}"/>
              </a:ext>
            </a:extLst>
          </p:cNvPr>
          <p:cNvSpPr txBox="1"/>
          <p:nvPr/>
        </p:nvSpPr>
        <p:spPr>
          <a:xfrm>
            <a:off x="8043823" y="4717101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chr17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2BDE78D-1985-9747-09FC-59A1C933BF81}"/>
              </a:ext>
            </a:extLst>
          </p:cNvPr>
          <p:cNvSpPr txBox="1"/>
          <p:nvPr/>
        </p:nvSpPr>
        <p:spPr>
          <a:xfrm>
            <a:off x="2014498" y="5566628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chr10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855B62F-3C99-9165-2D20-F2EE939202C9}"/>
              </a:ext>
            </a:extLst>
          </p:cNvPr>
          <p:cNvSpPr txBox="1"/>
          <p:nvPr/>
        </p:nvSpPr>
        <p:spPr>
          <a:xfrm>
            <a:off x="4123955" y="5645192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chr8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7C4CC71-B882-A137-BE96-75F02B289ED8}"/>
              </a:ext>
            </a:extLst>
          </p:cNvPr>
          <p:cNvSpPr txBox="1"/>
          <p:nvPr/>
        </p:nvSpPr>
        <p:spPr>
          <a:xfrm>
            <a:off x="6748667" y="5606576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chrX</a:t>
            </a:r>
            <a:endParaRPr lang="de-DE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F6F8B7C-417A-5D8A-05B9-6382AD39D538}"/>
              </a:ext>
            </a:extLst>
          </p:cNvPr>
          <p:cNvSpPr txBox="1"/>
          <p:nvPr/>
        </p:nvSpPr>
        <p:spPr>
          <a:xfrm>
            <a:off x="8374501" y="5503902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chr19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ADC9BB8-4601-0169-B394-16FCC14B8F49}"/>
              </a:ext>
            </a:extLst>
          </p:cNvPr>
          <p:cNvSpPr txBox="1"/>
          <p:nvPr/>
        </p:nvSpPr>
        <p:spPr>
          <a:xfrm>
            <a:off x="9436578" y="5481719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chr20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071BB36-A3C2-C991-FBE2-F596F2F5D1ED}"/>
              </a:ext>
            </a:extLst>
          </p:cNvPr>
          <p:cNvSpPr txBox="1"/>
          <p:nvPr/>
        </p:nvSpPr>
        <p:spPr>
          <a:xfrm>
            <a:off x="2386684" y="6356214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chr16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35B3B4E-7E5D-B278-9391-FA93B3B0BCF5}"/>
              </a:ext>
            </a:extLst>
          </p:cNvPr>
          <p:cNvSpPr txBox="1"/>
          <p:nvPr/>
        </p:nvSpPr>
        <p:spPr>
          <a:xfrm>
            <a:off x="4065445" y="6381994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chr18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E6B0732-2182-4233-5058-33AEAFC5F295}"/>
              </a:ext>
            </a:extLst>
          </p:cNvPr>
          <p:cNvSpPr txBox="1"/>
          <p:nvPr/>
        </p:nvSpPr>
        <p:spPr>
          <a:xfrm>
            <a:off x="8762289" y="6362417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TUE_02_03UL</a:t>
            </a:r>
          </a:p>
        </p:txBody>
      </p:sp>
    </p:spTree>
    <p:extLst>
      <p:ext uri="{BB962C8B-B14F-4D97-AF65-F5344CB8AC3E}">
        <p14:creationId xmlns:p14="http://schemas.microsoft.com/office/powerpoint/2010/main" val="2498735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46031E2-08E7-6EE9-2057-5E54E164F5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86" y="0"/>
            <a:ext cx="10535628" cy="6858000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E24EE6D-0A05-F894-081C-35B1E2EF492F}"/>
              </a:ext>
            </a:extLst>
          </p:cNvPr>
          <p:cNvSpPr txBox="1"/>
          <p:nvPr/>
        </p:nvSpPr>
        <p:spPr>
          <a:xfrm>
            <a:off x="9342860" y="6376932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TUE_02_04UL</a:t>
            </a:r>
          </a:p>
        </p:txBody>
      </p:sp>
    </p:spTree>
    <p:extLst>
      <p:ext uri="{BB962C8B-B14F-4D97-AF65-F5344CB8AC3E}">
        <p14:creationId xmlns:p14="http://schemas.microsoft.com/office/powerpoint/2010/main" val="1093756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ED9E5708-593C-25A8-0B12-D1D3E5B54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65" y="0"/>
            <a:ext cx="10539470" cy="6860501"/>
          </a:xfr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9EB1C11-C726-1663-C9A1-08C8AC237E80}"/>
              </a:ext>
            </a:extLst>
          </p:cNvPr>
          <p:cNvSpPr txBox="1"/>
          <p:nvPr/>
        </p:nvSpPr>
        <p:spPr>
          <a:xfrm>
            <a:off x="9342860" y="6376932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TUE_02_05UL</a:t>
            </a:r>
          </a:p>
        </p:txBody>
      </p:sp>
    </p:spTree>
    <p:extLst>
      <p:ext uri="{BB962C8B-B14F-4D97-AF65-F5344CB8AC3E}">
        <p14:creationId xmlns:p14="http://schemas.microsoft.com/office/powerpoint/2010/main" val="3553517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613551B-3CD6-78B3-8F81-51C876AC7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86" y="0"/>
            <a:ext cx="10535628" cy="6858000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C405604-43EA-3FF6-F6EE-27D822633714}"/>
              </a:ext>
            </a:extLst>
          </p:cNvPr>
          <p:cNvSpPr txBox="1"/>
          <p:nvPr/>
        </p:nvSpPr>
        <p:spPr>
          <a:xfrm>
            <a:off x="9342860" y="6376932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TUE_02_06UL</a:t>
            </a:r>
          </a:p>
        </p:txBody>
      </p:sp>
    </p:spTree>
    <p:extLst>
      <p:ext uri="{BB962C8B-B14F-4D97-AF65-F5344CB8AC3E}">
        <p14:creationId xmlns:p14="http://schemas.microsoft.com/office/powerpoint/2010/main" val="215415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Breitbild</PresentationFormat>
  <Paragraphs>29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Universitaetsklinikum Tuebingen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Caspar Groß</dc:creator>
  <cp:lastModifiedBy>Caspar Groß</cp:lastModifiedBy>
  <cp:revision>1</cp:revision>
  <dcterms:created xsi:type="dcterms:W3CDTF">2025-03-14T13:28:11Z</dcterms:created>
  <dcterms:modified xsi:type="dcterms:W3CDTF">2025-03-25T11:46:12Z</dcterms:modified>
</cp:coreProperties>
</file>