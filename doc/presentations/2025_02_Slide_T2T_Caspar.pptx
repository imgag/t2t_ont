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1512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CA9D49-CDE0-92D6-AC48-6BB0C469C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D29CF63-D881-E1E0-728F-668470A87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14FAAE-D871-C2C2-91A5-A1EDA029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19119D-53E9-2320-48B6-078855D1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964E08-7B44-2BE6-217D-84DE5FB3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66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F13D06-0E24-5473-DBF3-03A28B18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D30B9B-67E4-BA9E-DDB6-F185EB9D8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775A57-F77D-46A8-A7B5-E79649C2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1D5875-1DD5-AC1D-077E-5D2B8CE6A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59B451-F45F-D443-EC60-02D89E6D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9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A470A8-E778-0736-BEA6-449A1F2D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B195EB-A27B-34D2-0581-AC3D3E8D3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840891-321D-DDE8-73DC-797DAA7A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918A2B-4898-947D-CA87-F6172593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7662BA-9593-59E8-7B81-03097FD50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2683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D9034-6C86-76CA-55A6-1EC8DB590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899CD0-3B33-6BFF-28CA-97A56C2E6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C9D15A5-FC40-45A3-3412-55B884F30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F1F704-7475-7AB5-3FC9-A0927971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6B58D1-2CF8-4F22-083D-48E431D30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C6352D-4AB2-A9D2-C6FC-89B6BF95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040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D005D8-A695-53B9-10F2-A5675083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DF42D6-3E50-FAF0-42AB-E4C833617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8FE2AC-C24B-B802-6B7B-9F2C4EEE7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708DC3-9B72-8A1E-D2AD-EAB6DAD2BF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2B6603-FB3F-20CA-133D-B1D9A46BD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781760A-8EB3-1DAA-7833-295F5F86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3863AC6-5868-25B2-86C1-03A622E15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1CBE2ED-6E7D-FFEA-FDA3-D1EBEF3C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92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EC6EAE-6924-E1E7-650A-0CF782DE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043D9C9-1625-693D-D319-5A4532442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7B02C4-F350-A540-14D7-4B64ECEA5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6F9AF-5BE5-0354-B14D-B7B6C702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338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99268BB-F3DE-D9EF-ECF2-700FA1806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A48EB4F-7F09-E036-3BE9-9945A6BC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6C478B6-7973-8659-AA39-BFF716860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96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CEBA3-7FE5-E571-B491-8ABC6508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8E3C38-E37F-E833-8E3E-DFC373ECB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0C85EB-EE95-47A0-EED1-35C75907C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4E89E0-C939-B577-1BB7-9ACC8CA8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091E7B-7170-947F-76E0-73ED1B3E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75C29B-70D7-DD33-D731-4D1DDE53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5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B1D0F4-9733-C24E-2FBD-A3E4DA9D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57FEC4C-772B-27A6-A830-24FE71FB2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C9CA95-D15C-A736-496E-29738F1BF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86F021-49BF-58E8-C88F-0255DBA4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C59E47-D8AC-5D22-C10B-14C67BE3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ED7987-2206-D18A-53A3-0CB60797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55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48BD1-596F-2DB5-35F0-091C73D1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C8CEB40-12FB-D0C1-9A96-1637371F3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9AD5E1-98B6-A834-832E-13C849EF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045B23-98F7-82CB-528B-2E4D036E3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BA0A68-EB28-AC18-8C74-BA71089DF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46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4E7E00-C544-1F15-A85B-DFEFAA63E7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8B1BC6-A0A4-376F-8EF4-B5DC120E4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DC28CF-2E6A-2C2F-8FFC-33BCCF83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613D1C-2B70-AF4B-DA41-0DB55753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E6B780-027B-C965-1947-E834D7B58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10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146E80C-F5A8-5567-2166-5EBF5DAD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D6696B-538E-7736-13AC-0E61F5DB8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C24FD0-E4D6-CF00-5DBC-2E7423664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C5E62-5833-4A61-886C-A32FAF767FF5}" type="datetimeFigureOut">
              <a:rPr lang="de-DE" smtClean="0"/>
              <a:t>14.02.2025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2B5CB-5612-425A-B178-6B43B7578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E07E1F-D4BC-3F0C-7653-23EA67FB7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AA48-D63D-4EA2-A24B-666F52C84B4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6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0F8F4-5C98-9434-409A-6627D93F1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059" y="467098"/>
            <a:ext cx="3799114" cy="329581"/>
          </a:xfrm>
        </p:spPr>
        <p:txBody>
          <a:bodyPr>
            <a:normAutofit fontScale="90000"/>
          </a:bodyPr>
          <a:lstStyle/>
          <a:p>
            <a:r>
              <a:rPr lang="de-DE" dirty="0"/>
              <a:t>T2T-Assemblies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A664DC8-9F55-E50E-A591-AEFA9D950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5" y="992480"/>
            <a:ext cx="8415328" cy="53854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6EBCF3F-31AA-8618-A87F-440BB1B06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510" y="31216"/>
            <a:ext cx="5897490" cy="2734254"/>
          </a:xfrm>
          <a:prstGeom prst="rect">
            <a:avLst/>
          </a:prstGeom>
        </p:spPr>
      </p:pic>
      <p:graphicFrame>
        <p:nvGraphicFramePr>
          <p:cNvPr id="15" name="Inhaltsplatzhalter 14">
            <a:extLst>
              <a:ext uri="{FF2B5EF4-FFF2-40B4-BE49-F238E27FC236}">
                <a16:creationId xmlns:a16="http://schemas.microsoft.com/office/drawing/2014/main" id="{B30DA980-8952-B9F4-8E9D-9957F3E72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2849373"/>
              </p:ext>
            </p:extLst>
          </p:nvPr>
        </p:nvGraphicFramePr>
        <p:xfrm>
          <a:off x="6294510" y="2857500"/>
          <a:ext cx="5739170" cy="11430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676070">
                  <a:extLst>
                    <a:ext uri="{9D8B030D-6E8A-4147-A177-3AD203B41FA5}">
                      <a16:colId xmlns:a16="http://schemas.microsoft.com/office/drawing/2014/main" val="122586112"/>
                    </a:ext>
                  </a:extLst>
                </a:gridCol>
                <a:gridCol w="676070">
                  <a:extLst>
                    <a:ext uri="{9D8B030D-6E8A-4147-A177-3AD203B41FA5}">
                      <a16:colId xmlns:a16="http://schemas.microsoft.com/office/drawing/2014/main" val="786821487"/>
                    </a:ext>
                  </a:extLst>
                </a:gridCol>
                <a:gridCol w="676070">
                  <a:extLst>
                    <a:ext uri="{9D8B030D-6E8A-4147-A177-3AD203B41FA5}">
                      <a16:colId xmlns:a16="http://schemas.microsoft.com/office/drawing/2014/main" val="169482903"/>
                    </a:ext>
                  </a:extLst>
                </a:gridCol>
                <a:gridCol w="676070">
                  <a:extLst>
                    <a:ext uri="{9D8B030D-6E8A-4147-A177-3AD203B41FA5}">
                      <a16:colId xmlns:a16="http://schemas.microsoft.com/office/drawing/2014/main" val="3869807020"/>
                    </a:ext>
                  </a:extLst>
                </a:gridCol>
                <a:gridCol w="676070">
                  <a:extLst>
                    <a:ext uri="{9D8B030D-6E8A-4147-A177-3AD203B41FA5}">
                      <a16:colId xmlns:a16="http://schemas.microsoft.com/office/drawing/2014/main" val="3735175884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985833196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3391698830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473509802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4216699303"/>
                    </a:ext>
                  </a:extLst>
                </a:gridCol>
                <a:gridCol w="676070">
                  <a:extLst>
                    <a:ext uri="{9D8B030D-6E8A-4147-A177-3AD203B41FA5}">
                      <a16:colId xmlns:a16="http://schemas.microsoft.com/office/drawing/2014/main" val="585811918"/>
                    </a:ext>
                  </a:extLst>
                </a:gridCol>
              </a:tblGrid>
              <a:tr h="297518"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>
                          <a:effectLst/>
                        </a:rPr>
                        <a:t>type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 err="1">
                          <a:effectLst/>
                        </a:rPr>
                        <a:t>count</a:t>
                      </a:r>
                      <a:endParaRPr lang="de-DE" sz="12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 err="1">
                          <a:effectLst/>
                        </a:rPr>
                        <a:t>read_len</a:t>
                      </a:r>
                      <a:endParaRPr lang="de-DE" sz="12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 err="1">
                          <a:effectLst/>
                        </a:rPr>
                        <a:t>aligned_ref_len</a:t>
                      </a:r>
                      <a:endParaRPr lang="de-DE" sz="12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>
                          <a:effectLst/>
                        </a:rPr>
                        <a:t>match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>
                          <a:effectLst/>
                        </a:rPr>
                        <a:t>ins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>
                          <a:effectLst/>
                        </a:rPr>
                        <a:t>del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>
                          <a:effectLst/>
                        </a:rPr>
                        <a:t>sub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 dirty="0" err="1">
                          <a:effectLst/>
                        </a:rPr>
                        <a:t>iden</a:t>
                      </a:r>
                      <a:endParaRPr lang="de-DE" sz="1200" dirty="0">
                        <a:effectLst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200">
                          <a:effectLst/>
                        </a:rPr>
                        <a:t>acc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58951438"/>
                  </a:ext>
                </a:extLst>
              </a:tr>
              <a:tr h="174407"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duplex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1666562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12050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11966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11905.0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99.91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99.76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01985507"/>
                  </a:ext>
                </a:extLst>
              </a:tr>
              <a:tr h="174407"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herro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562348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98595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98303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97561.5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effectLst/>
                        </a:rPr>
                        <a:t>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49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87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99.92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200" dirty="0">
                          <a:effectLst/>
                        </a:rPr>
                        <a:t>99.81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0000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478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Breitbild</PresentationFormat>
  <Paragraphs>31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T2T-Assemblies</vt:lpstr>
    </vt:vector>
  </TitlesOfParts>
  <Company>Universitaetsklinikum Tuebingen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Groß</dc:creator>
  <cp:lastModifiedBy>Caspar Groß</cp:lastModifiedBy>
  <cp:revision>2</cp:revision>
  <dcterms:created xsi:type="dcterms:W3CDTF">2025-02-14T15:54:48Z</dcterms:created>
  <dcterms:modified xsi:type="dcterms:W3CDTF">2025-02-14T17:08:49Z</dcterms:modified>
</cp:coreProperties>
</file>